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32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4:48.14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B39851A-5BEA-4612-B45B-63A14661D5C2}" emma:medium="tactile" emma:mode="ink">
          <msink:context xmlns:msink="http://schemas.microsoft.com/ink/2010/main" type="inkDrawing" rotatedBoundingBox="8908,917 16718,1125 16713,1310 8903,1102" shapeName="Other"/>
        </emma:interpretation>
      </emma:emma>
    </inkml:annotationXML>
    <inkml:trace contextRef="#ctx0" brushRef="#br0">0 0 0,'38'0'0,"0"0"15,-19 0 1,0 0 15,19 0-31,-19 0 63,0 0-63,18 0 15,1 0-15,0 0 16,19 0-16,-19 0 16,0 19-16,-19 0 15,38-19-15,-19 0 16,-19 0-16,56 0 15,-37 19 1,19-19-16,-38 0 16,0 19-16,19-19 15,-19 19-15,38-19 16,0 0-16,19 19 16,-20-19-16,20 0 15,-19 0-15,19 19 16,-38-19-16,38 0 15,-19 0-15,-20 0 16,39 38-16,57-19 16,-57-19-16,-38 0 15,37 19-15,-18-19 16,-19 19-16,0-19 16,19 0-16,19 0 15,-19 0-15,19 0 16,18 0-16,-18 0 15,38 0-15,-19 0 16,37 0-16,-37 0 16,19 0-16,-38 0 15,-1 0-15,-18 0 16,19 0 0,-19 0-16,19 0 15,-38 0-15,38 0 16,-1 0-16,1 0 15,0 0-15,19 0 16,19 0-16,18 0 16,-37 0-16,57 0 15,-20 0-15,58 0 16,-38 0-16,-39 0 16,-37 0-16,38 0 15,-38 0-15,-1 0 16,39 0-16,-57 0 15,0 0-15,38 0 16,-38 0-16,-1 0 16,39 0-16,0 0 15,57 0-15,-20 0 16,39 0-16,-19 0 16,-1 0-16,1 0 15,-1 0-15,-18 0 16,0 0-16,-57 0 15,75 0-15,-75 0 16,0 0 0,-19 0-16,-38 0 0,0 0 15,0 0-15,0 0 16,0 0 0,19 0-1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4:55.93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22F93EE-7F9E-41B8-835B-DCF2BD879340}" emma:medium="tactile" emma:mode="ink">
          <msink:context xmlns:msink="http://schemas.microsoft.com/ink/2010/main" type="inkDrawing" rotatedBoundingBox="9292,1775 17442,955 17516,1692 9366,2512" semanticType="callout" shapeName="Other">
            <msink:sourceLink direction="to" ref="{A2664F9F-F3E9-43AC-9811-064C7E69C3E7}"/>
            <msink:sourceLink direction="from" ref="{DC67B814-A728-4888-9D01-A9F042303FDE}"/>
          </msink:context>
        </emma:interpretation>
      </emma:emma>
    </inkml:annotationXML>
    <inkml:trace contextRef="#ctx0" brushRef="#br0">0 645 0,'38'19'1656,"57"0"-1656,37 19 15,-18-38-15,-19 19 16,38 0-16,-20-19 16,-37 0-16,-38 0 15,0 0-15,-19 0 16,19 0-16,-19 0 16,19 0-1,-19 0-15,38 0 16,-39 0-16,39 0 15,0 0-15,19 0 16,-19 0-16,19 0 16,-38 0-16,37 0 15,-18 0-15,0 0 16,19 0-16,0 0 16,19 0-16,-20 0 15,20 0-15,-19 0 16,0 0-16,19 0 15,-20 0-15,1 0 16,0 0-16,0 0 16,0 0-16,0 0 15,-20 0 1,1 0-16,-19 0 16,-19 0-1,0 0-15,19 0 16,-19 0-1,0 0 1,19 0-16,19 0 16,37 0-16,39 0 15,19 0-15,-38 0 16,37 0-16,-18 0 16,18 0-16,39 0 15,-76 0-15,0 0 16,-1 0-16,-18 0 15,-57 0-15,38 0 16,-57 0-16,0 0 16,19-19-16,-1 19 31,-18 0-15,19 0-16,19 0 15,0-19-15,-19 19 16,38-19-16,0 19 15,18-38 1,20 38-16,-19-19 16,0 0-16,-19 19 15,56 0-15,1 0 16,-38 0-16,18 0 16,1-38-16,-19 19 15,19 0-15,-58 19 16,20-19-16,-38 19 15,19-38-15,-19 38 16,19 0-16,0 0 16,-19-19-16,0 19 15,-19-19-15,-1 19 16,20 0-16,-19-19 16,0 19-16,-19-19 15,19 19 1,0 0-16,0 0 15,0 0 1,19-19-16,0 19 16,0-19-1,-38 0-15,19 19 32,0 0-17,0 0-15,-19-19 47,19 1-31,0-1-16,0 19 15,0-19 1,-1 19-16,20-38 16,-19 19 15,0-19 0,0 38-15,-19-19-16,19 0 62,-19 0-46,19 19-1,0-19-15,0-19 32,0 38-32,19-19 62,0 19-46,-19-38-1,0 38-15,0 0 16,0 0-16,0-19 16,0 19 140,0 0-156</inkml:trace>
    <inkml:trace contextRef="#ctx0" brushRef="#br0" timeOffset="2942.6601">7847-284 0,'19'19'140,"19"19"-124,-19-19 0,-19 0-16,19-19 15,0 19 1,-19 0-16,19-19 16,0 19-16,0 0 31,0 0-31,0-1 15,19 1-15,0 0 16,-38 0-16,19 0 16,0 0-16,-38 0 312,-19-19-296,19 19-16,-19-19 15,19 19-15,0 0 16,0 0 0,-19 0-16,38 0 15,-19 0 1,0 19-16,0-38 16,0 19-1,0 0 16,19 0 110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4:57.57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2664F9F-F3E9-43AC-9811-064C7E69C3E7}" emma:medium="tactile" emma:mode="ink">
          <msink:context xmlns:msink="http://schemas.microsoft.com/ink/2010/main" type="inkDrawing" rotatedBoundingBox="16774,1175 17343,1175 17343,1190 16774,1190" shapeName="Other">
            <msink:destinationLink direction="to" ref="{922F93EE-7F9E-41B8-835B-DCF2BD879340}"/>
          </msink:context>
        </emma:interpretation>
      </emma:emma>
    </inkml:annotationXML>
    <inkml:trace contextRef="#ctx0" brushRef="#br0">0 0 0,'38'0'171,"-19"0"-171,19 0 16,-19 0-16,0 0 16,0 0-1,19 0 1,-19 0 0,19 0-1,-19 0 1,0 0 15,19 0 16,-19 0-31,0 0-1,-1 0 48,1 0-48,0 0 48,0 0-32,0 0-15,0 0-1,19 0-15,-19 0 16,0 0-16,0 0 31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5:01.62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FDFE001-5FEF-4A72-8C8C-045E74E66692}" emma:medium="tactile" emma:mode="ink">
          <msink:context xmlns:msink="http://schemas.microsoft.com/ink/2010/main" type="inkDrawing" rotatedBoundingBox="244,802 3448,794 3449,813 245,821" shapeName="Other"/>
        </emma:interpretation>
      </emma:emma>
    </inkml:annotationXML>
    <inkml:trace contextRef="#ctx0" brushRef="#br0">0 19 0,'38'0'94,"-19"0"-78,57 0-16,-19 0 15,19 0-15,19 0 16,-20 0 0,20 0-16,38 0 15,0 0-15,-39 0 16,39 0-16,-38 0 15,19 0-15,-39 0 16,1 0-16,0 0 16,0 0-16,0 0 15,-20 0-15,20 0 16,-19 0-16,-19 0 16,19 0-16,-19 0 15,19 0-15,38 0 16,-1 0-16,20 0 15,0 0-15,37 0 16,-56 0-16,19 0 16,0 0-16,-58 0 15,1 0-15,57-19 16,-76 19-16,19 0 16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5:03.45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E2D2608-7CB3-404F-B286-8AAFFD48A3CA}" emma:medium="tactile" emma:mode="ink">
          <msink:context xmlns:msink="http://schemas.microsoft.com/ink/2010/main" type="inkDrawing" rotatedBoundingBox="204,1766 3106,1641 3109,1724 208,1850" shapeName="Other">
            <msink:destinationLink direction="with" ref="{34EDBFD2-D79F-4EBF-9461-C1D908C7B86C}"/>
          </msink:context>
        </emma:interpretation>
      </emma:emma>
    </inkml:annotationXML>
    <inkml:trace contextRef="#ctx0" brushRef="#br0">0 153 0,'18'0'62,"20"0"-46,-19 0-1,38 0-15,-38 0 16,38 0-16,19 0 16,-19-38-1,19 38-15,37-19 0,-37 19 16,0-19-16,19 19 16,-19 0-16,-1-19 15,-18 0-15,19 19 16,-38 0-16,19 0 15,0 0 1,0 0-16,-1 0 16,1 0-16,0 0 15,-38 0-15,38 0 16,-19 0-16,-19 0 16,19 0-16,-19 0 15,19 0 1,-1 0-16,20 0 15,0 0-15,-38 0 16,38 0-16,-38 0 16,19 0-16,0 0 15,0 0-15,0 0 16,0 0 0,18 0-16,-37 0 15,19 0-15,-19 0 16,19 0-16,0 0 15,-19 0-15,0 0 16,0 0 0,0 0-1,0-19-15,0 19 16,19 0 0,19 0-16,-1 0 15,-37 0 1,19 0-1,0 0 1,0 0-16,-19 0 16,19 0-1,-19 0 17,0 0-32,0-19 15,0 19-15,0 0 16,0 0-16,0 0 15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5:19.881"/>
    </inkml:context>
    <inkml:brush xml:id="br0">
      <inkml:brushProperty name="width" value="0.26667" units="cm"/>
      <inkml:brushProperty name="height" value="0.53333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1 0,'38'0'141,"0"0"-141,0 0 15,-19 0-15,19 0 16,-19 0-16,18 0 16,-18 0-16,0 0 15,0 0-15,0 0 16,0 0-1,0 0 1,0 0 0,19 0-1,-19 0 1,19 0 109,-19 0-109,19 0-1,-19 0 1,19 0-1,-19 0-15,19 0 47,-19 0-31,18 0 93,-18 0-77,0 0-17,0 0-15,0 0 16,19 0 31,-19 0-32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5:22.840"/>
    </inkml:context>
    <inkml:brush xml:id="br0">
      <inkml:brushProperty name="width" value="0.26667" units="cm"/>
      <inkml:brushProperty name="height" value="0.53333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0,'0'19'157,"19"-19"-126,19 0-31,19 0 16,-38 0-1,19 0-15,0 0 16,-19 0-16,-1 0 15,1 0-15,0 0 16,0 0 0,0 0 15,19 0-15,-19 0-1,19 0-15,0 0 0,-19 0 16,0 0-1,0 0 1,0 0-16,0 0 63,19 0-48,-19 0 1,19 0-1,-19 0 64,18 0-64,-18 0 1,19 0 15,-19 0-15,19 0 46,-19 0-46,0 0 31,0 0-32,0 0 17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5:26.080"/>
    </inkml:context>
    <inkml:brush xml:id="br0">
      <inkml:brushProperty name="width" value="0.26667" units="cm"/>
      <inkml:brushProperty name="height" value="0.53333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19 1 0,'-19'0'141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5:28.385"/>
    </inkml:context>
    <inkml:brush xml:id="br0">
      <inkml:brushProperty name="width" value="0.26667" units="cm"/>
      <inkml:brushProperty name="height" value="0.53333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0,'0'19'109,"38"-19"-93,0 0-1,-19 0 1,19 0-16,-19 0 16,0 0-1,0 0 1,0 0 0,-1 0 30,1 0-30,0 0 187,19 0-125,-19 0-62,19 0 0,0 19-1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6:07.976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2AE69EE-A916-41AA-AADC-1E387BEA6CEB}" emma:medium="tactile" emma:mode="ink">
          <msink:context xmlns:msink="http://schemas.microsoft.com/ink/2010/main" type="inkDrawing" rotatedBoundingBox="9894,806 17652,1907 17535,2731 9777,1630" semanticType="callout" shapeName="Other">
            <msink:sourceLink direction="to" ref="{DC67B814-A728-4888-9D01-A9F042303FDE}"/>
          </msink:context>
        </emma:interpretation>
      </emma:emma>
    </inkml:annotationXML>
    <inkml:trace contextRef="#ctx0" brushRef="#br0">0 0 0,'38'0'125,"-19"0"-109,0 0 15,0 0-31,0 0 16,19 0 15,-20 0-15,20 0-16,-19 0 15,19 0 1,-19 0 0,38 0-16,-38 0 15,19 0 313,76 0-312,18 0-16,1 0 16,19 0-16,-39 0 15,1 0-15,38 0 16,-57 0-16,18 0 16,-37 0-16,-38 0 15,-19 0-15,0 0 141,38 0-126,0 0-15,18 0 16,1 0-16,0 0 16,19 0-16,57 0 15,-39 19-15,-18-19 16,38 0-16,-76 0 16,-19 0-16,18 19 15,-18-19-15,-19 0 16,0 0-16,38 0 15,-38 0-15,38 0 16,-38 0 0,19 0-16,-19 0 15,19 0-15,-19 0 16,37 0-16,-37 0 16,19 0-16,0 0 15,19 0-15,-19 0 16,-19 0-16,38 0 15,-38 0-15,19 0 16,19 0-16,-20 0 16,20 0-16,0 0 15,-38 0-15,19 0 16,-19 0-16,38 0 16,0 0-16,19 0 15,37 0-15,-18 0 16,19 0-16,0 0 15,-1 0-15,-37 0 16,0 0-16,-19 0 16,-19 0-16,0 0 15,18 0-15,-37 0 16,76 38-16,-57-38 16,0 0-1,0 0-15,-19 0 16,57 19-16,-38-19 109,-19 0-109,0 0 16,-1 0-1,39 0 1,-38 0-16,38 19 16,0-19-16,-19 18 15,0-18 1,0 0-16,19 19 16,-19-19-16,37 0 15,-37 0-15,0 0 16,-19 19-16,0-19 15,19 0 1,-19 0 0,0 0 15,0 0 0,19 0-31,-19 0 16,19 0-16,-38 19 15,19 0 1,18-19 0,-18 0-1,19 0 1,-19 19-16,0-19 16,0 0-1,0 19-15,19 0 16,-19-19-16,0 19 15,19-19 17,-19 0-32,19 38 15,0-19-15,-19 0 16,19 19 0,-19-19 15,-1 0 0,1-19-15,0 38-16,0-19 15,0-19 1,-19 38 15,0-19-15,19-1-16,0 1 15,38-19 1,-19 38-16,-19-19 16,19-19-16,0 0 15,-38 19 1,19-19 15,0 19 32,19 0-63,-19-19 31,-19 19-31,18 0 0,1-19 16,0 19-1,0 0 32,19-19-31,-38 19-16,19 0 15,0-19-15,0 0 16,0 19-16,19-19 16,-19 19-16,0 0 15,0-19 48,0 0-63,0 0 15,0 19 1,0-19-16,0 19 250,0 0-234,75 56-16,-18-56 15,-19 19-15,-38-38 16,0 0 124</inkml:trace>
    <inkml:trace contextRef="#ctx0" brushRef="#br0" timeOffset="1246.8154">7582 891 0,'19'0'219,"0"19"-204,-19 0-15,38 0 16,-38 0-1,38 18 1,-38-18 0,19 0-16,-19 0 15,19 0-15,0 0 32,-19 0 30,0 0 110,-19 0-156,0-19-1,-19 0 1,0 19-1,19 0 17,0-19-32,19 19 15,-19-19 1,-19 0 31,19 0-16,0 0 32,0 0-63,0 0 15,0 0 126</inkml:trace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6:17.961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4EDBFD2-D79F-4EBF-9461-C1D908C7B86C}" emma:medium="tactile" emma:mode="ink">
          <msink:context xmlns:msink="http://schemas.microsoft.com/ink/2010/main" type="inkDrawing" rotatedBoundingBox="181,1390 2357,1296 2371,1622 195,1715" semanticType="callout" shapeName="Other">
            <msink:sourceLink direction="with" ref="{BE2D2608-7CB3-404F-B286-8AAFFD48A3CA}"/>
          </msink:context>
        </emma:interpretation>
      </emma:emma>
    </inkml:annotationXML>
    <inkml:trace contextRef="#ctx0" brushRef="#br0">0 247 0,'0'19'140,"19"-19"-124,-1 0-16,20 0 16,-19 0-16,0 0 31,0 0-15,38 0-16,-19 0 15,38 0-15,0 0 16,-19 0-16,18 0 15,20 0-15,0 0 16,0 19-16,-38-1 16,-1 1-16,1-19 15,-19 0-15,0 0 16,-19 0 0,0 0 46,0 0-46,38 0-16,0 0 0,37 0 15,1 0-15,0 0 16,-19 0-16,0 0 16,-1 0-16,20 0 15,-57 0-15,0 0 16,-19 0-16,0 0 15,0 0 32,19 0-31,-19 0 0,0 0-16,19-19 15,-19 1 1,0 18 15,0 0-15,0-19-1,-1 19 63,1-19 63,-19 0-47,-19 19-79,1-19 1,-1 19 47,0-19-48,19 0 16,-19 0 1,19 0-1,-19 19-15,19-19 15,-19 19-16,0-19 17,0 0-1,19 0-15,-19 19-16,19-19 46,-19 19-30,0 0 62,0-19 47,19 0-109</inkml:trace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6:39.855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38 0,'0'19'63,"19"-19"15,0 0-78,0 0 16,0 0 15,0 0-31,0 0 78,19 0-78,-19 0 125,0 0-109,0 0-16,0 0 47,-1 0-32,1 0 1,0 0-16,0 0 31,19 0-31,-19 0 16,0 0-16,0 0 31,0 0 47,19-19-78,-19 19 16,0 0-1,0 0 1,0 0 46,0 0-46,0 0 0,0 0-16,38-19 15,-39 0-15,1 19 16,0 0 62,19 0-62,0 0-16,-19 0 15,0 0 32,0 0 47,0 0-32,0 0-62,0 0 79,0 0-79,19 0 15,-19 0-15,0 0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7:01.11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0,'19'19'219,"0"-19"-203,38 0-16,-19 19 15,-19-19-15,0 0 16,0 0 15,0 0-15,0 0-16,19 0 62,-19 0 17,0 0-33,0 0-30,0 0-16,-1 0 31,20 0 16,-19 0-31,0 0 31,0 0 15,0 0-46,0 0-1,0 0 48,0 0-47,0 0 46,0 0-31,0 0-15,0 0-16,0 0 94,0 0-47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8:05.220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0,'38'0'156,"-19"0"-140,0 0-1,0 0-15,19 19 16,-19-19 0,0 0-1,0 0 1,-1 0-1,1 0 17,19 19-17,-19-19 48,0 0-48,0 0 1,0 0 47,0 0-48,0 0 1,0 0-1,0 0 1,0 0-16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8:23.337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3 0,'19'0'218,"0"0"-124,0 0-47,0 0-16,0 0-15,0 0 15,19 0 47,-19 0-62,0 0 93,0 0-109,0 0 16,0 0 15,19 0 32,-19 0 187,18 0-94,-18 0-125,0 0 16,0 0 15,0 0-30,19 0-17,-19 0 17,19 0 46,-19 0-31,0 0-16,19 0-16,0 0 1,-19 0 0,19 0-16,-19 0 15,0 0-15,0 0 16,37 0-16,1 0 16,19 0-16,-19 19 15,0-19-15,-38 0 16,19 0-16,-19 0 15,19 0-15,-20 0 63,20 0-32,-19 0-15,19 0-1,-19 0 17,19 0-17,19 0 1,-19 0 0,0 19-16,-19-19 15,19 0-15,-19 0 16,0 19-16,0-19 62,-1 0-30,20 0-17,-19 0 141,19 0-124,-19 0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8:29.263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1 0,'19'0'125,"19"0"-110,-19 0 1,19 0-16,-19 0 16,19 0-16,-19 0 15,38 0-15,-38 0 16,19 0 0,-19 19-16,0-19 15,-1 0-15,1 0 16,0 0-1,0 0-15,0 0 16,0 0-16,0 0 16,19 0-1,-19 0 1,0 0 0,19 0 15,-19 0-16,19 0 1,-19 0 0,19 0-16,0 0 15,-19 0 1,0 0 0,-1 0-1,1 0 1,0 0-1,0 0 1,19 0 0,-19 0-1,0 0 1,0 0 62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8:34.290"/>
    </inkml:context>
    <inkml:brush xml:id="br0">
      <inkml:brushProperty name="width" value="0.06667" units="cm"/>
      <inkml:brushProperty name="height" value="0.0666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DC67B814-A728-4888-9D01-A9F042303FDE}" emma:medium="tactile" emma:mode="ink">
          <msink:context xmlns:msink="http://schemas.microsoft.com/ink/2010/main" type="inkDrawing" rotatedBoundingBox="9625,1885 18318,3271 18215,3923 9521,2536" shapeName="Other">
            <msink:destinationLink direction="to" ref="{22AE69EE-A916-41AA-AADC-1E387BEA6CEB}"/>
            <msink:destinationLink direction="from" ref="{922F93EE-7F9E-41B8-835B-DCF2BD879340}"/>
          </msink:context>
        </emma:interpretation>
      </emma:emma>
    </inkml:annotationXML>
    <inkml:trace contextRef="#ctx0" brushRef="#br0">0 0 0,'19'0'16,"0"0"62,0 0-63,38 0-15,-38 0 16,38 0 0,-19 0-16,19 0 15,0 0-15,0 0 16,18 0-16,20 0 15,-19 0-15,57 0 16,-1 0-16,-37 0 16,-19 0-16,0 0 15,-19 0-15,18 0 16,1 0-16,19 0 16,-19 0-16,-19 0 15,-19 0-15,19 0 16,-20 0-16,-18 0 15,38 0-15,-38 0 16,38 0-16,0 0 16,-19 0-16,0 0 15,19 0-15,-19 0 16,18 0-16,1 0 16,19 0-16,38 0 15,-76 0-15,0 19 16,18-19-16,1 0 15,-19 0-15,-19 0 16,38 0-16,-19 0 16,-19 0-16,0 0 15,0 0 1,38 0-16,0 0 16,37 0-16,20 0 15,76 0-15,-20 0 16,-37 0-16,38 19 15,-58 19-15,39-19 16,-76 0-16,19 0 16,-20-19-16,1 38 15,38-19-15,-57-19 16,56 0-16,39 19 16,-38-19-16,-19 19 15,18 19-15,-75-38 16,19 0-16,-38 0 15,19 0-15,0 19 16,0-19-16,57 0 16,37 19-16,20 19 15,0-19-15,18 0 16,-18 0-16,-1 18 16,-18 1-16,0 19 15,-19-38-15,18 19 16,-18 19-1,38-38-15,-20 57 16,39-38-16,-38 56 16,-20-37-16,39-19 15,-38 0-15,-57 0 16,56 19-16,-94-38 16,19-19-16,19 19 15,-19 19-15,19-19 16,-38-19-16,0 19 15,19 0-15,-19 0 16,0-1-16,-1-18 16,20 38-16,0-19 15,-38 0 1,19 0-16,0 0 16,0 0-1,19-19 1,-38 19-16,19-19 15,-19 19 17,19 0-17</inkml:trace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8:35.025"/>
    </inkml:context>
    <inkml:brush xml:id="br0">
      <inkml:brushProperty name="width" value="0.06667" units="cm"/>
      <inkml:brushProperty name="height" value="0.0666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62365E3C-6BD2-4C9F-972A-1B956A7A2D0E}" emma:medium="tactile" emma:mode="ink">
          <msink:context xmlns:msink="http://schemas.microsoft.com/ink/2010/main" type="inkDrawing" rotatedBoundingBox="18352,3593 18518,4094 18096,4233 17931,3732" shapeName="Other"/>
        </emma:interpretation>
      </emma:emma>
    </inkml:annotationXML>
    <inkml:trace contextRef="#ctx0" brushRef="#br0">95 0 0,'19'0'62,"19"0"-46,-19 19-1,38 19-15,-57-20 16,19 1-16,0 0 16,0 38-16,0-19 15,0 0-15,-19-19 16,56 38-16,-56-38 15,19 0-15,-19 0 16,19 0 0,0 0-1,0 0 1,-38-19 156,-57 0-157,1 19-15,-20 0 16,38-19 0,0 0-16,19 0 0,0 0 15</inkml:trace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9:53.43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37C57C8-AD0C-434C-B4AF-E1CD93C82039}" emma:medium="tactile" emma:mode="ink">
          <msink:context xmlns:msink="http://schemas.microsoft.com/ink/2010/main" type="inkDrawing" rotatedBoundingBox="10370,8743 16625,8821 16622,9023 10368,8946" shapeName="Other">
            <msink:destinationLink direction="with" ref="{D1624339-A3AB-4E0E-B4C5-9E69A7FD9533}"/>
          </msink:context>
        </emma:interpretation>
      </emma:emma>
    </inkml:annotationXML>
    <inkml:trace contextRef="#ctx0" brushRef="#br0">0 262 0,'18'-57'157,"134"57"-157,0-19 15,56 0-15,-37 19 16,37-38-16,-18 38 16,18 0-16,20 0 15,-20 0-15,-18 0 16,-38 0-16,-20 0 15,-37 0-15,38 0 16,-57 0 0,-1 0-16,20 0 15,-19 0-15,0 0 16,0 0-16,-1 0 16,-18 0-16,19 0 15,0 0-15,0 0 16,38 0-16,-20 0 15,-18 0-15,0 0 16,-38 0-16,38 0 16,-38 0-16,-1 0 15,-18 0-15,19 0 16,0 0-16,38 0 16,-19 0-16,19 0 15,-19 0-15,-19 0 16,-1 0-16,20 0 15,-19 0-15,0 0 16,-19 0-16,38 0 16,0 0-16,-38 0 15,19 0-15,-19 0 16,0 0-16,37 0 16,1 0-16,-38 0 15,19 0 1,0 0-16,-19 0 15,0 0 1,0 0 0,19 0-16,-19 0 15,0 0-15,0 0 16,19 0 0,-19 0-16,37 0 15,20 0-15,0 0 16,-19 0-16,0 0 15,19 0-15,-1 0 16,-18 0-16,0 19 16,0-19-16,-19 38 15,19-38 1,0 19-16,-38-19 16,0 0 15,0 0-31,0 0 15,37 19 1,-37-19 15,0 0-31,0 0 16,0 0 0,0 19-1,0-19 1,-19 19-16,38-19 31,-19 0-31,-19 19 16,19 0-16,38-19 15,-57 19-15,19-19 32,0 0-32</inkml:trace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9:54.22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1624339-A3AB-4E0E-B4C5-9E69A7FD9533}" emma:medium="tactile" emma:mode="ink">
          <msink:context xmlns:msink="http://schemas.microsoft.com/ink/2010/main" type="inkDrawing" rotatedBoundingBox="16433,8776 16857,8990 16651,9398 16226,9184" semanticType="callout" shapeName="Other">
            <msink:sourceLink direction="with" ref="{A37C57C8-AD0C-434C-B4AF-E1CD93C82039}"/>
          </msink:context>
        </emma:interpretation>
      </emma:emma>
    </inkml:annotationXML>
    <inkml:trace contextRef="#ctx0" brushRef="#br0">151 0 0,'19'19'78,"0"-1"-63,0 1-15,0 0 16,19 19-16,0-19 16,-38 0-1,19 0-15,19 0 0,-38 0 16,19-19-1,-19 19-15,38 0 16,-19 19 15,-19-19-15,0 0-16,18-19 16,-18 19-16,19 0 31,0 0 0,-57-19 125,-37 0-140,18 0 0,-19 0-16,19 0 15,0 0-15,38 19 16,-19 0-16,0 0 15,1-19-15</inkml:trace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29:59.23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D9E9640-D30D-4142-B418-87E4BBEB5FCF}" emma:medium="tactile" emma:mode="ink">
          <msink:context xmlns:msink="http://schemas.microsoft.com/ink/2010/main" type="inkDrawing" rotatedBoundingBox="8569,9049 9989,9156 9985,9205 8565,9098" shapeName="Other"/>
        </emma:interpretation>
      </emma:emma>
    </inkml:annotationXML>
    <inkml:trace contextRef="#ctx0" brushRef="#br0">0 0 0,'19'19'78,"0"-19"-78,19 0 15,18 0-15,1 0 16,0 0-16,-19 0 16,0 0-16,0 0 15,19 0-15,-19 0 16,0 0-16,0 0 15,-1 0-15,-18 0 16,38 0-16,-19 19 16,0-19-16,19 0 15,0 0-15,-38 0 16,-19 19 0,38-19-16,-19 0 15,75 38 1,-75-38-16,0 0 0,0 0 15,0 0-15,0 0 16,0 0 0,19 0-1,0 0 1,-19 0-16,0 0 16,19 0-16,0 0 31,-19 0-31,0 0 15,0 0-15,0 0 16,-1 0-16,1 0 47</inkml:trace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30:02.64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A071E36-B7F6-4382-AB92-06C9ADEDAE59}" emma:medium="tactile" emma:mode="ink">
          <msink:context xmlns:msink="http://schemas.microsoft.com/ink/2010/main" type="inkDrawing" rotatedBoundingBox="300,8703 4072,8670 4076,9097 303,9129" semanticType="callout" shapeName="Other">
            <msink:sourceLink direction="to" ref="{276A419F-CD36-4BAC-8F36-12B956DD9AB5}"/>
            <msink:sourceLink direction="from" ref="{276A419F-CD36-4BAC-8F36-12B956DD9AB5}"/>
          </msink:context>
        </emma:interpretation>
      </emma:emma>
    </inkml:annotationXML>
    <inkml:trace contextRef="#ctx0" brushRef="#br0">0 270 0,'38'0'156,"76"0"-140,38 0-16,18 0 15,58 0-15,-20 0 16,20 0-16,-20 19 16,-18 0-16,-1 19 15,-37-19-15,0 0 16,-77 0-16,20-19 15,-76 19-15,38-19 16,-19 0 0,-19 0-16,0 0 0,38 0 15,-19 0 1,-1 0 0,1 0-16,-19 0 15,19 0-15,-19 0 16,38 0-16,19 0 15,-19 0-15,19 0 16,37 0-16,-37 0 16,-19 0-16,0 0 15,-38 0-15,38 19 16,-38-19-16,19 0 16,-20 0 30,20 0-30,-19 0 0,19 0-1,19 0-15,-38 0 16,0 0-16,0 0 16,0 0-16,0 0 15,0 0 1,0 0-1,0 0 17,0 0-32,0 0 31,0 0 31,0-19-30,18 19-17,-37-19 1,0 0-16,19 19 16,-19-19 15,19 19-31,-19-19 31,0 0-15,0-19-16,0 19 31,0 0-15,0 0 15,0 0 0,0 0-15,0 0-1,-19 19 1,0-19 0,1 19-1,-1 0 16,0-18-31,0 18 16,0-19 15,0 19-15,19-19 0,-19 19-16,0 0 15,-19 0-15,19 0 16,-19-19-1,-19 0 1,38 19-16,-19-19 16,0 0 15,19 19-15,1 0-1,-1 0 1,0 0-1,0 0 1,0 0-16,0 0 16,0 0-1,0 0-15,-19 0 16,19 0 0,-19 0-1,19 0-15,-19 0 16,19 0-16,-19 0 15,0 0-15,19 0 16,0 0-16,1 0 16,-1 0-1,-19 0 1,19 0 31,0 0-47,0 0 15,0 0 1,-19 0 0,19 0 46,-19 0-31,19 0 63,0 0-47,19 19-16,-19 0-15,0-19-16,19 19 16,-19-19-1,0 19 1</inkml:trace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3:30:04.215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76A419F-CD36-4BAC-8F36-12B956DD9AB5}" emma:medium="tactile" emma:mode="ink">
          <msink:context xmlns:msink="http://schemas.microsoft.com/ink/2010/main" type="inkDrawing" rotatedBoundingBox="4036,8956 7790,9017 7789,9068 4035,9008" shapeName="Other">
            <msink:destinationLink direction="to" ref="{7A071E36-B7F6-4382-AB92-06C9ADEDAE59}"/>
            <msink:destinationLink direction="from" ref="{7A071E36-B7F6-4382-AB92-06C9ADEDAE59}"/>
          </msink:context>
        </emma:interpretation>
      </emma:emma>
    </inkml:annotationXML>
    <inkml:trace contextRef="#ctx0" brushRef="#br0">0 23 0,'19'0'16,"0"0"31,0 0-16,57 0 16,19 0-32,-19 0-15,19 0 16,18 0-16,-37 0 16,19 0-16,38 0 15,-58 0-15,20 0 16,19 0-16,-19 0 15,37 0-15,-37 0 16,19 0-16,-38 0 16,18 0-16,-37 0 15,0 0-15,0 0 16,-19 0-16,19 0 16,-38 0-16,19 0 15,-19 0-15,19 0 16,-19 0-1,37 0 1,-18 0-16,0 0 16,38 0-16,-38 0 15,19 0-15,-19 0 16,0 0-16,-19 0 16,18 0-1,-18 0 16,19 0-31,-19 0 32,0 0-32,0 0 15,19 0-15,19 0 16,0 0-16,0 0 16,-38 0-16,56 19 15,-37-19-15,0 0 16,0 0-16,0 0 15,0 0-15,19 38 16,-19-38-16,0 0 16,0 0-16,-19 0 15,0 0-15,0 0 16,-1 0-16,1 0 16,19 0-16,0 0 15,0 0-15,0 0 16,0 0-16,-19 0 15,38 0-15,-38 0 16,0 0 0,0 0-1,0 0-15</inkml:trace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6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75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7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94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90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48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361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0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51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48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19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C493E-6753-45C6-8E5A-995E4671C80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0705-5220-4C31-BA7F-B36C6C21B6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02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emf"/><Relationship Id="rId26" Type="http://schemas.openxmlformats.org/officeDocument/2006/relationships/image" Target="../media/image13.emf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7.emf"/><Relationship Id="rId42" Type="http://schemas.openxmlformats.org/officeDocument/2006/relationships/image" Target="../media/image21.emf"/><Relationship Id="rId47" Type="http://schemas.openxmlformats.org/officeDocument/2006/relationships/customXml" Target="../ink/ink23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6" Type="http://schemas.openxmlformats.org/officeDocument/2006/relationships/image" Target="../media/image8.emf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11" Type="http://schemas.openxmlformats.org/officeDocument/2006/relationships/customXml" Target="../ink/ink5.xml"/><Relationship Id="rId24" Type="http://schemas.openxmlformats.org/officeDocument/2006/relationships/image" Target="../media/image12.emf"/><Relationship Id="rId32" Type="http://schemas.openxmlformats.org/officeDocument/2006/relationships/image" Target="../media/image16.emf"/><Relationship Id="rId37" Type="http://schemas.openxmlformats.org/officeDocument/2006/relationships/customXml" Target="../ink/ink18.xml"/><Relationship Id="rId40" Type="http://schemas.openxmlformats.org/officeDocument/2006/relationships/image" Target="../media/image20.emf"/><Relationship Id="rId45" Type="http://schemas.openxmlformats.org/officeDocument/2006/relationships/customXml" Target="../ink/ink22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emf"/><Relationship Id="rId36" Type="http://schemas.openxmlformats.org/officeDocument/2006/relationships/image" Target="../media/image18.emf"/><Relationship Id="rId10" Type="http://schemas.openxmlformats.org/officeDocument/2006/relationships/image" Target="../media/image5.emf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2.emf"/><Relationship Id="rId4" Type="http://schemas.openxmlformats.org/officeDocument/2006/relationships/image" Target="../media/image2.emf"/><Relationship Id="rId9" Type="http://schemas.openxmlformats.org/officeDocument/2006/relationships/customXml" Target="../ink/ink4.xml"/><Relationship Id="rId14" Type="http://schemas.openxmlformats.org/officeDocument/2006/relationships/image" Target="../media/image7.emf"/><Relationship Id="rId22" Type="http://schemas.openxmlformats.org/officeDocument/2006/relationships/image" Target="../media/image11.emf"/><Relationship Id="rId27" Type="http://schemas.openxmlformats.org/officeDocument/2006/relationships/customXml" Target="../ink/ink13.xml"/><Relationship Id="rId30" Type="http://schemas.openxmlformats.org/officeDocument/2006/relationships/image" Target="../media/image15.emf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emf"/><Relationship Id="rId8" Type="http://schemas.openxmlformats.org/officeDocument/2006/relationships/image" Target="../media/image4.emf"/><Relationship Id="rId3" Type="http://schemas.openxmlformats.org/officeDocument/2006/relationships/customXml" Target="../ink/ink1.xml"/><Relationship Id="rId12" Type="http://schemas.openxmlformats.org/officeDocument/2006/relationships/image" Target="../media/image6.emf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emf"/><Relationship Id="rId46" Type="http://schemas.openxmlformats.org/officeDocument/2006/relationships/image" Target="../media/image23.emf"/><Relationship Id="rId20" Type="http://schemas.openxmlformats.org/officeDocument/2006/relationships/image" Target="../media/image10.emf"/><Relationship Id="rId41" Type="http://schemas.openxmlformats.org/officeDocument/2006/relationships/customXml" Target="../ink/ink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252" cy="52352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/>
              <p14:cNvContentPartPr/>
              <p14:nvPr/>
            </p14:nvContentPartPr>
            <p14:xfrm>
              <a:off x="3207235" y="334333"/>
              <a:ext cx="2811960" cy="10152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8955" y="326053"/>
                <a:ext cx="28285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/>
              <p14:cNvContentPartPr/>
              <p14:nvPr/>
            </p14:nvContentPartPr>
            <p14:xfrm>
              <a:off x="3350515" y="354853"/>
              <a:ext cx="2941560" cy="396000"/>
            </p14:xfrm>
          </p:contentPart>
        </mc:Choice>
        <mc:Fallback>
          <p:pic>
            <p:nvPicPr>
              <p:cNvPr id="16" name="Ink 1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42235" y="346573"/>
                <a:ext cx="295812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/>
              <p14:cNvContentPartPr/>
              <p14:nvPr/>
            </p14:nvContentPartPr>
            <p14:xfrm>
              <a:off x="6038995" y="423253"/>
              <a:ext cx="205200" cy="360"/>
            </p14:xfrm>
          </p:contentPart>
        </mc:Choice>
        <mc:Fallback>
          <p:pic>
            <p:nvPicPr>
              <p:cNvPr id="18" name="Ink 1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30715" y="414973"/>
                <a:ext cx="22176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1" name="Ink 20"/>
              <p14:cNvContentPartPr/>
              <p14:nvPr/>
            </p14:nvContentPartPr>
            <p14:xfrm>
              <a:off x="88555" y="286453"/>
              <a:ext cx="1153800" cy="13320"/>
            </p14:xfrm>
          </p:contentPart>
        </mc:Choice>
        <mc:Fallback>
          <p:pic>
            <p:nvPicPr>
              <p:cNvPr id="21" name="Ink 2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275" y="278173"/>
                <a:ext cx="117036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" name="Ink 22"/>
              <p14:cNvContentPartPr/>
              <p14:nvPr/>
            </p14:nvContentPartPr>
            <p14:xfrm>
              <a:off x="75235" y="606853"/>
              <a:ext cx="1044360" cy="55440"/>
            </p14:xfrm>
          </p:contentPart>
        </mc:Choice>
        <mc:Fallback>
          <p:pic>
            <p:nvPicPr>
              <p:cNvPr id="23" name="Ink 22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955" y="598573"/>
                <a:ext cx="10609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Ink 25"/>
              <p14:cNvContentPartPr/>
              <p14:nvPr/>
            </p14:nvContentPartPr>
            <p14:xfrm>
              <a:off x="1064515" y="306613"/>
              <a:ext cx="293760" cy="720"/>
            </p14:xfrm>
          </p:contentPart>
        </mc:Choice>
        <mc:Fallback>
          <p:pic>
            <p:nvPicPr>
              <p:cNvPr id="26" name="Ink 25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16635" y="210853"/>
                <a:ext cx="38952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7" name="Ink 26"/>
              <p14:cNvContentPartPr/>
              <p14:nvPr/>
            </p14:nvContentPartPr>
            <p14:xfrm>
              <a:off x="1057675" y="648253"/>
              <a:ext cx="321120" cy="7200"/>
            </p14:xfrm>
          </p:contentPart>
        </mc:Choice>
        <mc:Fallback>
          <p:pic>
            <p:nvPicPr>
              <p:cNvPr id="27" name="Ink 26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09795" y="552133"/>
                <a:ext cx="4168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8" name="Ink 27"/>
              <p14:cNvContentPartPr/>
              <p14:nvPr/>
            </p14:nvContentPartPr>
            <p14:xfrm>
              <a:off x="3207235" y="292933"/>
              <a:ext cx="7200" cy="720"/>
            </p14:xfrm>
          </p:contentPart>
        </mc:Choice>
        <mc:Fallback>
          <p:pic>
            <p:nvPicPr>
              <p:cNvPr id="28" name="Ink 2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59355" y="197173"/>
                <a:ext cx="1029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9" name="Ink 28"/>
              <p14:cNvContentPartPr/>
              <p14:nvPr/>
            </p14:nvContentPartPr>
            <p14:xfrm>
              <a:off x="3200395" y="634573"/>
              <a:ext cx="143640" cy="14040"/>
            </p14:xfrm>
          </p:contentPart>
        </mc:Choice>
        <mc:Fallback>
          <p:pic>
            <p:nvPicPr>
              <p:cNvPr id="29" name="Ink 28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52515" y="538453"/>
                <a:ext cx="2394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1" name="Ink 30"/>
              <p14:cNvContentPartPr/>
              <p14:nvPr/>
            </p14:nvContentPartPr>
            <p14:xfrm>
              <a:off x="3527995" y="532333"/>
              <a:ext cx="2792880" cy="437400"/>
            </p14:xfrm>
          </p:contentPart>
        </mc:Choice>
        <mc:Fallback>
          <p:pic>
            <p:nvPicPr>
              <p:cNvPr id="31" name="Ink 30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516115" y="520453"/>
                <a:ext cx="281664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4" name="Ink 33"/>
              <p14:cNvContentPartPr/>
              <p14:nvPr/>
            </p14:nvContentPartPr>
            <p14:xfrm>
              <a:off x="68395" y="470773"/>
              <a:ext cx="784800" cy="130680"/>
            </p14:xfrm>
          </p:contentPart>
        </mc:Choice>
        <mc:Fallback>
          <p:pic>
            <p:nvPicPr>
              <p:cNvPr id="34" name="Ink 33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6515" y="458893"/>
                <a:ext cx="80856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6" name="Ink 35"/>
              <p14:cNvContentPartPr/>
              <p14:nvPr/>
            </p14:nvContentPartPr>
            <p14:xfrm>
              <a:off x="3193555" y="525493"/>
              <a:ext cx="355320" cy="22320"/>
            </p14:xfrm>
          </p:contentPart>
        </mc:Choice>
        <mc:Fallback>
          <p:pic>
            <p:nvPicPr>
              <p:cNvPr id="36" name="Ink 35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145675" y="429373"/>
                <a:ext cx="4510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8" name="Ink 37"/>
              <p14:cNvContentPartPr/>
              <p14:nvPr/>
            </p14:nvContentPartPr>
            <p14:xfrm>
              <a:off x="1016635" y="525493"/>
              <a:ext cx="232560" cy="19440"/>
            </p14:xfrm>
          </p:contentPart>
        </mc:Choice>
        <mc:Fallback>
          <p:pic>
            <p:nvPicPr>
              <p:cNvPr id="38" name="Ink 37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68755" y="429373"/>
                <a:ext cx="3283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2" name="Ink 41"/>
              <p14:cNvContentPartPr/>
              <p14:nvPr/>
            </p14:nvContentPartPr>
            <p14:xfrm>
              <a:off x="3207235" y="832573"/>
              <a:ext cx="157320" cy="16200"/>
            </p14:xfrm>
          </p:contentPart>
        </mc:Choice>
        <mc:Fallback>
          <p:pic>
            <p:nvPicPr>
              <p:cNvPr id="42" name="Ink 41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59355" y="736453"/>
                <a:ext cx="2530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4" name="Ink 43"/>
              <p14:cNvContentPartPr/>
              <p14:nvPr/>
            </p14:nvContentPartPr>
            <p14:xfrm>
              <a:off x="115915" y="797293"/>
              <a:ext cx="614160" cy="23040"/>
            </p14:xfrm>
          </p:contentPart>
        </mc:Choice>
        <mc:Fallback>
          <p:pic>
            <p:nvPicPr>
              <p:cNvPr id="44" name="Ink 43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8035" y="701173"/>
                <a:ext cx="7102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5" name="Ink 44"/>
              <p14:cNvContentPartPr/>
              <p14:nvPr/>
            </p14:nvContentPartPr>
            <p14:xfrm>
              <a:off x="1016635" y="791173"/>
              <a:ext cx="341640" cy="15840"/>
            </p14:xfrm>
          </p:contentPart>
        </mc:Choice>
        <mc:Fallback>
          <p:pic>
            <p:nvPicPr>
              <p:cNvPr id="45" name="Ink 44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68755" y="695053"/>
                <a:ext cx="4374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8" name="Ink 47"/>
              <p14:cNvContentPartPr/>
              <p14:nvPr/>
            </p14:nvContentPartPr>
            <p14:xfrm>
              <a:off x="3432235" y="886933"/>
              <a:ext cx="3125880" cy="525960"/>
            </p14:xfrm>
          </p:contentPart>
        </mc:Choice>
        <mc:Fallback>
          <p:pic>
            <p:nvPicPr>
              <p:cNvPr id="48" name="Ink 47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420355" y="875053"/>
                <a:ext cx="314964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9" name="Ink 48"/>
              <p14:cNvContentPartPr/>
              <p14:nvPr/>
            </p14:nvContentPartPr>
            <p14:xfrm>
              <a:off x="6503035" y="1317133"/>
              <a:ext cx="164160" cy="172080"/>
            </p14:xfrm>
          </p:contentPart>
        </mc:Choice>
        <mc:Fallback>
          <p:pic>
            <p:nvPicPr>
              <p:cNvPr id="49" name="Ink 48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491155" y="1305253"/>
                <a:ext cx="1879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55" name="Ink 54"/>
              <p14:cNvContentPartPr/>
              <p14:nvPr/>
            </p14:nvContentPartPr>
            <p14:xfrm>
              <a:off x="3732835" y="3126493"/>
              <a:ext cx="2252160" cy="115200"/>
            </p14:xfrm>
          </p:contentPart>
        </mc:Choice>
        <mc:Fallback>
          <p:pic>
            <p:nvPicPr>
              <p:cNvPr id="55" name="Ink 54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20955" y="3114613"/>
                <a:ext cx="22759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56" name="Ink 55"/>
              <p14:cNvContentPartPr/>
              <p14:nvPr/>
            </p14:nvContentPartPr>
            <p14:xfrm>
              <a:off x="5861875" y="3159613"/>
              <a:ext cx="177480" cy="157320"/>
            </p14:xfrm>
          </p:contentPart>
        </mc:Choice>
        <mc:Fallback>
          <p:pic>
            <p:nvPicPr>
              <p:cNvPr id="56" name="Ink 55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849995" y="3147733"/>
                <a:ext cx="2012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58" name="Ink 57"/>
              <p14:cNvContentPartPr/>
              <p14:nvPr/>
            </p14:nvContentPartPr>
            <p14:xfrm>
              <a:off x="3084475" y="3268693"/>
              <a:ext cx="511920" cy="38520"/>
            </p14:xfrm>
          </p:contentPart>
        </mc:Choice>
        <mc:Fallback>
          <p:pic>
            <p:nvPicPr>
              <p:cNvPr id="58" name="Ink 57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072595" y="3256813"/>
                <a:ext cx="5356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60" name="Ink 59"/>
              <p14:cNvContentPartPr/>
              <p14:nvPr/>
            </p14:nvContentPartPr>
            <p14:xfrm>
              <a:off x="109075" y="3116773"/>
              <a:ext cx="1359720" cy="164520"/>
            </p14:xfrm>
          </p:contentPart>
        </mc:Choice>
        <mc:Fallback>
          <p:pic>
            <p:nvPicPr>
              <p:cNvPr id="60" name="Ink 59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7195" y="3104893"/>
                <a:ext cx="13834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62" name="Ink 61"/>
              <p14:cNvContentPartPr/>
              <p14:nvPr/>
            </p14:nvContentPartPr>
            <p14:xfrm>
              <a:off x="1453315" y="3233053"/>
              <a:ext cx="1351800" cy="34200"/>
            </p14:xfrm>
          </p:contentPart>
        </mc:Choice>
        <mc:Fallback>
          <p:pic>
            <p:nvPicPr>
              <p:cNvPr id="62" name="Ink 61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441435" y="3221173"/>
                <a:ext cx="1375560" cy="5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639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John[Nguyen Quang Anh]</dc:creator>
  <cp:lastModifiedBy>John[Nguyen Quang Anh]</cp:lastModifiedBy>
  <cp:revision>1</cp:revision>
  <dcterms:created xsi:type="dcterms:W3CDTF">2026-05-13T03:23:06Z</dcterms:created>
  <dcterms:modified xsi:type="dcterms:W3CDTF">2026-05-13T04:06:36Z</dcterms:modified>
</cp:coreProperties>
</file>