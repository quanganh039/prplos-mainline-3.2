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6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0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0 24575,'1'1'0,"0"-1"0,-1 0 0,1 1 0,0-1 0,-1 1 0,1-1 0,0 1 0,-1 0 0,1-1 0,-1 1 0,1 0 0,-1-1 0,1 1 0,-1 0 0,0-1 0,1 1 0,-1 0 0,0 0 0,0 0 0,0-1 0,1 1 0,-1 0 0,0 0 0,0 0 0,0-1 0,0 3 0,0 1 0,12 90 0,-5 1 0,-6 134 0,-3-114 0,-17 123 0,8-150 0,-5 4-1365,12-64-5461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2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24575,'53'0'0,"-9"-1"0,0 2 0,67 9 0,-96-7 0,-1 1 0,0 0 0,0 0 0,0 1 0,0 1 0,-1 1 0,0 0 0,0 0 0,-1 1 0,0 1 0,17 15 0,-22-16 0,0 0 0,-1 0 0,0 0 0,0 1 0,-1 0 0,0 0 0,0 0 0,-1 1 0,0-1 0,-1 1 0,0 0 0,-1 0 0,2 15 0,-3-20 0,-1-1 0,1 0 0,-1 0 0,0 0 0,-1 1 0,1-1 0,-1 0 0,0 0 0,1 0 0,-2 0 0,1 0 0,-1 0 0,1 0 0,-1 0 0,0-1 0,0 1 0,-1 0 0,1-1 0,-1 0 0,1 0 0,-1 1 0,0-2 0,-1 1 0,1 0 0,0-1 0,-1 1 0,1-1 0,-1 0 0,0 0 0,0 0 0,0-1 0,0 0 0,0 1 0,0-1 0,-5 0 0,-215 45 0,151-39 0,43-4 0,27-2 0,13 0 0,82 11 0,123 32 0,-197-40 0,1 1 0,-1 0 0,0 2 0,-1 0 0,1 1 0,-2 1 0,1 0 0,-1 1 0,0 1 0,-1 0 0,-1 1 0,0 1 0,0 1 0,-1 0 0,-1 0 0,0 1 0,12 22 0,-22-34 0,-1 0 0,0 0 0,1 0 0,-1 0 0,-1 0 0,1 1 0,0-1 0,-1 0 0,0 1 0,1-1 0,-1 0 0,-1 1 0,1-1 0,0 0 0,-1 1 0,0-1 0,1 0 0,-1 0 0,-1 0 0,1 1 0,0-1 0,-1 0 0,1-1 0,-1 1 0,0 0 0,0 0 0,0-1 0,-1 1 0,1-1 0,-4 3 0,-8 8 0,-2-2 0,1 0 0,-1 0 0,-21 9 0,13-7 0,-7 4 0,-1-2 0,0-2 0,-1 0 0,-38 7 0,-139 24 0,192-41 0,-48 6-1365,39-7-5461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4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24575,'1'21'0,"1"-1"0,7 26 0,1 22 0,-1 74 0,-13 185 0,0-294 0,-15 62 0,-1 0 0,20-94 0,-1 1 0,1-1 0,0 1 0,-1-1 0,1 1 0,0-1 0,0 1 0,0 0 0,1-1 0,-1 1 0,0-1 0,0 1 0,1-1 0,-1 1 0,1-1 0,-1 1 0,1-1 0,0 1 0,0-1 0,0 0 0,0 1 0,-1-1 0,2 0 0,-1 0 0,0 0 0,0 1 0,0-1 0,0 0 0,1-1 0,-1 1 0,0 0 0,1 0 0,-1-1 0,1 1 0,-1 0 0,1-1 0,-1 0 0,1 1 0,-1-1 0,1 0 0,2 0 0,8 1 0,-1-2 0,1 0 0,0 0 0,21-6 0,2 1 0,196 1-91,-157 6-1183,-50-1-5552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5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1 623 24575,'1'0'0,"0"-1"0,0 1 0,1-1 0,-1 0 0,0 1 0,0-1 0,0 0 0,0 0 0,0 1 0,0-1 0,0 0 0,0 0 0,0 0 0,0 0 0,0 0 0,0-1 0,-1 1 0,1 0 0,-1 0 0,1 0 0,-1-1 0,1 0 0,12-35 0,-12 31 0,25-101 0,-20 77 0,1-1 0,1 1 0,2 1 0,1 0 0,16-30 0,-12 33 0,1 0 0,1 2 0,1 0 0,41-41 0,-2-8 0,-57 72 0,0 1 0,0 0 0,1 0 0,-1-1 0,0 1 0,0 0 0,0 0 0,0-1 0,1 1 0,-1 0 0,0 0 0,0 0 0,1-1 0,-1 1 0,0 0 0,0 0 0,1 0 0,-1 0 0,0 0 0,0-1 0,1 1 0,-1 0 0,0 0 0,1 0 0,-1 0 0,0 0 0,1 0 0,-1 0 0,0 0 0,0 0 0,1 0 0,-1 0 0,0 0 0,1 0 0,-1 1 0,0-1 0,0 0 0,1 0 0,-1 0 0,0 0 0,0 0 0,1 1 0,-1-1 0,0 0 0,0 0 0,1 0 0,-1 1 0,0-1 0,0 0 0,0 0 0,0 1 0,1-1 0,-1 0 0,0 0 0,0 1 0,0-1 0,0 0 0,0 1 0,0-1 0,0 0 0,0 1 0,0-1 0,0 0 0,0 0 0,0 1 0,4 24 0,-4-23 0,2 96 0,-17 160 0,0-38 0,13-173-227,-2-1-1,-1 1 1,-3-1-1,-1 0 1,-30 82-1,32-110-6598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6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24575,'9'0'0,"13"0"0,7 0 0,3 0 0,1 0 0,-1 0 0,0 0 0,-2 0 0,-1 0 0,-1 0 0,-1 0 0,0 0 0,1 0 0,-1 0 0,0 0 0,-14 0 0,-14 0 0,-6 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7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24575,'68'-11'0,"-14"1"0,331 2 0,-242 10 0,-109 0 0,-1 2 0,1 2 0,-1 0 0,-1 3 0,56 21 0,-62-21 0,28 4-1365,-31-10-5461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08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24575,'12'1'0,"-1"0"0,0 1 0,0 0 0,0 1 0,-1 0 0,1 0 0,0 2 0,-1-1 0,0 1 0,0 0 0,14 11 0,12 11 0,52 51 0,-29-25 0,-57-51 0,3 1 0,-1 1 0,1 0 0,-1 0 0,0 0 0,0 1 0,-1-1 0,4 6 0,-7-8 0,1-1 0,-1 0 0,1 1 0,-1-1 0,0 1 0,1-1 0,-1 1 0,0-1 0,0 1 0,0 0 0,-1-1 0,1 1 0,0-1 0,0 1 0,-1-1 0,1 0 0,-1 1 0,1-1 0,-1 1 0,0-1 0,1 0 0,-1 1 0,0-1 0,0 0 0,0 0 0,0 0 0,0 0 0,0 1 0,-1-2 0,1 1 0,-3 2 0,-11 8 0,0 0 0,-1-1 0,-1-1 0,0 0 0,0-1 0,-32 9 0,-114 22 0,137-32-1365,4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1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24575,'2'28'0,"1"-1"0,1 0 0,15 52 0,-11-50 0,-1 1 0,6 59 0,0 65 0,2 36 0,-16 33-1365,1-200-5461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3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24575,'17'-1'0,"0"-1"0,29-6 0,16-3 0,-52 10 0,49-4 0,0 2 0,78 5 0,-120 0 0,-1 0 0,0 0 0,1 2 0,-1 0 0,0 1 0,0 0 0,-1 2 0,0-1 0,0 2 0,0 0 0,-1 1 0,-1 0 0,16 14 0,-26-20 0,1 0 0,-1 0 0,0 0 0,0 1 0,-1-1 0,1 1 0,-1 0 0,1 0 0,-1 0 0,0 0 0,-1 0 0,1 0 0,-1 0 0,0 1 0,0-1 0,0 1 0,0-1 0,-1 0 0,0 9 0,-1-6 0,-1-1 0,1 1 0,-1-1 0,-1 0 0,1 1 0,-1-1 0,0 0 0,-1-1 0,1 1 0,-1 0 0,-9 8 0,-6 6 0,-1-2 0,-1 0 0,0-1 0,-2-2 0,-30 18 0,10-13 0,0-2 0,-1-1 0,-1-2 0,0-3 0,-1-1 0,-85 8 0,237-21 0,35-1 0,211 23 0,-338-18 0,0 2 0,0-1 0,-1 2 0,1 0 0,-1 0 0,18 11 0,72 52 0,-44-27 0,-55-39 0,5 4 0,0 0 0,0 0 0,-1 1 0,1 0 0,7 10 0,-14-16 0,-1 0 0,0 1 0,0-1 0,0 1 0,0-1 0,-1 1 0,1-1 0,0 1 0,-1-1 0,1 1 0,-1 0 0,1-1 0,-1 1 0,0 0 0,1-1 0,-1 1 0,0 0 0,0-1 0,-1 1 0,1 0 0,0-1 0,0 1 0,-1 0 0,1-1 0,-1 1 0,1 0 0,-1-1 0,0 1 0,0-1 0,0 1 0,0-1 0,0 0 0,0 1 0,0-1 0,0 0 0,0 0 0,-1 0 0,1 1 0,0-1 0,-1-1 0,-1 2 0,-7 5 0,1-2 0,-1 1 0,0-1 0,-1-1 0,0 0 0,1 0 0,-1-1 0,-19 3 0,-99 4 0,14-1 0,-173 59 0,237-58 0,19-4 0,-1 0 0,-53 1 0,73-7-170,1 1-1,-1 0 0,0 2 1,1-1-1,0 1 0,0 1 1,-15 6-1,7 0-6655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4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24575,'10'38'0,"-3"0"0,0 0 0,1 65 0,-3-28 0,14 572 0,-21-626 0,0 0 0,-7 30 0,5-27 0,4-24 0,0 0 0,-1 1 0,1-1 0,0 0 0,0 1 0,0-1 0,0 0 0,0 0 0,0 1 0,0-1 0,0 0 0,0 1 0,0-1 0,0 0 0,0 0 0,0 1 0,0-1 0,0 0 0,0 0 0,0 1 0,1-1 0,-1 0 0,0 0 0,0 1 0,0-1 0,0 0 0,0 0 0,1 1 0,-1-1 0,0 0 0,0 0 0,0 0 0,1 1 0,-1-1 0,0 0 0,0 0 0,1 0 0,-1 0 0,0 0 0,0 0 0,1 1 0,-1-1 0,1 0 0,15-6 0,20-17 0,-35 22 0,35-25 0,69-39 0,-89 57 0,1 1 0,-1 0 0,1 2 0,0 0 0,1 1 0,-1 0 0,28-1 0,149 4-1365,-154 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6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24575,'24'-1'0,"4"1"0,-1 0 0,1 1 0,0 2 0,45 10 0,-66-11 0,1 1 0,0 0 0,-1 0 0,0 1 0,0 0 0,0 0 0,0 1 0,0-1 0,-1 1 0,0 1 0,0-1 0,-1 1 0,1 0 0,-1 1 0,0-1 0,-1 1 0,0 0 0,0 0 0,0 1 0,4 11 0,-4-9 0,-1 0 0,0 1 0,0-1 0,-1 0 0,0 1 0,-1-1 0,0 1 0,0 0 0,-1-1 0,-1 1 0,0 0 0,0-1 0,-1 1 0,-1-1 0,1 0 0,-2 1 0,1-1 0,-2-1 0,1 1 0,-1-1 0,0 1 0,-1-1 0,0-1 0,-1 1 0,-13 13 0,-5 4 0,-54 45 0,78-71 0,0 0 0,0 1 0,1-1 0,-1 1 0,0-1 0,0 1 0,1 0 0,-1-1 0,0 1 0,1 0 0,-1 0 0,0-1 0,1 1 0,-1 0 0,1 0 0,-1 0 0,1 0 0,0 0 0,-1 0 0,1-1 0,0 1 0,0 0 0,0 0 0,0 2 0,0-2 0,1 0 0,-1 0 0,1 0 0,0 0 0,-1 0 0,1-1 0,0 1 0,0 0 0,0-1 0,0 1 0,0 0 0,0-1 0,0 1 0,0-1 0,0 1 0,0-1 0,0 0 0,2 1 0,70 10 0,-48-8 0,185 43 0,24 6 0,-230-52-80,-1 0 0,1 1-1,-1-1 1,0 1 0,0 0-1,1 0 1,-1 0 0,0 0-1,0 1 1,0 0 0,0-1 0,0 1-1,0 0 1,-1 0 0,1 0-1,2 4 1,4 12-6746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6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24575,'10'0'0,"11"0"0,13 0 0,13 0 0,23 0 0,17 0 0,9 0 0,1 0 0,-6 0 0,-5 0 0,-13 0 0,-8 0 0,-12 0 0,-5 0 0,3 0 0,-2 0 0,-5 0 0,-10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7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24575,'26'0'0,"0"0"0,0 2 0,43 8 0,-59-7 0,0 1 0,0-1 0,0 1 0,0 1 0,-1 0 0,0 0 0,0 1 0,0 0 0,-1 1 0,0 0 0,13 13 0,-4 1 0,0 1 0,-2 1 0,-1 0 0,17 38 0,-29-57 0,0 0 0,0 0 0,-1 0 0,0 0 0,1 0 0,-1 0 0,-1 1 0,1-1 0,-1 0 0,0 1 0,0-1 0,0 0 0,0 1 0,-1-1 0,1 0 0,-1 1 0,-3 5 0,2-4 0,-1 0 0,-1 0 0,1-1 0,-1 1 0,0-1 0,0 0 0,-1 0 0,0 0 0,1 0 0,-9 5 0,-7 3 0,0-1 0,-1 0 0,-1-1 0,0-2 0,-26 9 0,25-9-1365,4 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18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1 24575,'2'263'0,"-5"290"0,0-447 0,-32 200 0,13-233-1365,13-49-5461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20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24575,'0'-1'0,"1"0"0,-1 0 0,1-1 0,-1 1 0,1 0 0,0 0 0,0 0 0,-1 0 0,1 0 0,0 0 0,0 0 0,0 0 0,0 0 0,0 0 0,0 0 0,1 1 0,-1-1 0,0 0 0,0 1 0,1-1 0,-1 1 0,0-1 0,0 1 0,1 0 0,-1 0 0,0-1 0,3 1 0,44-5 0,-42 5 0,18-1 0,0 1 0,0 1 0,0 1 0,-1 1 0,40 10 0,-48-8 0,0 0 0,-1 1 0,0 0 0,0 1 0,0 1 0,-1 0 0,0 1 0,0 0 0,19 20 0,-28-25 0,-1-1 0,1 1 0,-1 0 0,0 0 0,0 0 0,0 1 0,-1-1 0,1 1 0,-1-1 0,0 1 0,0 0 0,-1 0 0,0 0 0,1 0 0,-2 0 0,1 0 0,-1 0 0,1 0 0,-2 11 0,0-11 0,-1 1 0,0 0 0,0-1 0,0 1 0,-1-1 0,1 0 0,-1 0 0,0 0 0,-1 0 0,1-1 0,-1 1 0,0-1 0,0 0 0,-1 0 0,1 0 0,-1 0 0,-6 3 0,-20 10 0,0 0 0,-1-2 0,-42 13 0,32-12 0,-45 23 0,85-39 0,1 1 0,-1 0 0,1 0 0,-1-1 0,1 1 0,0 0 0,-1 0 0,1 1 0,0-1 0,0 0 0,0 0 0,0 0 0,0 1 0,0-1 0,0 1 0,0-1 0,0 0 0,1 1 0,-1-1 0,1 1 0,-1 0 0,1-1 0,-1 1 0,1 2 0,0-1 0,1-1 0,-1 1 0,1-1 0,0 1 0,0-1 0,0 1 0,0-1 0,0 1 0,1-1 0,-1 0 0,1 0 0,-1 1 0,4 2 0,7 6 0,1 0 0,0 0 0,25 15 0,-38-26 0,305 181 0,-298-177 0,0 1 0,0 0 0,0 0 0,-1 1 0,0 0 0,0 0 0,-1 0 0,1 1 0,-2 0 0,1 0 0,-1 0 0,0 0 0,6 16 0,-9-18 0,1 1 0,-2-1 0,1 1 0,0 0 0,-1-1 0,0 1 0,-1-1 0,1 1 0,-1-1 0,0 1 0,0-1 0,-1 1 0,0-1 0,1 0 0,-2 0 0,1 0 0,-1 0 0,0 0 0,0 0 0,0-1 0,-6 7 0,2-4 0,0 0 0,-1 0 0,-1 0 0,1-1 0,-1 0 0,0 0 0,0-1 0,-20 8 0,-85 23 0,90-30 0,-3 1-273,1-2 0,-1 0 0,0-2 0,-29-1 0,33-2-6553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20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24575,'-1'1'0,"-1"-1"0,0 0 0,1 0 0,-1 1 0,1 0 0,-1-1 0,1 1 0,-1 0 0,1-1 0,-1 1 0,1 0 0,-1 0 0,1 0 0,0 0 0,0 0 0,-1 1 0,1-1 0,0 0 0,0 1 0,0-1 0,1 0 0,-1 1 0,0-1 0,0 1 0,1-1 0,-1 1 0,0 3 0,-9 52 0,9-47 0,-12 162 0,13 210 0,4-169 0,-4-182-78,1-18-136,0 0-1,-2 0 1,1-1-1,-2 1 0,-2 13 1,-2-10-6612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21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24575,'9'0'0,"13"0"0,7 0 0,7 0 0,13 0 0,1 0 0,7 0 0,-1 0 0,-2 0 0,4 0 0,-2 0 0,-3 0 0,-5 0 0,-6 0 0,-10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23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24575,'19'0'0,"0"1"0,0 1 0,0 1 0,0 0 0,0 1 0,-1 1 0,1 1 0,-1 1 0,-1 0 0,1 2 0,-2 0 0,1 0 0,-1 2 0,23 18 0,-35-25 0,-1 0 0,1 1 0,-1 0 0,0-1 0,0 1 0,0 0 0,-1 1 0,0-1 0,0 0 0,0 1 0,0-1 0,-1 1 0,0-1 0,0 1 0,-1-1 0,0 1 0,0 0 0,0 0 0,0-1 0,-1 1 0,0-1 0,0 1 0,-1 0 0,1-1 0,-4 7 0,-6 13 0,0 0 0,-1-1 0,-32 43 0,39-58 0,-2 1 0,0-1 0,0 1 0,-1-1 0,0-1 0,0 0 0,-1 0 0,0 0 0,-1-1 0,1-1 0,-1 0 0,-1 0 0,1-1 0,-1 0 0,0 0 0,0-2 0,-22 6 0,31-9 0,1 0 0,-1 0 0,1 1 0,0-1 0,-1 0 0,1 1 0,-1-1 0,1 1 0,0-1 0,0 1 0,-1 0 0,1-1 0,0 1 0,0 0 0,0 0 0,0 0 0,0 0 0,0 0 0,-2 2 0,3-2 0,0 0 0,1-1 0,-1 1 0,0 0 0,0 0 0,0-1 0,0 1 0,1 0 0,-1 0 0,0-1 0,1 1 0,-1 0 0,0-1 0,1 1 0,-1 0 0,1-1 0,-1 1 0,1-1 0,-1 1 0,1-1 0,0 1 0,-1-1 0,1 1 0,1 0 0,52 26 0,-26-17 0,-3-1 0,0 0 0,-1 2 0,35 21 0,-53-28 0,0 0 0,-1 0 0,0 0 0,0 1 0,0 0 0,0 0 0,-1 0 0,0 0 0,0 1 0,0 0 0,-1-1 0,1 1 0,-1 1 0,-1-1 0,1 0 0,-1 1 0,0-1 0,-1 1 0,1 7 0,0-4 0,-1 1 0,-1 0 0,0-1 0,0 1 0,-1-1 0,-3 12 0,4-19 0,-1 0 0,-1-1 0,1 1 0,0 0 0,-1 0 0,1 0 0,-1-1 0,0 1 0,0-1 0,0 1 0,0-1 0,-1 0 0,1 0 0,-1 0 0,1 0 0,-1 0 0,1-1 0,-1 1 0,0-1 0,0 0 0,0 1 0,0-1 0,-6 1 0,-43 8-243,0-2 0,0-3 0,0-2-1,-59-3 1,105 0 94,-18-1-6677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24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1 589 24575,'1'-17'0,"0"0"0,2 0 0,0 1 0,1-1 0,0 0 0,1 1 0,11-23 0,65-109 0,-35 68 0,62-106 0,-107 185 0,-1 0 0,1-1 0,-1 1 0,1 0 0,0 0 0,-1 0 0,1 0 0,0 0 0,0 0 0,0 0 0,0 0 0,0 0 0,0 0 0,0 1 0,0-1 0,0 0 0,0 1 0,2-2 0,-3 3 0,1-1 0,0 0 0,-1 1 0,1-1 0,-1 0 0,1 1 0,-1-1 0,1 0 0,-1 1 0,0-1 0,1 1 0,-1-1 0,1 1 0,-1-1 0,0 1 0,0 0 0,1-1 0,-1 1 0,0-1 0,0 1 0,0 0 0,1-1 0,-1 1 0,0-1 0,0 2 0,3 61 0,-3-51 0,1 64 0,-4 0 0,-3-1 0,-20 92 0,17-111-341,1 1 0,3-1-1,3 76 1,3-110-6485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33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24575,'605'0'0,"-567"2"0,58 10 0,18 2 0,142-15 0,47 3 0,-226 10 0,12 1 0,570 10 0,-38-28 0,81-13 0,-687 18 0,12-1 0,-1-2 0,36-7 0,-36 5 0,1 1 0,27 0 0,379 5 0,-429-1 0,0 0 0,1 0 0,-1 0 0,0 0 0,0 1 0,0-1 0,0 1 0,0 0 0,0 1 0,0-1 0,0 1 0,-1-1 0,1 1 0,0 0 0,6 5 0,-8-3 0,1-1 0,-1 1 0,0-1 0,0 1 0,0 0 0,0 0 0,-1 0 0,1 0 0,-1 0 0,0 0 0,0 1 0,-1-1 0,1 0 0,-1 0 0,0 7 0,0-10-8,2 38-331,-2 1-1,-1 0 1,-11 68 0,6-86-6487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37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24575,'3'1'0,"0"-1"0,0 1 0,1 0 0,-1 1 0,0-1 0,0 0 0,0 1 0,0 0 0,0 0 0,0 0 0,-1 0 0,1 0 0,-1 0 0,1 1 0,-1-1 0,0 1 0,0-1 0,0 1 0,0 0 0,0 0 0,-1 0 0,1 0 0,-1 0 0,0 1 0,0-1 0,1 4 0,3 9 0,-1 0 0,-1 0 0,0 0 0,1 18 0,-3 81 0,-2-103 0,0 0 0,-1 0 0,-1-1 0,0 1 0,0 0 0,-1-1 0,-8 16 0,11-26 0,0 0 0,1 0 0,-1 0 0,0 0 0,1 0 0,-1 0 0,1 0 0,-1 0 0,1 1 0,-1-1 0,1 0 0,0 0 0,-1 0 0,1 1 0,0-1 0,0 0 0,0 0 0,0 0 0,0 1 0,0-1 0,0 0 0,0 0 0,1 1 0,-1-1 0,0 0 0,1 0 0,-1 0 0,1 0 0,0 0 0,-1 0 0,1 0 0,0 0 0,-1 0 0,1 0 0,0 0 0,1 1 0,3 0 0,0 0 0,0 0 0,0-1 0,0 1 0,0-1 0,0-1 0,0 1 0,6-1 0,356 2 0,-175-5 0,865 3 0,-1021 2 0,60 10 0,-58-6 0,46 2 0,-16-7 0,1 0 0,106 14 0,-12 4 0,215-1 0,-249-15 0,39 9 0,37 1 0,667-14 0,-857 1 0,0-1 0,1-1 0,-1 0 0,0-1 0,22-7 0,-34 9 0,0 0 0,0-1 0,0 1 0,0-1 0,0 1 0,0-1 0,0 0 0,-1 0 0,1 0 0,-1-1 0,1 1 0,-1 0 0,3-6 0,-4 6 0,0 0 0,0 0 0,-1 0 0,1 0 0,-1 0 0,0-1 0,1 1 0,-1 0 0,0 0 0,0 0 0,-1 0 0,1-1 0,0 1 0,-1 0 0,1 0 0,-1 0 0,0 0 0,0 0 0,0 0 0,0 0 0,0 0 0,0 0 0,-2-2 0,-15-20 0,-1 0 0,-43-40 0,34 37 0,14 14-1365,1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4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1421 24575,'61'0'0,"130"1"0,308-38 0,314-69 0,105 58 0,330 3 0,-613 33 0,151-13 0,-248-11 0,-266 22 0,-106 4 0,563-61 0,439-83 0,-744 125 0,231-22 0,-390 28 0,80-11 0,41-22 0,539-70 0,-321 74 0,178-21 0,-546 26 0,-56 9 0,600-60 0,-507 68 0,53-25 0,74 1 0,-171 11 0,-197 37 55,41-14 0,-45 12-792,56-10-1,-62 16-6088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0:42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24575,'115'-3'0,"125"6"0,-235-2 0,0-1 0,0 1 0,0-1 0,0 1 0,0 1 0,-1-1 0,1 1 0,0 0 0,-1 0 0,0 0 0,1 0 0,-1 1 0,0 0 0,0 0 0,0 0 0,-1 0 0,1 1 0,-1-1 0,4 6 0,-4-3 0,0 0 0,0 0 0,-1 0 0,0 0 0,0 1 0,0-1 0,-1 1 0,0-1 0,-1 1 0,1 0 0,-1-1 0,0 1 0,-2 11 0,-3 6 0,0 0 0,-2 0 0,-1-1 0,0 0 0,-22 39 0,-7 21 0,18-41-1365,11-25-5461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04.89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58,'1038'-36,"-124"14,-596 26,2459-5,-2522 15,-9 0,110 2,-132-3,118 12,82 3,-113-14,24-1,-88 1,12 1,-154-15,364 15,154-2,-383-16,-37 1,209-31,224-40,11 23,-630 49,135-6,591-18,204 25,-918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09.502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1 184,'29'-2,"1"-2,0-1,-1-2,0 0,-1-2,29-13,62-17,-15 15,195-18,114 21,-372 19,722 27,-2 59,-624-67,36 3,513 84,-346-20,-239-62,-35-6,1-3,114 7,-158-20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10.017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3147 247,'-192'-9,"-278"-49,-1-1,442 57,-766-67,259 45,99 10,242 2,174 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17.7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22,'273'-12,"98"2,460 101,118 5,-458-94,-235-5,-230 4,-1-1,1-2,0-1,0 0,-1-2,0-1,0-1,0-2,36-17,-44 17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20.05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1,'212'0,"723"8,-3 55,67 46,-378-95,-380-17,1275 3,-1128 14,-81-1,-126 1,-3 0,-159-15,1-1,-1-1,1-1,-1 0,0-2,-1 0,1-1,33-19,34-11,-62 28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16:24:29.0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 0,'8057'-28'0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39.29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0,'30'2,"45"7,5 1,341-3,-287-8,-111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39.91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4:45.5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1 220,'10'-1,"0"0,-1 0,1-1,0-1,13-4,20-6,726-113,-59 62,-633 63,-1 2,115 19,4 8,-127-16,78 23,-120-28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5:04.83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12,'5'0,"1"-5,0-1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6:25:05.43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7:58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24575,'0'0'0,"1835"-267"-8191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1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1 180 24575,'1414'-180'-8191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2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24575,'1108'-119'-8191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4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24575,'1500'-119'-8191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6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24575,'1004'-69'-8191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7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24575,'626'4'-8191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09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24575,'533'-33'-8191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24575,'392'-8'-8191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2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 24575,'-105'133'-8191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38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24575,'0'0'0,"2256"89"-8191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41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24575,'784'-86'-8191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43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24575,'853'-80'-8191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45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0 127 24575,'868'-126'-8191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46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 24575,'568'-46'-8191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7:52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F8A681C3-A566-42D4-B199-3B753F8E2EDB}" emma:medium="tactile" emma:mode="ink">
          <msink:context xmlns:msink="http://schemas.microsoft.com/ink/2010/main" type="inkDrawing" rotatedBoundingBox="11302,3851 13140,3639 13141,3653 11303,3865" shapeName="Other"/>
        </emma:interpretation>
      </emma:emma>
    </inkml:annotationXML>
    <inkml:trace contextRef="#ctx0" brushRef="#br0">1 213 24575,'0'0'0,"1838"-212"-8191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7:49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107AEAD3-52D7-48DA-977E-578289707DA8}" emma:medium="tactile" emma:mode="ink">
          <msink:context xmlns:msink="http://schemas.microsoft.com/ink/2010/main" type="inkDrawing" rotatedBoundingBox="11090,3937 11406,3933 11406,3947 11090,3951" shapeName="Other"/>
        </emma:interpretation>
      </emma:emma>
    </inkml:annotationXML>
    <inkml:trace contextRef="#ctx0" brushRef="#br0">1 4 24575,'316'-4'-8191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FEF998BF-42B7-4E42-BD45-1BB5B968AEF0}" emma:medium="tactile" emma:mode="ink">
          <msink:context xmlns:msink="http://schemas.microsoft.com/ink/2010/main" type="inkDrawing" rotatedBoundingBox="23430,3936 23445,3936 23445,3951 23430,3951" shapeName="Other"/>
        </emma:interpretation>
      </emma:emma>
    </inkml:annotationXML>
    <inkml:trace contextRef="#ctx0" brushRef="#br0">1 1 24575,'0'0'-8191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3ED756FB-F09A-4A59-B419-780BDFEADF42}" emma:medium="tactile" emma:mode="ink">
          <msink:context xmlns:msink="http://schemas.microsoft.com/ink/2010/main" type="inkDrawing" rotatedBoundingBox="25251,4507 25266,4507 25266,4522 25251,4522" shapeName="Other"/>
        </emma:interpretation>
      </emma:emma>
    </inkml:annotationXML>
    <inkml:trace contextRef="#ctx0" brushRef="#br0">1 1 24575,'0'0'-8191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38:43.62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2C5AC7E-E8B8-4C0F-92EB-24D4D252B05D}" emma:medium="tactile" emma:mode="ink">
          <msink:context xmlns:msink="http://schemas.microsoft.com/ink/2010/main" type="inkDrawing" rotatedBoundingBox="7082,7706 21942,7484 21955,8371 7095,8592" shapeName="Other"/>
        </emma:interpretation>
      </emma:emma>
    </inkml:annotationXML>
    <inkml:trace contextRef="#ctx0" brushRef="#br0">0 207 0,'0'-17'78,"35"17"-63,0 0-15,16 0 16,18 0-16,1 17 16,51-17-1,34 17-15,-17 1 16,35 16-16,34-17 0,-17 18 15,35 0 1,17-18-16,-17 35 16,34-18-16,-35-16 15,18 16-15,-69-34 16,34 0-16,-51 35 16,-18-18-16,0 0 15,-51 1-15,86 33 16,-52-51-16,0 18 15,17-1-15,0 0 16,-17 18-16,17-18 16,-17 0-16,52 1 15,-18-18-15,1 34 16,-35-17-16,69 1 16,-35-1-16,18 18 15,-34-35-15,51 17 16,-35-17-16,35 0 15,-17 0-15,34 0 16,1 0-16,-1 0 16,18 0-16,-35 0 15,17 0 1,-17 0-16,0 0 0,18 0 16,-18 0-1,0 0-15,-35 0 16,35 0-16,-34 0 15,-1 0-15,18 0 16,0-17-16,0-1 16,17 1-16,-18-18 15,19 18-15,-1-35 16,-52 0-16,35 35 16,-18 0-16,1-35 15,-18 35-15,35-52 16,-1 69-16,19-52 15,50 17-15,-68 18 16,17 0-16,0-1 16,0-33-16,-34 33 15,34 1-15,-34-35 16,16 35-16,-33 0 16,16-1-16,1-16 15,-35 17-15,-52-1 16,-18 18-16,1-34 15,-17 34-15,-1-18 16,-16 18-16,16 0 16,18-17-16,-17 17 15,-18-34 1,35 34-16,0-18 16,-18 1-16,1 0 15,-18 17 16,0 0-15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38:56.34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5FF64BC-41E8-4D48-BE74-80D9E155A859}" emma:medium="tactile" emma:mode="ink">
          <msink:context xmlns:msink="http://schemas.microsoft.com/ink/2010/main" type="inkDrawing" rotatedBoundingBox="24466,6894 24481,6894 24481,6909 24466,6909" shapeName="Other"/>
        </emma:interpretation>
      </emma:emma>
    </inkml:annotationXML>
    <inkml:trace contextRef="#ctx0" brushRef="#br0">0 0 0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C7112D1B-51F1-4CDC-B2F7-A87DE2BE3568}" emma:medium="tactile" emma:mode="ink">
          <msink:context xmlns:msink="http://schemas.microsoft.com/ink/2010/main" type="inkDrawing" rotatedBoundingBox="23430,3936 23445,3936 23445,3951 23430,3951" shapeName="Other"/>
        </emma:interpretation>
      </emma:emma>
    </inkml:annotationXML>
    <inkml:trace contextRef="#ctx0" brushRef="#br0">1 1 24575,'0'0'-8191</inkml:trace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C9EE76DD-8269-4A88-8090-4C8BE3C0D169}" emma:medium="tactile" emma:mode="ink">
          <msink:context xmlns:msink="http://schemas.microsoft.com/ink/2010/main" type="inkDrawing"/>
        </emma:interpretation>
      </emma:emma>
    </inkml:annotationXML>
    <inkml:trace contextRef="#ctx0" brushRef="#br0">1 1 24575,'0'0'-8191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0:54.53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FEBAB53-1E3F-48D1-88AE-3663E39B2783}" emma:medium="tactile" emma:mode="ink">
          <msink:context xmlns:msink="http://schemas.microsoft.com/ink/2010/main" type="inkDrawing" rotatedBoundingBox="12433,2832 18893,3822 18868,3991 12407,3000" shapeName="Other"/>
        </emma:interpretation>
      </emma:emma>
    </inkml:annotationXML>
    <inkml:trace contextRef="#ctx0" brushRef="#br0">0 0 0,'17'0'172,"35"0"-172,86 0 16,-52 0-1,-17 35-15,-17-35 0,-17 0 16,17 34-16,34-16 16,-34-1-16,69 35 15,-52-35-15,86 0 16,-51 1-16,69 16 16,-35-17-16,0-17 15,1 18-15,51-1 16,-52 18-1,35-18-15,17 0 0,17 35 16,-51-52 0,51 17-16,0 1 15,1 51-15,-18-52 16,17 0-16,-17 0 16,0 18-16,-34-18 15,-35 1-15,17-1 16,-17-17-16,-35 0 15,18 34-15,-69-34 16,16 18-16,-16-18 16,-18 17-16,0-17 15,18 0-15,0 0 16,16 17-16,-16 1 16,0-18-16,16 17 15,18 0-15,-17-17 16,35 35-16,-18-35 15,0 17-15,35-17 16,-35 0-16,-17 0 16,-1 0-16,-33 0 15,-1 0-15,0 0 16,1 17 46,16-17-46,-17 17 0,1-17-16,-1 18 15,0-18-15,-17 17 16,17-17-16,18 0 16,0 35-16,-18-18 15,17-17-15,1 0 16,-18 17-16,35 0 15,-52 1-15,17-1 16,1-17-16,-1 0 31,0 0-15,1 0-16,-1 0 16,0 17-16,0 1 15,1-18 1,-18 17-16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1:04.99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E4D340C-1C9C-44C8-A779-D20D626E157A}" emma:medium="tactile" emma:mode="ink">
          <msink:context xmlns:msink="http://schemas.microsoft.com/ink/2010/main" type="inkDrawing" rotatedBoundingBox="5636,5873 18881,7588 18816,8087 5571,6372" shapeName="Other">
            <msink:destinationLink direction="with" ref="{8A643352-BF4A-40FD-A36C-4CCBBBBB80E5}"/>
          </msink:context>
        </emma:interpretation>
      </emma:emma>
    </inkml:annotationXML>
    <inkml:trace contextRef="#ctx0" brushRef="#br0">0 1 0,'52'0'94,"34"0"-94,1 0 16,-1 0-16,1 0 15,34 0-15,-70 0 16,36 0-16,-18 0 16,-35 0-16,18 0 15,0 0-15,0 17 16,-18-17-16,18 0 16,0 18-16,0-18 15,-17 0-15,16 0 16,1 0-16,-17 34 15,17-34-15,-18 18 16,1-18-16,-1 0 16,1 0-16,17 0 15,0 17-15,-35-17 16,52 0-16,-35 0 16,18 34-16,-17-34 15,17 0 1,-35 0-16,18 0 0,-18 0 15,35 0-15,-35 0 16,0 0-16,18 18 16,-18-18 15,0 0-15,18 0-1,-1 0 1,1 0-1,0 0 1,-1 0-16,-17 0 16,18 0-16,-18 0 15,18 0-15,-18 0 16,18 0 0,-18 0-16,0 0 15,0 0-15,1 0 16,16 0-1,-16 0 1,16 0 15,-17 0-15,18 0-16,-18 0 16,18 0-1,-1 0-15,1 0 16,17 0-16,-18 0 15,18 0 1,17 0-16,-17 0 16,-17 0-16,17 0 15,-18 0-15,18 0 16,-18 0-16,18 0 16,0 0-16,0 0 15,-17 0-15,16 0 16,18 0-16,18 0 15,-35 0-15,0 0 16,-18 0-16,18 0 16,0 0-16,0 0 15,-35 0-15,35 0 16,-35 0-16,18 0 16,16 0-16,-33 0 15,-1 0-15,0 0 16,18 0-16,-1 0 15,-16 0 1,-1 0 0,17 0-16,18 0 15,0 0-15,0 0 16,34 0-16,1 0 16,-1 17-1,1-17-15,16 35 16,18-18-16,-34 0 15,16-17-15,-16 17 16,-1 18-16,35-35 16,-86 0-16,34 0 15,-17 0-15,-1 17 16,-16-17 0,-18 0-16,0 18 15,1-18-15,-1 0 16,35 0-1,-18 17-15,1 0 16,0-17-16,-1 17 16,18-17-16,-18 18 15,18 16-15,-17-34 16,-18 0-16,18 0 16,-1 17-1,18-17-15,-35 18 16,18-1-1,0 0-15,-1 1 0,1-18 16,-1 34 0,1-17-16,17-17 15,-1 35-15,19 0 16,33-18-16,-16 17 16,-36-16-16,53 33 15,-52-33-15,0-1 16,17 0-16,0-17 15,0 35-15,-34-35 16,-1 34-16,1-34 16,-18 18-16,0-1 15,1-17-15,33 17 16,-33 1 15,-1-18-31,0 0 16,18 17-16,-18-17 15,18 17 1,-18-17 0,18 0-16,-18 35 15,35-35 251,17 0-250,0 34-16,17 1 15,53-18-15,-36-17 16,53 17-16,-18 1 15,17 16-15,1-17 16,-18 1-16,-51-1 16,68 18-16,-69-35 15,-16 17-15,33-17 16,-34 17-16,0-17 16,-17 17-1,0-17-15,-17 0 16,34 0-16,-17 0 15,17 0-15,17 35 16,-17-35-16,35 0 16,34 17-16,-69-17 15,35 0-15,34 0 16,-51 0-16,16 0 16,36 0-16,-36 0 15,70 0-15,-52 0 16,17 0-16,-34 0 15,17 0-15,-35 0 16,18 0-16,-18 0 16,35 0-16,-52 0 15,0 0-15,1 0 16,-1 0-16,17 0 16,-34 0-16,0 0 15,17 0-15,-17 0 16,0 0-16,-1 0 15,-16 0-15,17 0 16,-18 0-16,-16 0 16,33 0-1,-33 0-15,16 0 16,1 0-16,-18 0 16,0 0-16,1 0 15,-1 0 126,0 0-141,1 0 31,-1 0 0,17 18-15,-16-18 93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1:12.59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522D88-5FAE-4D39-A143-6805FB1102D4}" emma:medium="tactile" emma:mode="ink">
          <msink:context xmlns:msink="http://schemas.microsoft.com/ink/2010/main" type="inkDrawing" rotatedBoundingBox="6724,2986 19182,5590 19023,6353 6565,3749" shapeName="Other">
            <msink:destinationLink direction="with" ref="{AB6B7693-D1DF-4ADF-A345-E35ABBBA154A}"/>
          </msink:context>
        </emma:interpretation>
      </emma:emma>
    </inkml:annotationXML>
    <inkml:trace contextRef="#ctx0" brushRef="#br0">0 95 0,'52'0'265,"69"0"-265,-35 0 16,18 0-16,-18 0 16,35 0-16,-34 0 15,-18 0-15,34 0 16,-51 0-16,-34 0 16,33 0-1,-16 0-15,-18 0 16,18 0-1,-18 0-15,35 0 16,-35 0-16,18 0 16,-1 0-16,18 0 15,-17 0-15,-1 0 16,18 0-16,0 0 16,17 0-16,-17 0 15,0 0-15,-18 0 16,18 0-16,17 0 15,-34 0-15,34 0 16,35 0-16,-18 0 16,0 0-16,1 0 15,-1 0-15,-17 0 16,0 0-16,18 0 16,-18 0-16,17 0 15,18 0-15,-35 0 16,35 0-16,-18 0 15,-17 0-15,0 0 16,35 0-16,-35 0 16,0 0-16,-17 0 15,0 0 1,0 0-16,-18 0 16,18 0-16,0 0 15,17 0-15,35 17 16,-35 18-16,17-35 15,35 69-15,-69-69 16,69 17-16,-52 0 16,35 35-16,-18-34 15,-17-1-15,0 17 16,35-16-16,17 16 16,0 18-16,69-17 15,-52 16-15,-17-33 16,-17 34-16,17-18 15,-69-17-15,34 35 16,-17-52-16,18 52 16,-53-35-16,35 18 15,18-1-15,16 1 16,-51 0-16,35-1 16,16 18-16,-68-52 15,17 17-15,17 35 16,17-17-16,-34-35 15,17 34-15,-34-34 16,-1 0 0,35 18-16,1-1 15,50 35-15,-16-35 16,-17 0-16,68 35 16,-51-17-16,17-18 15,-52 17-15,69 1 16,-34-18-16,34 18 15,-17-1-15,52 18 16,-52-17-16,17-18 16,-17 35-16,52-18 15,-18 18-15,-34-34 16,52 16-16,-35 18 16,-17-17-16,35 16 15,-18-16-15,0-1 16,-17-16-16,0-1 15,0 0-15,0 1 16,-87-1-16,-16-17 16,51 0-1,-17 0-15,51 17 0,1 0 16,-35-17-16,17 0 16,18 0-16,17 0 15,-17 0 1,-1 0-16,1 0 15,0 0-15,-35 0 16,0 0-16,0 0 16,0 0-16,0 0 15,-34 0-15,-1 0 16,-16 0-16,-1 0 16,0 18-1,1-18 63,16 0-62,-17 0-16,18 0 16,-18 0 93,18 0-78,-35 17-31</inkml:trace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4:05.932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B6B7693-D1DF-4ADF-A345-E35ABBBA154A}" emma:medium="tactile" emma:mode="ink">
          <msink:context xmlns:msink="http://schemas.microsoft.com/ink/2010/main" type="inkDrawing" rotatedBoundingBox="7742,2241 20923,12342 19728,13901 6547,3800" semanticType="callout" shapeName="Other">
            <msink:sourceLink direction="with" ref="{10522D88-5FAE-4D39-A143-6805FB1102D4}"/>
          </msink:context>
        </emma:interpretation>
      </emma:emma>
    </inkml:annotationXML>
    <inkml:trace contextRef="#ctx0" brushRef="#br0">0 14 0,'34'0'125,"35"0"-110,35 0-15,17 0 16,-17 0-16,69 0 16,-70 0-16,35 0 15,-17 0-15,18 0 16,-70 0-16,34 0 15,-51 0-15,17 0 16,-17 0-16,-35 0 16,35 0-16,0 0 15,0 17-15,-35-17 16,35 0-16,-17 0 16,16 0-16,-33 0 15,16 17 1,-16-17-16,33 0 15,-33 0-15,34 18 16,-1-18-16,-16 17 16,0-17-16,16 0 15,-16 17-15,-1-17 16,18 17-16,-34-17 16,-1 0-16,17 0 15,-16 18-15,-1-18 16,0 0 93,35 17-109,17 18 16,35-18-16,17 17 15,17 1-15,-17 17 16,35-18-16,-70-16 16,18 33-16,-18-16 15,-17 0 1,-17-18-16,34 35 16,-68-35-16,33-17 15,-33 0-15,-1 0 16,18 17-16,-1-17 125,-17 0-125,35 52 15,35 17-15,-1 0 16,0-17-16,-16 17 16,33 0-16,-16 1 15,-1-36-15,0 18 16,-16 0-16,-1 0 16,-18-1-16,36-16 15,-1 34 1,-51-34-16,51 16 0,1-16 15,-18 0 1,34 51-16,-16-34 16,-18-18-16,35 53 15,-18-18-15,18 0 16,-53 0-16,36 18 16,17-18-16,-18-18 15,-34 19-15,34 16 16,-17-17-16,-34-17 15,34 17-15,-34-17 16,-35-35-16,51 52 16,-51-34-16,52 34 15,-35-34-15,35 34 16,-34-35-16,-1 18 16,0 0-16,18-18 15,-18 36-15,-17-19 16,52 1-16,-35 17 15,18 0-15,-18 1 16,17-36 0,-16 53-16,16-36 15,18 53-15,-52-87 0,35 18 16,-35 51-16,52-34 16,-35 0-1,17 17-15,1 0 16,17 0-16,-35-17 15,52 52-15,-34-52 16,17 34-16,-1 0 16,-16-51-16,17 69 15,0-53-15,-18 19 16,18-19-16,34 36 16,-51-18-16,34 35 15,-17-35-15,-17-17 16,16 17-16,1 0 15,-17-35-15,17 18 16,-1 17-16,1-34 16,-17-1-16,-1-16 15,18 34-15,-17-35 16,17 35-16,-18-52 16,18 51-16,0-33 15,0 16-15,17 18 16,0-35-1,17 35-15,18 17 0,-35-51 16,35 51-16,51 0 16,-34-17-1,52 34-15,-35-34 16,0 0-16,35 0 16,-69-18-16,69 18 15,-87-35-15,35 35 16,52 0-16,17 0 15,0-18-15,17 53 16,18-35-16,-70-1 16,1 1-16,-35-34 15,17 51-15,-103-52 16,34 18-16,-35-18 16,-16-17-16,-1 17 15,0-17 126,18 35-141,-18-18 15,35 52-15,-35-69 0,0 35 16,1-1 0,-1-34-16,-17 17 31,35 35-31,-18-34 16,0 16-16,0 1 15,18-1-15,-35-17 16,17 1-16,18-1 15,-35 18-15,17-35 16,-17 17 0,17 0-16,1 0 15,-1 1-15,0 16 16,18 1-16,-18-1 16,0-16-16,1-1 15,-1 0-15,0 1 16,18 16-16,-35-17 15,17 1 1,0-1 0,1 17-16,-1 1 15,-17 0 1,0-18-16,34 17 16,-34-16-1,0-1 1,0 35-1,18-35-15,-18 18 16,0 16-16,34-16 16,-34 0-16,0-18 15,18 17 1,-18-16 0,0-1-16,0 0 15,17 18-15,-17-1 16,17-16-16,-17-1 15,35 35-15,-18-18 16,0-16 0,-17 16-16,17-34 15,18 35-15,-35-18 16,35 0-16,-1 1 16,18 16-16,-35 1 15,35-35-15,-52 17 16,17 0-16,-17 1 15,35-1 32,-35 0-31,34 0-16,-16 1 62,-18-1-46,17-17-16,-17 17 16,17-17-1,1 0-15</inkml:trace>
    <inkml:trace contextRef="#ctx0" brushRef="#br1" timeOffset="19670.1298">13443 9552 0,'0'-18'16,"0"1"-1,0 0-15,0-18 16,-18 1 0,18 51 187,0 0-188,35 1-15,-35 16 16,17-34 0,-17 17 15,0 1 0,18-1-15,-1 0-16,-17 1 31,17-18 0,-17 17 1,17 0-17,-34 0 204,0-17-203,-18 0-16,18 0 15,0 18 1,-1-18-1,1 17-15,0-17 32,-18 0-1,18 0 141,0 0-157</inkml:trace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4:24.293"/>
    </inkml:context>
    <inkml:brush xml:id="br0">
      <inkml:brushProperty name="width" value="0.04667" units="cm"/>
      <inkml:brushProperty name="height" value="0.046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8A643352-BF4A-40FD-A36C-4CCBBBBB80E5}" emma:medium="tactile" emma:mode="ink">
          <msink:context xmlns:msink="http://schemas.microsoft.com/ink/2010/main" type="inkDrawing" rotatedBoundingBox="6490,7194 20377,12439 19623,14436 5736,9192" semanticType="callout" shapeName="Other">
            <msink:sourceLink direction="with" ref="{3E4D340C-1C9C-44C8-A779-D20D626E157A}"/>
          </msink:context>
        </emma:interpretation>
      </emma:emma>
    </inkml:annotationXML>
    <inkml:trace contextRef="#ctx0" brushRef="#br0">0 100 0,'69'-35'187,"52"35"-187,0-17 16,17 0-16,0-1 16,-34 18-16,-18 0 15,-17 0-15,-17 0 16,0 0-16,-17 0 16,-18 0-16,0 0 156,18 0-141,-1 0 1,18 0-16,17 0 16,0 0-16,-17 0 15,17 0-15,0 0 16,-17 0-16,-35 0 16,35 0-16,-34 0 15,16 0 1,-17 0-1,53 0 95,50 0-95,-33 0-15,34 0 16,17 0-16,-34 0 16,17 0-1,-18 0-15,-34 0 0,18 0 16,-35 0-16,0 0 16,-1 18-1,-33-18-15,-1 0 16,18 0-16,-18 17 15,0-17-15,18 0 16,-18 0-16,17 0 16,-16 0-16,16 0 15,-16 0-15,33 0 16,1 0-16,-17 0 16,17 0-16,-1 0 15,19 0-15,-36 0 16,18 0-16,0 0 15,0 0-15,17 0 16,-35 0-16,35 17 16,-17-17-16,17 0 15,-17 0-15,0 0 16,-17 0-16,16 0 16,-16 0-16,-18 0 15,1 0-15,-1 0 16,0 0 46,0 0-62,35 0 16,0 0-16,0 0 16,17 0-16,-34 0 15,-1 0-15,35 0 16,-17 0-16,-17 0 15,34 0-15,-17 0 16,-1 0-16,-16 0 16,0 0-16,-1 0 15,-17 0-15,1 0 16,-1 0 93,18 0-77,34 0-32,0 0 15,0 0 1,0 0-16,0 0 15,0 0-15,-17 0 16,0 0-16,-18 0 16,1 0-16,-18 0 15,1 0-15,-1 0 63,0 0-48,18 0 1,17 0-16,-18 35 16,35-18-16,0 0 15,52 18-15,0-18 16,-17-17-16,-35 35 16,17-1-16,-16-16 15,-19 16-15,1-17 16,-35 1-16,1-18 15,16 0 1,-16 17 47,-1 18-63,17-18 15,-16 17 1,16 1-16,-16-18 15,-1 18-15,35 17 16,-35-18-16,17 1 16,1 17-16,0-18 15,-1 1-15,-17-18 16,18 18-16,0-1 16,-1-17-16,-17 18 15,1-35-15,-1 17 16,-17 0-16,35 1 15,-18-1 1,17 0-16,1 18 16,-35-1-1,52-16-15,0 34 16,-35-35-16,17 0 16,1 0-16,-18 18 15,18-35-15,17 34 16,-52-16-16,34-18 15,-17 17 1,1-17-16,-1 17 0,-17 1 16,17-18-1,1 0-15,-1 17 16,0-17-16,18 17 16,-35 0-16,34 1 15,35 16-15,-34-16 16,51 16-16,-34-17 15,35 18-15,16 0 16,-51-1-16,0-17 16,17 18-16,-52-18 15,18-17-15,34 35 16,-17-18-16,17 18 16,-17-1-16,17 1 15,-17-1-15,0 1 16,-18-1-16,70 18 15,-18 17-15,-17-34 16,-34-1-16,-18-16 16,35 16-16,-35-16 31,1-18 110,16 0-126,1 34-15,-1-34 16,70 35-16,-52-1 15,17 1-15,35 17 16,-35-35-16,0 0 16,-17 35-16,51-17 15,-34-18-15,-17 17 16,0 1-16,0-18 16,17 18-16,-17-1 15,-18-16-15,36 33 16,-19-33-16,-33-1 15,51 18-15,-35-18 16,1 17 0,-1-16-16,1-1 0,-18-17 15,18 35-15,-1-35 16,18 34-16,-35-34 16,70 52-1,-18-18-15,17 36 16,1-19-16,-18-33 15,-35 16-15,1-16 16,17-1-16,34 17 16,-68-16-16,68 16 15,-17 1-15,-17-35 16,0 34-16,34 1 16,-34-1-16,-18-34 15,36 35-15,-19 0 16,-16-35-16,0 34 15,34-17-15,-52 1 16,35 16-16,0-16 16,17-1-16,-17 17 15,-1-16-15,1-1 16,-17 0-16,-1 0 16,1 1-1,-18-18-15,0 17 16,18 0-16,0 1 15,-1-18-15,1 0 16,-18 0-16,35 17 16,-18 17-1,-16-34 1,16 0-16,1 18 16,-18-18-1,0 0-15,35 17 16,-17-17-16,-18 0 15,35 0-15,-18 0 16,-16 0-16,16 17 16,1-17 15,-1 18-31,18-1 16,-35-17-16,1 0 15,16 0-15,-16 34 16,-1-34-16,0 0 15,0 0-15,1 0 16,16 18 0,-16-1-16,-1-17 15,0 0-15,0 0 16,1 17 15,-1-17-31,18 18 16,-1-18-1,-34 17-15,35-17 16,-18 17 0,17-17-16,18 35 15,-34-35-15,16 17 16,-17-17-16,1 0 16,-18 17-1,17-17 1,0 0-1,1 0 17,-1 17-17,17 1 1,-16-1 15,-1-17-15,0 17-1,0-17 17,18 0-32,-18 0 31</inkml:trace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3C2C1CD6-34E7-45AA-9C39-B2BEA40372F8}" emma:medium="tactile" emma:mode="ink">
          <msink:context xmlns:msink="http://schemas.microsoft.com/ink/2010/main" type="inkDrawing" rotatedBoundingBox="23430,3936 23445,3936 23445,3951 23430,3951" shapeName="Other"/>
        </emma:interpretation>
      </emma:emma>
    </inkml:annotationXML>
    <inkml:trace contextRef="#ctx0" brushRef="#br0">1 1 24575,'0'0'-8191</inkml:trace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7FED4973-B70C-4EF3-BB4B-ECE49AB32066}" emma:medium="tactile" emma:mode="ink">
          <msink:context xmlns:msink="http://schemas.microsoft.com/ink/2010/main" type="inkDrawing"/>
        </emma:interpretation>
      </emma:emma>
    </inkml:annotationXML>
    <inkml:trace contextRef="#ctx0" brushRef="#br0">1 1 24575,'0'0'-8191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3:19.10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F95062-E113-42EF-B2A1-34F7FE3D5179}" emma:medium="tactile" emma:mode="ink">
          <msink:context xmlns:msink="http://schemas.microsoft.com/ink/2010/main" type="inkDrawing" rotatedBoundingBox="17685,2715 19351,11956 17160,12350 15495,3110" semanticType="callout" shapeName="Other"/>
        </emma:interpretation>
      </emma:emma>
    </inkml:annotationXML>
    <inkml:trace contextRef="#ctx0" brushRef="#br0">0 0 0,'0'-17'63,"18"17"-63,33 0 15,1 34-15,35 1 16,-18-18-16,69 69 15,-34-16-15,34 16 16,17 0-16,1 35 16,-1-17-16,-34-18 15,0 18-15,0-18 16,-17 1-16,34-1 16,-51 18-16,-1 34 15,-17-34-15,0-35 16,0 35-16,-17-1 15,17 1 1,-17 0-16,-35-53 16,18 36-16,-35-18 15,17 17-15,-17-17 16,17 1-16,1 51 16,-18-52-16,34 69 15,-34-17-15,0 17 16,0-34-16,-17-18 15,17 18-15,-17 34 16,-18-34-16,18-1 16,-18 36-16,18-53 15,0 18-15,-1-35 16,1 52-16,-17 0 16,-1-18-16,-17 36 15,35-36-15,-52 18 16,34 0-16,-51 35 15,51-70-15,18 18 16,0-1-16,0-16 16,-1-1-16,18-17 15,-34 35-15,-1 17 16,18-104-16,17 52 16,-52 35-1,35-35-15,17-34 16,0 17-16,0-1 15,0 1-15,0 0 16,0 0-16,0 0 16,0-18-16,0 18 15,0 0-15,0 17 16,0-17-16,0 17 16,0 0-16,0-34 15,0 17-15,17 17 16,-17-35-16,0 1 15,17 34-15,-17-35 16,18 18-16,-18-17 16,17 34-16,17-17 15,-16 34-15,-1-17 16,-17-17-16,17-35 16,1 53-16,-1-36 15,-17 1-15,0-18 16,34 35-16,-34-18 15,18-16-15,-18 33 16,0-33-16,17 16 16,35 35-16,-35-34 15,-17-1 1,35 18-16,-35-34 16,34-1-16,-17 35 15,1-35-15,-1 18 16,0-18-16,18 35 15,-18-35 1,-17 17 0,17-34-16,18 35 15,-18-35 1,18 35-16,-1-18 16,35 17-1,-17-16-15,-34-1 16,16 0-16,1 1 15,34-1-15,0 0 16,-17 0-16,17-17 16,-17 18-16,17-18 15,-17 17 1,17-17-16,-17 17 0,17-17 16,-17 18-16,-1-1 15,-16 0-15,0-17 16,-18 0-1,17 0 48,-16 35-47,-1-35-16,0 0 15,0 0-15,1 17 16,16-17-1,-34 17-15,35 0 16,-1 1-16,1-18 16,0 0-16,16 17 15,-16 18 1,51-18 0,-51 0-1,-18-17 1,0 17 15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3:22.17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BF23CFF-A1C8-4833-85EC-10E689D01810}" emma:medium="tactile" emma:mode="ink">
          <msink:context xmlns:msink="http://schemas.microsoft.com/ink/2010/main" type="inkDrawing" rotatedBoundingBox="16405,7039 19179,12492 16361,13925 13588,8472" semanticType="callout" shapeName="Other"/>
        </emma:interpretation>
      </emma:emma>
    </inkml:annotationXML>
    <inkml:trace contextRef="#ctx0" brushRef="#br0">477 0 0,'-18'18'219,"36"16"-204,34-17-15,-35 18 16,17-18-16,-16 0 15,-1 1-15,17 34 16,1-35-16,-35 0 16,35 18-1,-35-1 1,17-16-16,0 16 16,0 1-16,1-18 15,-18 17-15,0 18 16,0-17-1,0-1-15,0 18 16,0 17-16,0 1 16,0-1-16,0 17 15,-18 0-15,-16 35 16,17-34-16,-18 34 16,0 0-16,-16-18 15,16-16-15,1 34 16,-18-35-16,0 35 15,17-35-15,18 1 16,-18 16-16,18 1 16,17-35-16,-34 52 15,-18-17-15,52-18 16,-17 35-16,-18-17 16,18 17-16,-18-17 15,35-18-15,-34 18 16,16 34-16,18-34 15,-17-35-15,0 0 16,17 0-16,0-17 16,-35 34-16,35-17 15,0-17-15,0 17 16,0 0-16,0-34 16,0 34-1,0-17-15,0-18 16,0-16-16,17 33 15,-17-16 1,0-18-16,18 1 16,16 16-16,-16 1 15,33 17-15,-33-18 16,34 18-16,-1-18 16,1-16-16,-17 16 15,-1-16-15,35-1 16,18 17-16,-18-16 15,0 16-15,0-16 16,18 33-16,-18-51 16,34 35-16,-34-35 15,1 17-15,33 35 16,-51-52-16,0 17 16,-18-17-16,1 0 15,17 0-15,0 35 16,17-35-16,17 17 15,18-17-15,17 17 16,-35-17 0,35 0-16,-34 0 15,16 0-15,-34 0 16,18 0-16,-18 0 16,-17 0-16,0 0 15,-35 0-15,35 0 16,-35 0-1,0 0 1,1 0-16,-1 0 16,0 0-1,0 0-15,1 0 16,-1 0-16,0 0 16,0 0-16,18-17 15,-18 17-15,18 0 16,-1 0-16,1 0 15,-18 0-15,52 0 16,-17 0-16,-35 0 16,18-17-16,0 17 15,51-17-15,-51 17 16,16 0-16,1 0 16,-34 0-1,-1 0-15,17 0 16,18 0-16,-35 0 0,18 0 15,-18-18-15,1 18 47,51-17-47,-52 17 16,18 0 0,-1 0-1,-17 0 48,1 0-48</inkml:trace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3:30.62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1C1E16B-9CC2-4EA8-9C8F-F2BD0ECC4CAD}" emma:medium="tactile" emma:mode="ink">
          <msink:context xmlns:msink="http://schemas.microsoft.com/ink/2010/main" type="inkDrawing" rotatedBoundingBox="6800,10877 18797,8416 19149,10132 7152,12593" semanticType="callout" shapeName="Other"/>
        </emma:interpretation>
      </emma:emma>
    </inkml:annotationXML>
    <inkml:trace contextRef="#ctx0" brushRef="#br0">0 2242 0,'52'34'16,"0"-34"-16,-17 18 15,17-18-15,-18 17 16,-17-17-16,35 34 16,-17-34-16,-1 0 15,-16 0-15,16 0 16,-17 0-16,18 0 16,0 0-16,-1 0 15,-17 0-15,52 0 16,1 0-16,-1 0 15,69 0-15,-34 18 16,34-18-16,0 0 16,-34 0-16,-1 0 15,-33 0-15,33 0 16,35 0-16,-51 0 16,34 0-16,17 0 15,-52 0-15,18 0 16,-35 0-16,0 0 15,35 0-15,-18 0 16,-16 0-16,-1 0 16,0 0-1,34 0-15,-33 0 16,16 0-16,-17 0 16,17 0-16,-16 0 15,-1 0-15,-17 0 16,17 0-16,-52 0 15,52 0-15,-17-18 16,0 1-16,17-35 16,0 35-16,35-35 15,-18 0-15,0 0 16,35-17-16,-69 17 16,35-17-16,16-17 15,-16 0-15,-1 16 16,-17-16-16,18 0 15,-70 51-15,52-34 16,0-17-16,17-18 16,-34 35-16,0-18 15,17 18-15,0 17 16,-51 1 0,16 33-16,35-51 0,-51 52 15,16-18-15,35-34 16,-51 52-16,51-52 15,52-17-15,-35 34 16,-34 34 0,34-33-16,1-1 15,-1 0-15,18 0 16,-35 17-16,-17 18 16,34-35-16,-17 35 15,18 0-15,-1-18 16,-17 18-16,0 17 15,18 0-15,-36 0 16,-16-17-16,17 17 16,-18 0-16,35 0 15,1 0-15,33 0 16,-34 0-16,52 0 16,-52 0-16,1 0 15,-36 0-15,18 0 16,0 0-16,0 0 15,-18 0-15,35 0 16,0 0-16,-17 0 16,35 0-16,-1 0 15,-51 0 1,-1 0-16,18 17 0,-17-17 16,16 0-16,-16 17 15,17-17 1,17 18-16,17-18 15,-17 17-15,35 17 16,-52-34-16,0 0 16,0 0-16,-35 18 15,17-18-15,-16 0 16,34 0-16,34 17 16,-17-17-16,0 34 15,18-16-15,-1-1 16,-51-17-16,-1 0 15,35 0-15,-52 0 32,18 0-32,17 0 15,17 35-15,-52-35 16,35 17-16,0-17 16,-17 0-16,-18 0 15,0 0-15,18 0 16,-18 0-16,17 17 15,1-17 1,17 0-16,-35 35 16,52-35-16,-34 0 0,-18 0 31,18 0-15,-18 0-16,17 17 15,-16-17-15,16 0 16,-16 17-16,-1-17 31,17 0-31,1 0 16,17 0-16,-35 0 15,0 0 1,1 18-16,16-18 16,-17 17-16,18-17 15,-18 0-15,1 0 16,16 17-16,-17 0 15,18-17-15,-18 0 16,1 18-16,16-18 16,-17 17-1,18-17-15,-18 0 16,35 0-16,-35 35 16,18-35-1,-18 0-15,18 0 16,-18 0-16,0 0 31,1 0-15,-18 17-16,34-17 15,1 17-15,-18-17 16,18 0-16,-1 17 16,18-17-16,-18 0 15,-16 0-15,16 0 16,-16 0-16,-18 18 15,17-18 17,0 0-32,0 0 15,35 0-15,-17 0 16,-18 0 0,0 0 30,1 0-30,-1 0-16,0 0 63,18 0-17,-18 0 33,18 0 46,-18 0-110,0 0 16,18 0 63,-1 0-78,-16 0-1</inkml:trace>
    <inkml:trace contextRef="#ctx0" brushRef="#br0" timeOffset="1335.6313">11940 479 0,'0'-17'156,"35"17"-141,-35 17 1,52 1-16,-35-1 16,17-17-1,-16 17 204,-1 0-219,0 1 31,-17-1-15,18-17 0,-18 17-1,17-17 1,-34 17 187,-1 1-187,1-18-1,-52 34-15,52-16 0,-1-18 16,-34 51-1,18-51-15,17 18 16,-1-18-16,18 17 16,-34-17-16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8AB6A5EE-0AE9-4779-94A5-7640E5FECBC6}" emma:medium="tactile" emma:mode="ink">
          <msink:context xmlns:msink="http://schemas.microsoft.com/ink/2010/main" type="inkDrawing"/>
        </emma:interpretation>
      </emma:emma>
    </inkml:annotationXML>
    <inkml:trace contextRef="#ctx0" brushRef="#br0">1 1 24575,'0'0'-8191</inkml:trace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Group>
    <inkml:annotationXML>
      <emma:emma xmlns:emma="http://www.w3.org/2003/04/emma" version="1.0">
        <emma:interpretation id="{6B39D80D-9B2F-410D-8433-A2861BE7D78F}" emma:medium="tactile" emma:mode="ink">
          <msink:context xmlns:msink="http://schemas.microsoft.com/ink/2010/main" type="inkDrawing"/>
        </emma:interpretation>
      </emma:emma>
    </inkml:annotationXML>
    <inkml:trace contextRef="#ctx0" brushRef="#br0">1 1 24575,'0'0'-8191</inkml:trace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5:22.67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F940DFE-624B-4D9C-846E-553CACE65C9A}" emma:medium="tactile" emma:mode="ink">
          <msink:context xmlns:msink="http://schemas.microsoft.com/ink/2010/main" type="inkDrawing" rotatedBoundingBox="8362,9046 10697,9054 10694,9785 8359,9776" hotPoints="10487,8967 10597,9626 8652,9951 8542,9292" semanticType="enclosure" shapeName="Rectangle"/>
        </emma:interpretation>
      </emma:emma>
    </inkml:annotationXML>
    <inkml:trace contextRef="#ctx0" brushRef="#br0">0 29 0,'17'-17'110,"1"17"-95,16 0 1,-17 0-16,18 0 0,17 0 16,-18 0-16,36 0 15,-19 0-15,18 0 16,-17 0-16,0 0 16,-17 0-1,-1 0-15,18 0 16,-17 0-16,-1 0 15,1 0-15,-1 0 16,-16 0-16,33 0 16,-16 0-16,-18 0 15,1 0-15,-1 0 16,0 0 0,0 0-16,18 0 15,17 0-15,-35 0 16,35 0-16,-35 0 15,18 0-15,-18 0 16,0 0-16,18 0 16,-18 0-16,18 0 15,-18 0-15,18 0 16,-18 0-16,0 0 16,0 0-1,1 0 32,16 0-47,-17 0 16,18 0-16,-18 0 15,1 0 1,16 0-16,-17 0 16,18 0-1,-18 0 1,1 0-1,-1 0 1,0 0-16,18 0 16,-18 0-1,0 0 1,0 0-16,1 0 16</inkml:trace>
    <inkml:trace contextRef="#ctx0" brushRef="#br0" timeOffset="2759.8511">52 47 0,'0'34'0,"0"-17"31,-17 18 0,17-18-15,0 18-1,-18-18 1,18 0-16,0 1 16,0-1-1,0 17 16,0-16 1,0 16-1,0-16 63,18 16-79,-1-17 1,17 18 15,-16-18-15,16 0-1,-16 18 1,-1-35 0,0 17 15,0 18-15,18-35-16,-18 0 15,1 17-15,-1-17 16,0 0-16,0 17 15,18-17 1,-18 18 0,18-18-1,17 0 17,-52 17-32,34-17 15,35 0-15,-51 0 16,-1 0-1,35 17-15,-1-17 16,1 0-16,0 0 16,0 0-16,0 0 15,0 0-15,0 0 16,-1 0-16,1 0 16,0 0-16,17 0 15,-34 0-15,-18 0 16,18 0-16,-18 0 109,0 0-109,35 0 16,0 0-16,34 0 15,-17 0 1,0 0-16,-17 0 16,17 0-16,-17 0 15,-17 0-15,17 0 16,-18 0-16,1 0 16,-1 0-1,-16 0 16,16 0-31,-17 0 16,18 0 0,-18 0-16,18 0 15,-18 0-15,0 0 16,1-17 0,-1 0-1,0-1 16,-17 1-31,0 0 32,0-18-32,35 18 15,-35-18-15,0 1 16,0-18-16,0 0 16,0 0-16,0 18 15,0-1 1,0 18-1,0 0 1,0-1-16,0 1 16,0 0-1,0-18-15,-18 35 16,1-34 0,0 17 15,0-1-16,17 1 1,-18 0-16,1 17 31,17-18-15,-52 1 0,35 0-16,0 17 15,-1 0 1,1 0-16,0 0 15,17-17 17,-17 17 15,-1 0-32</inkml:trace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5:27.56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4952444-ECC6-4EC0-8531-A96425612D11}" emma:medium="tactile" emma:mode="ink">
          <msink:context xmlns:msink="http://schemas.microsoft.com/ink/2010/main" type="inkDrawing" rotatedBoundingBox="11486,9704 12872,15775 11903,15996 10517,9925" shapeName="Other"/>
        </emma:interpretation>
      </emma:emma>
    </inkml:annotationXML>
    <inkml:trace contextRef="#ctx0" brushRef="#br0">0 0 0,'0'17'625,"0"0"-609,34 87-16,1-35 15,17 52-15,17 35 16,-52-35-16,18 17 16,16 17-16,-33-51 15,-1 17-15,18-17 16,-18 17-16,-17 0 16,17-1-16,-17-16 15,52 69 1,-52-87-16,17 35 15,-17 0-15,0-52 16,0 52-16,0 0 16,0-52-16,0 18 15,18-18-15,-18 17 16,0 18-16,0-52 16,0 0-16,0 17 15,0-17-15,0 17 16,0 0-16,0 17 15,0-34-15,0 34 16,0-34-16,0 17 16,0-17-16,0-17 15,0 17-15,17-18 16,-17 1-16,0 17 16,0-18-16,0 1 15,0 17-15,0-1 16,0 1-16,0-17 15,0 34-15,0-17 16,0 0-16,0-1 16,0-16-16,17 17 15,-17 0-15,17-18 16,-17 18-16,18 0 16,-1-18-1,-17 18-15,17 0 16,0 0-16,1 17 15,-18-34-15,34 34 16,-16-35-16,-1 18 16,-17-17-16,34 34 15,1 0-15,-18-17 16,18 17-16,-18-52 16,0 35-16,18-17 15,-18-1-15,1-34 16,-1 35-16,17-18 15,-34 0-15,18-17 16,-1 17-16,35 18 16,-18-35-16,18 0 15,-17 17-15,34 18 16,-17-18-16,-18 0 16,35 18-16,-34-18 15,-18 1-15,0-18 16,18 17-16,-18 0 15,18 0 1,-18 1-16,0-18 16,1 17-1,-1-17-15,0 0 16,0 17 0,18 1-1,-18-18-15,35 17 16,-17-17-16,-18 17 15,0-17-15,1 0 16,-1 0 47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64.18338" units="1/cm"/>
          <inkml:channelProperty channel="Y" name="resolution" value="36.64122" units="1/cm"/>
          <inkml:channelProperty channel="T" name="resolution" value="1" units="1/dev"/>
        </inkml:channelProperties>
      </inkml:inkSource>
      <inkml:timestamp xml:id="ts0" timeString="2026-05-13T09:45:28.09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72CB0DE-91F7-4EF3-BB7B-B2313F87B23B}" emma:medium="tactile" emma:mode="ink">
          <msink:context xmlns:msink="http://schemas.microsoft.com/ink/2010/main" type="inkDrawing" rotatedBoundingBox="12610,15915 12914,15541 13132,15719 12829,16093" shapeName="Other"/>
        </emma:interpretation>
      </emma:emma>
    </inkml:annotationXML>
    <inkml:trace contextRef="#ctx0" brushRef="#br0">311 0 0,'0'18'47,"0"-1"-47,0 35 15,17-18-15,-17 1 16,0-18-16,0 18 15,17-1-15,-17 1 16,0-18 0,0 18-16,18-35 15,-18 17 17,0 0-1,-35-17-16,0 18 1,1-18 0,17 0-16,-18 0 15,18 0 1,-18 0 0,1 0-1,16 0-15,1 0 16,-35 0-16,35 0 15,0-18-15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1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9:18:5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3611-C928-050A-4778-8935DE2A8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9D8FC-A0D8-CBF0-12E6-0F032B97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F6358-E514-6BD6-A4C4-00AC9B29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AB5D2-9B42-23C2-056C-83C6F37A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6CE2C-E1AD-39DF-A98E-1FD3680B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6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11CF-A2A7-A7C1-DDD6-BB02B863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5013D-73B9-CB04-1C88-D8B77448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9336B-6BFF-9E85-7B04-99F1FD3A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89E62-C389-B264-1CBA-2A7338D9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7707-0C0C-F405-D77E-37E786D7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1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DBAB-B27D-F622-4FCB-A7076758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7C996-B872-1C28-8FDC-D07DA59D8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268BA-3C49-DBB6-F2D6-60FBBE04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FA2F9-0FD2-1EAC-2799-D290F6A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C397-3F25-E903-AEFD-1D0362BB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0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3000-9BE4-BDCD-ED15-0FAFA022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36D6-4816-D8D2-F1AD-DE884B33F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BA4-891D-8271-4096-553A201EF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B4DE-E581-2E57-564D-BF6DAE3B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46A48-82CE-CD8F-3528-4FE419F5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0FD1D-255C-3D6A-8AC2-3F012DB6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E309-EC8E-EB7B-E8A0-CF1C5680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44492-E98D-0F4B-4802-961DFA39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A115E-3CA2-A904-E53F-CDE4BDFEC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EB3AA-A5ED-EE11-33F1-F1D2A0370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4CFAFF-9EE2-04CC-C820-A54795CE7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68F81-3299-3CDB-0646-664639BA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3CCE3-3050-5802-97AA-AC14A0D7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3FCD8-112D-E989-E7DE-4342C4D1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3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7878-DCE8-741A-7C62-8834EB13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24966-5320-0FBC-5A89-67B20D68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1E3E5-EA67-5BA2-3B45-A9E7F354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6A910-4ED4-3619-58F0-2C5098C6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B0620-1BB3-DC2D-D4DE-508E72C4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575F1-565B-654A-8CD3-75C8747D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63017-6FEC-AF65-2210-EF1B63A8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2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0F36-7C02-A299-D1A6-94733A64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C9282-0CCC-C6D1-B9E3-AD80456DC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3C41B-829A-38AA-6563-365E76732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9E0F-71D6-AAD0-CAEB-4E0EBE89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8987C-C99F-1B07-E4F7-C0290C9E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4D06-56CC-34D0-B85B-826ECD59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1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C3D9-4F78-B8B6-FF3E-5AF41759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697CA-34D8-24E2-18C6-B7E8D5AC4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377A0-FA79-AEE2-BFA6-4B3260196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C3F39-25B0-6718-DB81-A6113F99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824D7-13EE-780F-8DED-D0B5CEEF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51592-8B37-D69D-AACE-F235A2AD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4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93E4-E29A-2D70-13FE-2E002E15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20D13-7021-75A7-C4BF-1578B6DA0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CF460-AECA-CD7E-59CF-0133972E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FDD27-2E42-A54E-8450-CCCD92EF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942A3-C135-463A-B363-0B920F5F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9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54290-190F-825A-AE7F-921BF526C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3DBD3-E61D-3D44-D59E-83B613330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73D93-9FFB-01BE-AD5F-86CB2E25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882AF-106F-F907-6B28-91458AC1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70DD-5E40-615C-1496-03403D4B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6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BC899-91A0-54D2-60D9-4AE6DEE3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3B56B-7EE0-0B0A-5195-DA2021DE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4EF45-DEF0-F475-BA63-71CBC7496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C9489-3635-4DDD-9500-1E60E7540C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0734-9D17-CEBF-8715-14EE11157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AE44-CDCF-D9F0-338B-57AB1C563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6C575-5D87-459B-B423-D20D0E9FF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0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.png"/><Relationship Id="rId21" Type="http://schemas.openxmlformats.org/officeDocument/2006/relationships/customXml" Target="../ink/ink10.xml"/><Relationship Id="rId34" Type="http://schemas.openxmlformats.org/officeDocument/2006/relationships/image" Target="../media/image21.png"/><Relationship Id="rId42" Type="http://schemas.openxmlformats.org/officeDocument/2006/relationships/image" Target="../media/image25.png"/><Relationship Id="rId47" Type="http://schemas.openxmlformats.org/officeDocument/2006/relationships/customXml" Target="../ink/ink23.xml"/><Relationship Id="rId50" Type="http://schemas.openxmlformats.org/officeDocument/2006/relationships/image" Target="../media/image29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6" Type="http://schemas.openxmlformats.org/officeDocument/2006/relationships/image" Target="../media/image12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37" Type="http://schemas.openxmlformats.org/officeDocument/2006/relationships/customXml" Target="../ink/ink18.xml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3.png"/><Relationship Id="rId66" Type="http://schemas.openxmlformats.org/officeDocument/2006/relationships/image" Target="../media/image37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3.xml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8.png"/><Relationship Id="rId56" Type="http://schemas.openxmlformats.org/officeDocument/2006/relationships/image" Target="../media/image32.png"/><Relationship Id="rId64" Type="http://schemas.openxmlformats.org/officeDocument/2006/relationships/image" Target="../media/image36.png"/><Relationship Id="rId8" Type="http://schemas.openxmlformats.org/officeDocument/2006/relationships/image" Target="../media/image8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46" Type="http://schemas.openxmlformats.org/officeDocument/2006/relationships/image" Target="../media/image27.png"/><Relationship Id="rId59" Type="http://schemas.openxmlformats.org/officeDocument/2006/relationships/customXml" Target="../ink/ink29.xml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54" Type="http://schemas.openxmlformats.org/officeDocument/2006/relationships/image" Target="../media/image31.png"/><Relationship Id="rId6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9.png"/><Relationship Id="rId31" Type="http://schemas.openxmlformats.org/officeDocument/2006/relationships/customXml" Target="../ink/ink15.xml"/><Relationship Id="rId44" Type="http://schemas.openxmlformats.org/officeDocument/2006/relationships/image" Target="../media/image26.png"/><Relationship Id="rId52" Type="http://schemas.openxmlformats.org/officeDocument/2006/relationships/image" Target="../media/image30.png"/><Relationship Id="rId60" Type="http://schemas.openxmlformats.org/officeDocument/2006/relationships/image" Target="../media/image34.png"/><Relationship Id="rId65" Type="http://schemas.openxmlformats.org/officeDocument/2006/relationships/customXml" Target="../ink/ink32.xml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39" Type="http://schemas.openxmlformats.org/officeDocument/2006/relationships/customXml" Target="../ink/ink19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6.xml"/><Relationship Id="rId18" Type="http://schemas.openxmlformats.org/officeDocument/2006/relationships/image" Target="../media/image45.png"/><Relationship Id="rId26" Type="http://schemas.openxmlformats.org/officeDocument/2006/relationships/image" Target="../media/image49.png"/><Relationship Id="rId39" Type="http://schemas.openxmlformats.org/officeDocument/2006/relationships/customXml" Target="../ink/ink48.xml"/><Relationship Id="rId21" Type="http://schemas.openxmlformats.org/officeDocument/2006/relationships/customXml" Target="../ink/ink40.xml"/><Relationship Id="rId34" Type="http://schemas.openxmlformats.org/officeDocument/2006/relationships/image" Target="../media/image53.png"/><Relationship Id="rId42" Type="http://schemas.openxmlformats.org/officeDocument/2006/relationships/image" Target="../media/image41.png"/><Relationship Id="rId47" Type="http://schemas.openxmlformats.org/officeDocument/2006/relationships/customXml" Target="../ink/ink51.xml"/><Relationship Id="rId50" Type="http://schemas.openxmlformats.org/officeDocument/2006/relationships/customXml" Target="../ink/ink53.xml"/><Relationship Id="rId7" Type="http://schemas.openxmlformats.org/officeDocument/2006/relationships/customXml" Target="../ink/ink35.xml"/><Relationship Id="rId2" Type="http://schemas.openxmlformats.org/officeDocument/2006/relationships/customXml" Target="../ink/ink33.xml"/><Relationship Id="rId16" Type="http://schemas.openxmlformats.org/officeDocument/2006/relationships/image" Target="../media/image44.png"/><Relationship Id="rId29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24" Type="http://schemas.openxmlformats.org/officeDocument/2006/relationships/image" Target="../media/image48.png"/><Relationship Id="rId32" Type="http://schemas.openxmlformats.org/officeDocument/2006/relationships/image" Target="../media/image52.png"/><Relationship Id="rId37" Type="http://schemas.openxmlformats.org/officeDocument/2006/relationships/customXml" Target="../ink/ink47.xml"/><Relationship Id="rId40" Type="http://schemas.openxmlformats.org/officeDocument/2006/relationships/image" Target="../media/image56.png"/><Relationship Id="rId45" Type="http://schemas.openxmlformats.org/officeDocument/2006/relationships/customXml" Target="../ink/ink50.xml"/><Relationship Id="rId53" Type="http://schemas.openxmlformats.org/officeDocument/2006/relationships/image" Target="../media/image46.emf"/><Relationship Id="rId5" Type="http://schemas.openxmlformats.org/officeDocument/2006/relationships/image" Target="../media/image36.png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50.png"/><Relationship Id="rId36" Type="http://schemas.openxmlformats.org/officeDocument/2006/relationships/image" Target="../media/image54.png"/><Relationship Id="rId49" Type="http://schemas.openxmlformats.org/officeDocument/2006/relationships/customXml" Target="../ink/ink52.xml"/><Relationship Id="rId19" Type="http://schemas.openxmlformats.org/officeDocument/2006/relationships/customXml" Target="../ink/ink39.xml"/><Relationship Id="rId44" Type="http://schemas.openxmlformats.org/officeDocument/2006/relationships/image" Target="../media/image42.emf"/><Relationship Id="rId52" Type="http://schemas.openxmlformats.org/officeDocument/2006/relationships/customXml" Target="../ink/ink54.xml"/><Relationship Id="rId4" Type="http://schemas.openxmlformats.org/officeDocument/2006/relationships/customXml" Target="../ink/ink34.xml"/><Relationship Id="rId14" Type="http://schemas.openxmlformats.org/officeDocument/2006/relationships/image" Target="../media/image43.png"/><Relationship Id="rId22" Type="http://schemas.openxmlformats.org/officeDocument/2006/relationships/image" Target="../media/image47.png"/><Relationship Id="rId27" Type="http://schemas.openxmlformats.org/officeDocument/2006/relationships/customXml" Target="../ink/ink43.xml"/><Relationship Id="rId35" Type="http://schemas.openxmlformats.org/officeDocument/2006/relationships/customXml" Target="../ink/ink46.xml"/><Relationship Id="rId43" Type="http://schemas.openxmlformats.org/officeDocument/2006/relationships/customXml" Target="../ink/ink49.xml"/><Relationship Id="rId48" Type="http://schemas.openxmlformats.org/officeDocument/2006/relationships/image" Target="../media/image44.emf"/><Relationship Id="rId51" Type="http://schemas.openxmlformats.org/officeDocument/2006/relationships/image" Target="../media/image45.emf"/><Relationship Id="rId3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customXml" Target="../ink/ink45.xml"/><Relationship Id="rId38" Type="http://schemas.openxmlformats.org/officeDocument/2006/relationships/image" Target="../media/image55.png"/><Relationship Id="rId46" Type="http://schemas.openxmlformats.org/officeDocument/2006/relationships/image" Target="../media/image43.emf"/><Relationship Id="rId20" Type="http://schemas.openxmlformats.org/officeDocument/2006/relationships/image" Target="../media/image46.png"/><Relationship Id="rId41" Type="http://schemas.openxmlformats.org/officeDocument/2006/relationships/image" Target="../media/image40.png"/><Relationship Id="rId5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.emf"/><Relationship Id="rId34" Type="http://schemas.openxmlformats.org/officeDocument/2006/relationships/customXml" Target="../ink/ink57.xml"/><Relationship Id="rId42" Type="http://schemas.openxmlformats.org/officeDocument/2006/relationships/image" Target="../media/image63.emf"/><Relationship Id="rId33" Type="http://schemas.openxmlformats.org/officeDocument/2006/relationships/image" Target="../media/image58.png"/><Relationship Id="rId38" Type="http://schemas.openxmlformats.org/officeDocument/2006/relationships/customXml" Target="../ink/ink59.xml"/><Relationship Id="rId2" Type="http://schemas.openxmlformats.org/officeDocument/2006/relationships/customXml" Target="../ink/ink55.xml"/><Relationship Id="rId41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57.png"/><Relationship Id="rId37" Type="http://schemas.openxmlformats.org/officeDocument/2006/relationships/image" Target="../media/image60.emf"/><Relationship Id="rId40" Type="http://schemas.openxmlformats.org/officeDocument/2006/relationships/image" Target="../media/image62.png"/><Relationship Id="rId36" Type="http://schemas.openxmlformats.org/officeDocument/2006/relationships/customXml" Target="../ink/ink58.xml"/><Relationship Id="rId31" Type="http://schemas.openxmlformats.org/officeDocument/2006/relationships/customXml" Target="../ink/ink56.xml"/><Relationship Id="rId44" Type="http://schemas.openxmlformats.org/officeDocument/2006/relationships/image" Target="../media/image64.emf"/><Relationship Id="rId30" Type="http://schemas.openxmlformats.org/officeDocument/2006/relationships/image" Target="../media/image510.png"/><Relationship Id="rId35" Type="http://schemas.openxmlformats.org/officeDocument/2006/relationships/image" Target="../media/image59.emf"/><Relationship Id="rId43" Type="http://schemas.openxmlformats.org/officeDocument/2006/relationships/customXml" Target="../ink/ink61.xml"/></Relationships>
</file>

<file path=ppt/slides/_rels/slide9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8.emf"/><Relationship Id="rId34" Type="http://schemas.openxmlformats.org/officeDocument/2006/relationships/customXml" Target="../ink/ink64.xml"/><Relationship Id="rId33" Type="http://schemas.openxmlformats.org/officeDocument/2006/relationships/image" Target="../media/image62.png"/><Relationship Id="rId38" Type="http://schemas.openxmlformats.org/officeDocument/2006/relationships/customXml" Target="../ink/ink66.xml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5.png"/><Relationship Id="rId37" Type="http://schemas.openxmlformats.org/officeDocument/2006/relationships/image" Target="../media/image67.emf"/><Relationship Id="rId36" Type="http://schemas.openxmlformats.org/officeDocument/2006/relationships/customXml" Target="../ink/ink65.xml"/><Relationship Id="rId31" Type="http://schemas.openxmlformats.org/officeDocument/2006/relationships/customXml" Target="../ink/ink63.xml"/><Relationship Id="rId30" Type="http://schemas.openxmlformats.org/officeDocument/2006/relationships/image" Target="../media/image510.png"/><Relationship Id="rId35" Type="http://schemas.openxmlformats.org/officeDocument/2006/relationships/image" Target="../media/image66.emf"/></Relationships>
</file>

<file path=ppt/slides/_rels/slide10.xml.rels><?xml version="1.0" encoding="UTF-8" standalone="yes"?>
<Relationships xmlns="http://schemas.openxmlformats.org/package/2006/relationships"><Relationship Id="rId39" Type="http://schemas.openxmlformats.org/officeDocument/2006/relationships/image" Target="../media/image73.emf"/><Relationship Id="rId34" Type="http://schemas.openxmlformats.org/officeDocument/2006/relationships/customXml" Target="../ink/ink69.xml"/><Relationship Id="rId33" Type="http://schemas.openxmlformats.org/officeDocument/2006/relationships/image" Target="../media/image70.png"/><Relationship Id="rId38" Type="http://schemas.openxmlformats.org/officeDocument/2006/relationships/customXml" Target="../ink/ink71.xml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9.png"/><Relationship Id="rId37" Type="http://schemas.openxmlformats.org/officeDocument/2006/relationships/image" Target="../media/image72.emf"/><Relationship Id="rId36" Type="http://schemas.openxmlformats.org/officeDocument/2006/relationships/customXml" Target="../ink/ink70.xml"/><Relationship Id="rId31" Type="http://schemas.openxmlformats.org/officeDocument/2006/relationships/customXml" Target="../ink/ink68.xml"/><Relationship Id="rId30" Type="http://schemas.openxmlformats.org/officeDocument/2006/relationships/image" Target="../media/image510.png"/><Relationship Id="rId35" Type="http://schemas.openxmlformats.org/officeDocument/2006/relationships/image" Target="../media/image71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74.png"/><Relationship Id="rId31" Type="http://schemas.openxmlformats.org/officeDocument/2006/relationships/customXml" Target="../ink/ink73.xml"/><Relationship Id="rId30" Type="http://schemas.openxmlformats.org/officeDocument/2006/relationships/image" Target="../media/image5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75.png"/><Relationship Id="rId31" Type="http://schemas.openxmlformats.org/officeDocument/2006/relationships/customXml" Target="../ink/ink75.xml"/><Relationship Id="rId30" Type="http://schemas.openxmlformats.org/officeDocument/2006/relationships/image" Target="../media/image5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ustomXml" Target="../ink/ink76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76.png"/><Relationship Id="rId31" Type="http://schemas.openxmlformats.org/officeDocument/2006/relationships/customXml" Target="../ink/ink77.xml"/><Relationship Id="rId30" Type="http://schemas.openxmlformats.org/officeDocument/2006/relationships/image" Target="../media/image5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DCBE-4BDE-02DE-3C75-D7CF847D0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045" y="196645"/>
            <a:ext cx="9144000" cy="589782"/>
          </a:xfrm>
        </p:spPr>
        <p:txBody>
          <a:bodyPr>
            <a:normAutofit/>
          </a:bodyPr>
          <a:lstStyle/>
          <a:p>
            <a:r>
              <a:rPr lang="en-US" sz="3200" dirty="0"/>
              <a:t>Bootup sequence of </a:t>
            </a:r>
            <a:r>
              <a:rPr lang="en-US" sz="3200" dirty="0" err="1"/>
              <a:t>Bananapi</a:t>
            </a:r>
            <a:r>
              <a:rPr lang="en-US" sz="3200" dirty="0"/>
              <a:t> – R3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DA3FF-850F-8B41-42E8-CBF18C5BF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03" y="1538486"/>
            <a:ext cx="5695216" cy="3781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420B5-6D66-79D6-62AA-EF006DFC2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19" y="1779638"/>
            <a:ext cx="4767070" cy="303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6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792C-24AE-58F7-538F-B048B521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666" y="4960144"/>
            <a:ext cx="1806677" cy="509946"/>
          </a:xfrm>
        </p:spPr>
        <p:txBody>
          <a:bodyPr>
            <a:normAutofit/>
          </a:bodyPr>
          <a:lstStyle/>
          <a:p>
            <a:r>
              <a:rPr lang="en-US" sz="2800" dirty="0"/>
              <a:t>Front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24F033-3757-1B26-D21F-CE6FA38B7BED}"/>
              </a:ext>
            </a:extLst>
          </p:cNvPr>
          <p:cNvSpPr/>
          <p:nvPr/>
        </p:nvSpPr>
        <p:spPr>
          <a:xfrm>
            <a:off x="2507225" y="1730477"/>
            <a:ext cx="5456903" cy="2900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CCE1DC-D6FD-9CA9-820B-7939BD347596}"/>
              </a:ext>
            </a:extLst>
          </p:cNvPr>
          <p:cNvSpPr/>
          <p:nvPr/>
        </p:nvSpPr>
        <p:spPr>
          <a:xfrm>
            <a:off x="5447071" y="1968680"/>
            <a:ext cx="417869" cy="6008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E5F66-B2B7-57DB-C856-BD5C5970E975}"/>
              </a:ext>
            </a:extLst>
          </p:cNvPr>
          <p:cNvSpPr/>
          <p:nvPr/>
        </p:nvSpPr>
        <p:spPr>
          <a:xfrm>
            <a:off x="5235676" y="2807777"/>
            <a:ext cx="629264" cy="5099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26B76-8519-951A-AC41-E60C2892C482}"/>
              </a:ext>
            </a:extLst>
          </p:cNvPr>
          <p:cNvSpPr/>
          <p:nvPr/>
        </p:nvSpPr>
        <p:spPr>
          <a:xfrm>
            <a:off x="5235676" y="3646874"/>
            <a:ext cx="629264" cy="5099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295B4A6-6186-65CB-9642-D2273D66169A}"/>
              </a:ext>
            </a:extLst>
          </p:cNvPr>
          <p:cNvSpPr txBox="1">
            <a:spLocks/>
          </p:cNvSpPr>
          <p:nvPr/>
        </p:nvSpPr>
        <p:spPr>
          <a:xfrm>
            <a:off x="567813" y="438868"/>
            <a:ext cx="1806677" cy="509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Storage 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99E11-6187-2DAB-E10F-85925EED8F7F}"/>
              </a:ext>
            </a:extLst>
          </p:cNvPr>
          <p:cNvSpPr txBox="1"/>
          <p:nvPr/>
        </p:nvSpPr>
        <p:spPr>
          <a:xfrm>
            <a:off x="2922640" y="28635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CPU MT7986 (4 core)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DF8CBC-39F8-7296-EE35-DE3CDF39342B}"/>
              </a:ext>
            </a:extLst>
          </p:cNvPr>
          <p:cNvSpPr txBox="1"/>
          <p:nvPr/>
        </p:nvSpPr>
        <p:spPr>
          <a:xfrm>
            <a:off x="2922640" y="3549094"/>
            <a:ext cx="2861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Ethernet Switch chip MT7531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C21FE-39B7-7964-5102-55E9289176D1}"/>
              </a:ext>
            </a:extLst>
          </p:cNvPr>
          <p:cNvSpPr txBox="1"/>
          <p:nvPr/>
        </p:nvSpPr>
        <p:spPr>
          <a:xfrm>
            <a:off x="3893574" y="20682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8GB eMMC</a:t>
            </a:r>
          </a:p>
        </p:txBody>
      </p:sp>
    </p:spTree>
    <p:extLst>
      <p:ext uri="{BB962C8B-B14F-4D97-AF65-F5344CB8AC3E}">
        <p14:creationId xmlns:p14="http://schemas.microsoft.com/office/powerpoint/2010/main" val="387310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A59B-C292-4C80-21DE-2505AF63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20CA-4F70-13CA-8022-14FE8A43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666" y="4960144"/>
            <a:ext cx="1806677" cy="509946"/>
          </a:xfrm>
        </p:spPr>
        <p:txBody>
          <a:bodyPr>
            <a:normAutofit/>
          </a:bodyPr>
          <a:lstStyle/>
          <a:p>
            <a:r>
              <a:rPr lang="en-US" sz="2800" dirty="0"/>
              <a:t>Back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D2A8E6-BAC3-8D74-D284-21367E88F75E}"/>
              </a:ext>
            </a:extLst>
          </p:cNvPr>
          <p:cNvSpPr/>
          <p:nvPr/>
        </p:nvSpPr>
        <p:spPr>
          <a:xfrm>
            <a:off x="2507225" y="1730477"/>
            <a:ext cx="5456903" cy="2900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0DF8D-0AA6-7BDF-42AA-643B410B1A95}"/>
              </a:ext>
            </a:extLst>
          </p:cNvPr>
          <p:cNvSpPr/>
          <p:nvPr/>
        </p:nvSpPr>
        <p:spPr>
          <a:xfrm>
            <a:off x="3338050" y="2569574"/>
            <a:ext cx="629264" cy="5099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252C9B-84E8-A3F1-CBDE-F2674EBE6348}"/>
              </a:ext>
            </a:extLst>
          </p:cNvPr>
          <p:cNvSpPr/>
          <p:nvPr/>
        </p:nvSpPr>
        <p:spPr>
          <a:xfrm>
            <a:off x="3338050" y="3530114"/>
            <a:ext cx="629264" cy="5099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896CC1D-700A-DF75-BA48-077BAEE7ACE2}"/>
              </a:ext>
            </a:extLst>
          </p:cNvPr>
          <p:cNvSpPr txBox="1">
            <a:spLocks/>
          </p:cNvSpPr>
          <p:nvPr/>
        </p:nvSpPr>
        <p:spPr>
          <a:xfrm>
            <a:off x="567813" y="438868"/>
            <a:ext cx="1806677" cy="509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Storage 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77EEB-9B83-54F6-5A8B-D44C748C34FE}"/>
              </a:ext>
            </a:extLst>
          </p:cNvPr>
          <p:cNvSpPr txBox="1"/>
          <p:nvPr/>
        </p:nvSpPr>
        <p:spPr>
          <a:xfrm>
            <a:off x="484234" y="3615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32MB SPI NOR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90112-8444-A442-1A36-A36175D4E09C}"/>
              </a:ext>
            </a:extLst>
          </p:cNvPr>
          <p:cNvSpPr txBox="1"/>
          <p:nvPr/>
        </p:nvSpPr>
        <p:spPr>
          <a:xfrm>
            <a:off x="484234" y="25808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128MB SPI NAND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76CF2-8D91-DCAC-36CA-38ED1C5C3C5D}"/>
              </a:ext>
            </a:extLst>
          </p:cNvPr>
          <p:cNvSpPr/>
          <p:nvPr/>
        </p:nvSpPr>
        <p:spPr>
          <a:xfrm>
            <a:off x="3338050" y="1479685"/>
            <a:ext cx="629264" cy="50994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876A7-D6D4-7757-B308-2B745A5CF8A4}"/>
              </a:ext>
            </a:extLst>
          </p:cNvPr>
          <p:cNvSpPr txBox="1"/>
          <p:nvPr/>
        </p:nvSpPr>
        <p:spPr>
          <a:xfrm>
            <a:off x="2187676" y="1170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SD card</a:t>
            </a:r>
          </a:p>
        </p:txBody>
      </p:sp>
    </p:spTree>
    <p:extLst>
      <p:ext uri="{BB962C8B-B14F-4D97-AF65-F5344CB8AC3E}">
        <p14:creationId xmlns:p14="http://schemas.microsoft.com/office/powerpoint/2010/main" val="314163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EBFE-1D92-21C5-CCC5-38C47C1CB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70157"/>
            <a:ext cx="10515600" cy="1325563"/>
          </a:xfrm>
        </p:spPr>
        <p:txBody>
          <a:bodyPr/>
          <a:lstStyle/>
          <a:p>
            <a:r>
              <a:rPr lang="en-US" dirty="0" err="1"/>
              <a:t>Summry</a:t>
            </a:r>
            <a:r>
              <a:rPr lang="en-US" dirty="0"/>
              <a:t> boot sequence without OPTEE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FCF41D-CC29-3993-9E8B-44D685ECECC5}"/>
              </a:ext>
            </a:extLst>
          </p:cNvPr>
          <p:cNvSpPr txBox="1">
            <a:spLocks/>
          </p:cNvSpPr>
          <p:nvPr/>
        </p:nvSpPr>
        <p:spPr>
          <a:xfrm>
            <a:off x="385916" y="1483749"/>
            <a:ext cx="9962536" cy="593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BL1 (Boot ROM) -&gt; BL2 -&gt; BL31-&gt; BL33 (U-Boot) -&gt; Linux</a:t>
            </a:r>
          </a:p>
        </p:txBody>
      </p:sp>
    </p:spTree>
    <p:extLst>
      <p:ext uri="{BB962C8B-B14F-4D97-AF65-F5344CB8AC3E}">
        <p14:creationId xmlns:p14="http://schemas.microsoft.com/office/powerpoint/2010/main" val="253186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DD38-2291-7681-381D-9753F59A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9479-661B-5856-69BA-524F10BD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70157"/>
            <a:ext cx="10515600" cy="1325563"/>
          </a:xfrm>
        </p:spPr>
        <p:txBody>
          <a:bodyPr/>
          <a:lstStyle/>
          <a:p>
            <a:r>
              <a:rPr lang="en-US"/>
              <a:t>Summry boot sequence with OPTEE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94FEB9-C52D-6280-4146-70CF96D55513}"/>
              </a:ext>
            </a:extLst>
          </p:cNvPr>
          <p:cNvSpPr txBox="1">
            <a:spLocks/>
          </p:cNvSpPr>
          <p:nvPr/>
        </p:nvSpPr>
        <p:spPr>
          <a:xfrm>
            <a:off x="385916" y="1483749"/>
            <a:ext cx="9962536" cy="593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89AFDD-12C8-6C76-84AF-35A3708E3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84" y="1395720"/>
            <a:ext cx="2172003" cy="4382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B2FAE0-8F7F-168B-08F8-96A0116D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817" y="1395720"/>
            <a:ext cx="7394267" cy="474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9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C0F1-FFF4-22A5-3C2F-E5542D8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</a:t>
            </a:r>
            <a:br>
              <a:rPr lang="en-US" dirty="0"/>
            </a:br>
            <a:r>
              <a:rPr lang="en-US" dirty="0"/>
              <a:t>Phase by Phase on Banana pi R3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EB1BF-3CF3-7905-D574-40400D20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2097921"/>
            <a:ext cx="6770432" cy="430646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A7F7C30-45BF-5043-B02F-71AA0041B7E6}"/>
              </a:ext>
            </a:extLst>
          </p:cNvPr>
          <p:cNvGrpSpPr/>
          <p:nvPr/>
        </p:nvGrpSpPr>
        <p:grpSpPr>
          <a:xfrm>
            <a:off x="1260279" y="1641275"/>
            <a:ext cx="3103200" cy="394200"/>
            <a:chOff x="1260279" y="1641275"/>
            <a:chExt cx="310320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C18EDA-C5D8-30A1-4883-37A8C1C452F0}"/>
                    </a:ext>
                  </a:extLst>
                </p14:cNvPr>
                <p14:cNvContentPartPr/>
                <p14:nvPr/>
              </p14:nvContentPartPr>
              <p14:xfrm>
                <a:off x="1260279" y="1661435"/>
                <a:ext cx="19080" cy="361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C18EDA-C5D8-30A1-4883-37A8C1C45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54159" y="1655315"/>
                  <a:ext cx="31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52EB8A-E141-4D6A-D5C0-7900607B3DF2}"/>
                    </a:ext>
                  </a:extLst>
                </p14:cNvPr>
                <p14:cNvContentPartPr/>
                <p14:nvPr/>
              </p14:nvContentPartPr>
              <p14:xfrm>
                <a:off x="1268199" y="1641275"/>
                <a:ext cx="252360" cy="354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52EB8A-E141-4D6A-D5C0-7900607B3D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62079" y="1635155"/>
                  <a:ext cx="2646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6B11D6-F5F5-08A2-0524-4202FD70A1D3}"/>
                    </a:ext>
                  </a:extLst>
                </p14:cNvPr>
                <p14:cNvContentPartPr/>
                <p14:nvPr/>
              </p14:nvContentPartPr>
              <p14:xfrm>
                <a:off x="1605879" y="1651715"/>
                <a:ext cx="173160" cy="32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26B11D6-F5F5-08A2-0524-4202FD70A1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99759" y="1645595"/>
                  <a:ext cx="1854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EC75E4-5E66-5E94-2226-405F6CC77026}"/>
                    </a:ext>
                  </a:extLst>
                </p14:cNvPr>
                <p14:cNvContentPartPr/>
                <p14:nvPr/>
              </p14:nvContentPartPr>
              <p14:xfrm>
                <a:off x="1916919" y="1653875"/>
                <a:ext cx="119520" cy="356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EC75E4-5E66-5E94-2226-405F6CC7702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10799" y="1647755"/>
                  <a:ext cx="1317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21C0C7-1AEF-8A2A-3EBE-57021FB2D287}"/>
                    </a:ext>
                  </a:extLst>
                </p14:cNvPr>
                <p14:cNvContentPartPr/>
                <p14:nvPr/>
              </p14:nvContentPartPr>
              <p14:xfrm>
                <a:off x="1887759" y="2005595"/>
                <a:ext cx="153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21C0C7-1AEF-8A2A-3EBE-57021FB2D2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81639" y="1999475"/>
                  <a:ext cx="165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E16263D-0B2F-6C96-41E7-81CAE2168A21}"/>
                    </a:ext>
                  </a:extLst>
                </p14:cNvPr>
                <p14:cNvContentPartPr/>
                <p14:nvPr/>
              </p14:nvContentPartPr>
              <p14:xfrm>
                <a:off x="2261079" y="1818395"/>
                <a:ext cx="363240" cy="30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E16263D-0B2F-6C96-41E7-81CAE2168A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54959" y="1812275"/>
                  <a:ext cx="375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1EEB65-345D-CB79-3D5D-F05AD88B30A0}"/>
                    </a:ext>
                  </a:extLst>
                </p14:cNvPr>
                <p14:cNvContentPartPr/>
                <p14:nvPr/>
              </p14:nvContentPartPr>
              <p14:xfrm>
                <a:off x="2532879" y="1740275"/>
                <a:ext cx="135360" cy="15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1EEB65-345D-CB79-3D5D-F05AD88B30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26759" y="1734155"/>
                  <a:ext cx="147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9344C7-2FC0-7720-946A-B9BDCA9589DA}"/>
                    </a:ext>
                  </a:extLst>
                </p14:cNvPr>
                <p14:cNvContentPartPr/>
                <p14:nvPr/>
              </p14:nvContentPartPr>
              <p14:xfrm>
                <a:off x="2880639" y="1661435"/>
                <a:ext cx="30600" cy="32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9344C7-2FC0-7720-946A-B9BDCA9589D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74519" y="1655315"/>
                  <a:ext cx="42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9FE398C-16AD-7EA3-028A-D903A70E142A}"/>
                    </a:ext>
                  </a:extLst>
                </p14:cNvPr>
                <p14:cNvContentPartPr/>
                <p14:nvPr/>
              </p14:nvContentPartPr>
              <p14:xfrm>
                <a:off x="2910159" y="1659995"/>
                <a:ext cx="371160" cy="348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9FE398C-16AD-7EA3-028A-D903A70E14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04039" y="1653875"/>
                  <a:ext cx="3834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BB56AD9-FBB9-F1EB-E67C-9B24411E321D}"/>
                    </a:ext>
                  </a:extLst>
                </p14:cNvPr>
                <p14:cNvContentPartPr/>
                <p14:nvPr/>
              </p14:nvContentPartPr>
              <p14:xfrm>
                <a:off x="3362679" y="1651715"/>
                <a:ext cx="228960" cy="38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BB56AD9-FBB9-F1EB-E67C-9B24411E32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56559" y="1645595"/>
                  <a:ext cx="241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6C9DD8-EE97-2B1D-E8F5-A243700D6D06}"/>
                    </a:ext>
                  </a:extLst>
                </p14:cNvPr>
                <p14:cNvContentPartPr/>
                <p14:nvPr/>
              </p14:nvContentPartPr>
              <p14:xfrm>
                <a:off x="3618279" y="1769075"/>
                <a:ext cx="283680" cy="251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6C9DD8-EE97-2B1D-E8F5-A243700D6D0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12159" y="1762955"/>
                  <a:ext cx="295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B60F9A-D0D9-8A41-4C00-FAECF715CA60}"/>
                    </a:ext>
                  </a:extLst>
                </p14:cNvPr>
                <p14:cNvContentPartPr/>
                <p14:nvPr/>
              </p14:nvContentPartPr>
              <p14:xfrm>
                <a:off x="3962439" y="1877795"/>
                <a:ext cx="3801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B60F9A-D0D9-8A41-4C00-FAECF715CA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56319" y="1871675"/>
                  <a:ext cx="392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5E232E-EFA1-3595-D7FE-E531840778DF}"/>
                    </a:ext>
                  </a:extLst>
                </p14:cNvPr>
                <p14:cNvContentPartPr/>
                <p14:nvPr/>
              </p14:nvContentPartPr>
              <p14:xfrm>
                <a:off x="4227759" y="1788875"/>
                <a:ext cx="135720" cy="172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5E232E-EFA1-3595-D7FE-E531840778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21639" y="1782755"/>
                  <a:ext cx="1479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44857-A191-DF14-A95C-B946108310F7}"/>
              </a:ext>
            </a:extLst>
          </p:cNvPr>
          <p:cNvGrpSpPr/>
          <p:nvPr/>
        </p:nvGrpSpPr>
        <p:grpSpPr>
          <a:xfrm>
            <a:off x="4728879" y="1553075"/>
            <a:ext cx="984600" cy="502560"/>
            <a:chOff x="4728879" y="1553075"/>
            <a:chExt cx="98460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D8541B-3C44-8C4D-5C0F-6509D7D9F868}"/>
                    </a:ext>
                  </a:extLst>
                </p14:cNvPr>
                <p14:cNvContentPartPr/>
                <p14:nvPr/>
              </p14:nvContentPartPr>
              <p14:xfrm>
                <a:off x="4752999" y="1553075"/>
                <a:ext cx="26280" cy="477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D8541B-3C44-8C4D-5C0F-6509D7D9F86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46879" y="1546955"/>
                  <a:ext cx="385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86402C0-5CB6-6195-88B8-1C9C35F92155}"/>
                    </a:ext>
                  </a:extLst>
                </p14:cNvPr>
                <p14:cNvContentPartPr/>
                <p14:nvPr/>
              </p14:nvContentPartPr>
              <p14:xfrm>
                <a:off x="4728879" y="1631555"/>
                <a:ext cx="203400" cy="39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86402C0-5CB6-6195-88B8-1C9C35F921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22759" y="1625435"/>
                  <a:ext cx="2156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9DC8C5-8518-8D52-B221-7EC659DE21CA}"/>
                    </a:ext>
                  </a:extLst>
                </p14:cNvPr>
                <p14:cNvContentPartPr/>
                <p14:nvPr/>
              </p14:nvContentPartPr>
              <p14:xfrm>
                <a:off x="5069439" y="1651715"/>
                <a:ext cx="23760" cy="36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9DC8C5-8518-8D52-B221-7EC659DE21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63319" y="1645595"/>
                  <a:ext cx="36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176D96-1387-7BF8-8774-1EE9D5B16161}"/>
                    </a:ext>
                  </a:extLst>
                </p14:cNvPr>
                <p14:cNvContentPartPr/>
                <p14:nvPr/>
              </p14:nvContentPartPr>
              <p14:xfrm>
                <a:off x="5063319" y="2054915"/>
                <a:ext cx="23472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176D96-1387-7BF8-8774-1EE9D5B1616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57199" y="2048795"/>
                  <a:ext cx="246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01CB45-9B5E-E3B1-1800-AAFC059160D5}"/>
                    </a:ext>
                  </a:extLst>
                </p14:cNvPr>
                <p14:cNvContentPartPr/>
                <p14:nvPr/>
              </p14:nvContentPartPr>
              <p14:xfrm>
                <a:off x="5359599" y="1720475"/>
                <a:ext cx="148320" cy="33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01CB45-9B5E-E3B1-1800-AAFC059160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53479" y="1714355"/>
                  <a:ext cx="160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4EF269-9DE2-65C2-F578-D23C4D165124}"/>
                    </a:ext>
                  </a:extLst>
                </p14:cNvPr>
                <p14:cNvContentPartPr/>
                <p14:nvPr/>
              </p14:nvContentPartPr>
              <p14:xfrm>
                <a:off x="5604039" y="1724795"/>
                <a:ext cx="109440" cy="290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4EF269-9DE2-65C2-F578-D23C4D16512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97919" y="1718675"/>
                  <a:ext cx="12168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BDC5AA5-663E-5828-10A3-709F1FC64A9D}"/>
                  </a:ext>
                </a:extLst>
              </p14:cNvPr>
              <p14:cNvContentPartPr/>
              <p14:nvPr/>
            </p14:nvContentPartPr>
            <p14:xfrm>
              <a:off x="1228599" y="3804875"/>
              <a:ext cx="1557000" cy="132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BDC5AA5-663E-5828-10A3-709F1FC64A9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22479" y="3798755"/>
                <a:ext cx="1569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7AE7E1C-6FDB-EC30-25A0-745B21153F14}"/>
                  </a:ext>
                </a:extLst>
              </p14:cNvPr>
              <p14:cNvContentPartPr/>
              <p14:nvPr/>
            </p14:nvContentPartPr>
            <p14:xfrm>
              <a:off x="1258479" y="3814955"/>
              <a:ext cx="1571400" cy="197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7AE7E1C-6FDB-EC30-25A0-745B21153F1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252359" y="3808835"/>
                <a:ext cx="158364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4646357-D0E9-4078-CD5A-46012E375E4E}"/>
              </a:ext>
            </a:extLst>
          </p:cNvPr>
          <p:cNvGrpSpPr/>
          <p:nvPr/>
        </p:nvGrpSpPr>
        <p:grpSpPr>
          <a:xfrm>
            <a:off x="2802159" y="3312395"/>
            <a:ext cx="5536080" cy="581400"/>
            <a:chOff x="2802159" y="3312395"/>
            <a:chExt cx="5536080" cy="5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A1059D5-3592-B9EF-385D-9F7AF7DBFC1F}"/>
                    </a:ext>
                  </a:extLst>
                </p14:cNvPr>
                <p14:cNvContentPartPr/>
                <p14:nvPr/>
              </p14:nvContentPartPr>
              <p14:xfrm>
                <a:off x="2802159" y="3381875"/>
                <a:ext cx="5426640" cy="511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A1059D5-3592-B9EF-385D-9F7AF7DBFC1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96039" y="3375755"/>
                  <a:ext cx="543888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DC7CE-30F2-6E23-4214-D83801181A9C}"/>
                    </a:ext>
                  </a:extLst>
                </p14:cNvPr>
                <p14:cNvContentPartPr/>
                <p14:nvPr/>
              </p14:nvContentPartPr>
              <p14:xfrm>
                <a:off x="8170479" y="3312395"/>
                <a:ext cx="167760" cy="170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DC7CE-30F2-6E23-4214-D83801181A9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64359" y="3306275"/>
                  <a:ext cx="180000" cy="18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BAA39BB-81E7-92F8-1F53-F16CC0688776}"/>
              </a:ext>
            </a:extLst>
          </p:cNvPr>
          <p:cNvSpPr txBox="1"/>
          <p:nvPr/>
        </p:nvSpPr>
        <p:spPr>
          <a:xfrm>
            <a:off x="8455742" y="2969342"/>
            <a:ext cx="33626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</a:t>
            </a:r>
            <a:r>
              <a:rPr lang="en-US" dirty="0" err="1"/>
              <a:t>theo</a:t>
            </a:r>
            <a:r>
              <a:rPr lang="en-US" dirty="0"/>
              <a:t> Blog </a:t>
            </a:r>
            <a:r>
              <a:rPr lang="en-US" dirty="0" err="1"/>
              <a:t>Bananap</a:t>
            </a:r>
            <a:r>
              <a:rPr lang="en-US" dirty="0"/>
              <a:t> pi4 getting started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[EC]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bpi-r3 boot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3000 : SD card</a:t>
            </a:r>
          </a:p>
          <a:p>
            <a:r>
              <a:rPr lang="en-US" dirty="0"/>
              <a:t>2000: eMMC</a:t>
            </a:r>
            <a:br>
              <a:rPr lang="en-US" dirty="0"/>
            </a:br>
            <a:r>
              <a:rPr lang="en-US" dirty="0"/>
              <a:t>1000: NAND</a:t>
            </a:r>
            <a:br>
              <a:rPr lang="en-US" dirty="0"/>
            </a:br>
            <a:r>
              <a:rPr lang="en-US" dirty="0"/>
              <a:t>0000: NOR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92AA724-BEF6-6C0C-8D28-2C654C1619F7}"/>
                  </a:ext>
                </a:extLst>
              </p14:cNvPr>
              <p14:cNvContentPartPr/>
              <p14:nvPr/>
            </p14:nvContentPartPr>
            <p14:xfrm>
              <a:off x="1867959" y="4393835"/>
              <a:ext cx="4776840" cy="71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92AA724-BEF6-6C0C-8D28-2C654C1619F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13959" y="4285835"/>
                <a:ext cx="4884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9041E0C-00E5-A9DF-2B43-067EAA3F05F6}"/>
                  </a:ext>
                </a:extLst>
              </p14:cNvPr>
              <p14:cNvContentPartPr/>
              <p14:nvPr/>
            </p14:nvContentPartPr>
            <p14:xfrm>
              <a:off x="1926999" y="4358195"/>
              <a:ext cx="1622880" cy="146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9041E0C-00E5-A9DF-2B43-067EAA3F05F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73359" y="4250195"/>
                <a:ext cx="173052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BC6EE42-03F8-8264-E6E3-01CCF149FE50}"/>
                  </a:ext>
                </a:extLst>
              </p14:cNvPr>
              <p14:cNvContentPartPr/>
              <p14:nvPr/>
            </p14:nvContentPartPr>
            <p14:xfrm>
              <a:off x="2426319" y="4414355"/>
              <a:ext cx="1132920" cy="89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BC6EE42-03F8-8264-E6E3-01CCF149FE5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2679" y="4306355"/>
                <a:ext cx="124056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FF94645-F43A-5729-5059-293301FCA129}"/>
                  </a:ext>
                </a:extLst>
              </p14:cNvPr>
              <p14:cNvContentPartPr/>
              <p14:nvPr/>
            </p14:nvContentPartPr>
            <p14:xfrm>
              <a:off x="1887759" y="5537195"/>
              <a:ext cx="1252440" cy="68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FF94645-F43A-5729-5059-293301FCA12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833759" y="5429195"/>
                <a:ext cx="13600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69FACEA-8F35-A278-0385-C5E93CCD148B}"/>
                  </a:ext>
                </a:extLst>
              </p14:cNvPr>
              <p14:cNvContentPartPr/>
              <p14:nvPr/>
            </p14:nvContentPartPr>
            <p14:xfrm>
              <a:off x="1986039" y="5712155"/>
              <a:ext cx="2457360" cy="89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69FACEA-8F35-A278-0385-C5E93CCD148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932399" y="5604515"/>
                <a:ext cx="25650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4F8D5E7-3D4A-EFF6-D0F0-9BE197FF5C8F}"/>
                  </a:ext>
                </a:extLst>
              </p14:cNvPr>
              <p14:cNvContentPartPr/>
              <p14:nvPr/>
            </p14:nvContentPartPr>
            <p14:xfrm>
              <a:off x="1228599" y="6252875"/>
              <a:ext cx="2900880" cy="10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4F8D5E7-3D4A-EFF6-D0F0-9BE197FF5C8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74599" y="6144875"/>
                <a:ext cx="30085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BDA12DD-D759-E3EA-D2F4-324606F6FC62}"/>
                  </a:ext>
                </a:extLst>
              </p14:cNvPr>
              <p14:cNvContentPartPr/>
              <p14:nvPr/>
            </p14:nvContentPartPr>
            <p14:xfrm>
              <a:off x="1081552" y="6213995"/>
              <a:ext cx="275040" cy="10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BDA12DD-D759-E3EA-D2F4-324606F6FC6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27912" y="6105995"/>
                <a:ext cx="3826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22369C-35D8-2D24-7071-4016968982A9}"/>
                  </a:ext>
                </a:extLst>
              </p14:cNvPr>
              <p14:cNvContentPartPr/>
              <p14:nvPr/>
            </p14:nvContentPartPr>
            <p14:xfrm>
              <a:off x="-177008" y="5850035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22369C-35D8-2D24-7071-4016968982A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-231008" y="574239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A5C486E-ED80-4C37-7C04-9C9B391F7850}"/>
                  </a:ext>
                </a:extLst>
              </p14:cNvPr>
              <p14:cNvContentPartPr/>
              <p14:nvPr/>
            </p14:nvContentPartPr>
            <p14:xfrm>
              <a:off x="1936552" y="5771195"/>
              <a:ext cx="854640" cy="79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A5C486E-ED80-4C37-7C04-9C9B391F785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882912" y="5663555"/>
                <a:ext cx="962280" cy="2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08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BL33 (</a:t>
            </a:r>
            <a:r>
              <a:rPr lang="en-US" sz="1800" dirty="0" err="1" smtClean="0"/>
              <a:t>Uboot</a:t>
            </a:r>
            <a:r>
              <a:rPr lang="en-US" sz="1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A391CA-CA5F-E226-34AB-F696E3FB010B}"/>
                  </a:ext>
                </a:extLst>
              </p14:cNvPr>
              <p14:cNvContentPartPr/>
              <p14:nvPr/>
            </p14:nvContentPartPr>
            <p14:xfrm>
              <a:off x="1700752" y="1028195"/>
              <a:ext cx="6480" cy="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A391CA-CA5F-E226-34AB-F696E3FB01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6752" y="920555"/>
                <a:ext cx="1141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CCE5E7-51DB-77CC-1822-01097DAB08BC}"/>
                  </a:ext>
                </a:extLst>
              </p14:cNvPr>
              <p14:cNvContentPartPr/>
              <p14:nvPr/>
            </p14:nvContentPartPr>
            <p14:xfrm>
              <a:off x="1504192" y="123879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CCE5E7-51DB-77CC-1822-01097DAB08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0192" y="1130795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139D1C3-F397-CB2E-3B90-14EEA473B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50" y="467756"/>
            <a:ext cx="7240219" cy="553243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39519DB-51C5-2AEA-586C-EE3AA7A5CA60}"/>
              </a:ext>
            </a:extLst>
          </p:cNvPr>
          <p:cNvGrpSpPr/>
          <p:nvPr/>
        </p:nvGrpSpPr>
        <p:grpSpPr>
          <a:xfrm>
            <a:off x="4099500" y="944460"/>
            <a:ext cx="2767680" cy="427320"/>
            <a:chOff x="4099500" y="944460"/>
            <a:chExt cx="27676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1CED94-0B51-C41F-AC12-8C63ECCEE23A}"/>
                    </a:ext>
                  </a:extLst>
                </p14:cNvPr>
                <p14:cNvContentPartPr/>
                <p14:nvPr/>
              </p14:nvContentPartPr>
              <p14:xfrm>
                <a:off x="4099500" y="1275660"/>
                <a:ext cx="660960" cy="96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1CED94-0B51-C41F-AC12-8C63ECCEE2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93380" y="1269540"/>
                  <a:ext cx="673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0666EC-8A64-04CA-82A2-EFED0920B131}"/>
                    </a:ext>
                  </a:extLst>
                </p14:cNvPr>
                <p14:cNvContentPartPr/>
                <p14:nvPr/>
              </p14:nvContentPartPr>
              <p14:xfrm>
                <a:off x="4754700" y="1207620"/>
                <a:ext cx="509400" cy="6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0666EC-8A64-04CA-82A2-EFED0920B1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48580" y="1201500"/>
                  <a:ext cx="521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73A36E-CDD1-9913-B731-3C84A322CB20}"/>
                    </a:ext>
                  </a:extLst>
                </p14:cNvPr>
                <p14:cNvContentPartPr/>
                <p14:nvPr/>
              </p14:nvContentPartPr>
              <p14:xfrm>
                <a:off x="5265180" y="1123020"/>
                <a:ext cx="399240" cy="43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73A36E-CDD1-9913-B731-3C84A322CB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59060" y="1116900"/>
                  <a:ext cx="411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70D0B0-F562-D500-7BA5-CA8607CA825C}"/>
                    </a:ext>
                  </a:extLst>
                </p14:cNvPr>
                <p14:cNvContentPartPr/>
                <p14:nvPr/>
              </p14:nvContentPartPr>
              <p14:xfrm>
                <a:off x="5592780" y="1084860"/>
                <a:ext cx="540360" cy="43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70D0B0-F562-D500-7BA5-CA8607CA82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86660" y="1078740"/>
                  <a:ext cx="552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840F2A-87CD-AA70-363E-2B26F120634E}"/>
                    </a:ext>
                  </a:extLst>
                </p14:cNvPr>
                <p14:cNvContentPartPr/>
                <p14:nvPr/>
              </p14:nvContentPartPr>
              <p14:xfrm>
                <a:off x="6141420" y="1026900"/>
                <a:ext cx="361800" cy="24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840F2A-87CD-AA70-363E-2B26F12063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35300" y="1020780"/>
                  <a:ext cx="374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4BB907-34CD-B060-DA2B-F2D1A7C09215}"/>
                    </a:ext>
                  </a:extLst>
                </p14:cNvPr>
                <p14:cNvContentPartPr/>
                <p14:nvPr/>
              </p14:nvContentPartPr>
              <p14:xfrm>
                <a:off x="6461820" y="1013220"/>
                <a:ext cx="225720" cy="1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4BB907-34CD-B060-DA2B-F2D1A7C092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55700" y="1007100"/>
                  <a:ext cx="2379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013090-E945-68C9-6A75-A0F62BFB98A2}"/>
                    </a:ext>
                  </a:extLst>
                </p14:cNvPr>
                <p14:cNvContentPartPr/>
                <p14:nvPr/>
              </p14:nvContentPartPr>
              <p14:xfrm>
                <a:off x="6674940" y="1016820"/>
                <a:ext cx="192240" cy="11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013090-E945-68C9-6A75-A0F62BFB98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68820" y="1010700"/>
                  <a:ext cx="204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0FBB8B-98B0-8FF0-CB7E-664D4EDF3334}"/>
                    </a:ext>
                  </a:extLst>
                </p14:cNvPr>
                <p14:cNvContentPartPr/>
                <p14:nvPr/>
              </p14:nvContentPartPr>
              <p14:xfrm>
                <a:off x="6713100" y="1003140"/>
                <a:ext cx="141480" cy="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0FBB8B-98B0-8FF0-CB7E-664D4EDF33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06980" y="997020"/>
                  <a:ext cx="1537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7F352E-6573-8C2F-90C9-A9511F7E7FC7}"/>
                    </a:ext>
                  </a:extLst>
                </p14:cNvPr>
                <p14:cNvContentPartPr/>
                <p14:nvPr/>
              </p14:nvContentPartPr>
              <p14:xfrm>
                <a:off x="6827940" y="944460"/>
                <a:ext cx="37800" cy="48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7F352E-6573-8C2F-90C9-A9511F7E7F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21820" y="938340"/>
                  <a:ext cx="5004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B943E5-1B38-57D5-32C3-57F94F3AB06A}"/>
              </a:ext>
            </a:extLst>
          </p:cNvPr>
          <p:cNvGrpSpPr/>
          <p:nvPr/>
        </p:nvGrpSpPr>
        <p:grpSpPr>
          <a:xfrm>
            <a:off x="3573540" y="4435020"/>
            <a:ext cx="1492920" cy="154440"/>
            <a:chOff x="3573540" y="4435020"/>
            <a:chExt cx="149292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E688F60-4E6E-31C2-F402-CCF98B6E035B}"/>
                    </a:ext>
                  </a:extLst>
                </p14:cNvPr>
                <p14:cNvContentPartPr/>
                <p14:nvPr/>
              </p14:nvContentPartPr>
              <p14:xfrm>
                <a:off x="3573540" y="4556700"/>
                <a:ext cx="812520" cy="3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E688F60-4E6E-31C2-F402-CCF98B6E03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67420" y="4550580"/>
                  <a:ext cx="824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23A33FD-3993-9A8A-EB0F-5BCB90BD2324}"/>
                    </a:ext>
                  </a:extLst>
                </p14:cNvPr>
                <p14:cNvContentPartPr/>
                <p14:nvPr/>
              </p14:nvContentPartPr>
              <p14:xfrm>
                <a:off x="4350780" y="4532940"/>
                <a:ext cx="282600" cy="31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23A33FD-3993-9A8A-EB0F-5BCB90BD232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4660" y="4526820"/>
                  <a:ext cx="294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21DBA1-C48D-6EF9-B0D5-7A6B27CF8069}"/>
                    </a:ext>
                  </a:extLst>
                </p14:cNvPr>
                <p14:cNvContentPartPr/>
                <p14:nvPr/>
              </p14:nvContentPartPr>
              <p14:xfrm>
                <a:off x="4373820" y="4505220"/>
                <a:ext cx="307440" cy="2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21DBA1-C48D-6EF9-B0D5-7A6B27CF806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67700" y="4499100"/>
                  <a:ext cx="319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C3624E-9A9A-2956-7BBA-7C661BC643DC}"/>
                    </a:ext>
                  </a:extLst>
                </p14:cNvPr>
                <p14:cNvContentPartPr/>
                <p14:nvPr/>
              </p14:nvContentPartPr>
              <p14:xfrm>
                <a:off x="4472820" y="4435020"/>
                <a:ext cx="312480" cy="4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C3624E-9A9A-2956-7BBA-7C661BC643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66700" y="4428900"/>
                  <a:ext cx="324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D0EEB9-AB1E-1AF2-122F-800B73A4E7C8}"/>
                    </a:ext>
                  </a:extLst>
                </p14:cNvPr>
                <p14:cNvContentPartPr/>
                <p14:nvPr/>
              </p14:nvContentPartPr>
              <p14:xfrm>
                <a:off x="4861260" y="4440780"/>
                <a:ext cx="205200" cy="17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D0EEB9-AB1E-1AF2-122F-800B73A4E7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55140" y="4434660"/>
                  <a:ext cx="217440" cy="29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91557" y="621342"/>
            <a:ext cx="3887593" cy="6462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45872" y="4127584"/>
            <a:ext cx="4292706" cy="6148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3" name="Ink 12"/>
              <p14:cNvContentPartPr/>
              <p14:nvPr/>
            </p14:nvContentPartPr>
            <p14:xfrm>
              <a:off x="4068900" y="1310220"/>
              <a:ext cx="662400" cy="7668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60255" y="1303740"/>
                <a:ext cx="677528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5" name="Ink 14"/>
              <p14:cNvContentPartPr/>
              <p14:nvPr/>
            </p14:nvContentPartPr>
            <p14:xfrm>
              <a:off x="3992580" y="1416060"/>
              <a:ext cx="114480" cy="180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83913" y="1408860"/>
                <a:ext cx="129648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7" name="Ink 16"/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426340" y="1408500"/>
                <a:ext cx="176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9" name="Ink 18"/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081900" y="1614060"/>
                <a:ext cx="176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1" name="Ink 20"/>
              <p14:cNvContentPartPr/>
              <p14:nvPr/>
            </p14:nvContentPartPr>
            <p14:xfrm>
              <a:off x="2550220" y="2705971"/>
              <a:ext cx="5349960" cy="36036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38340" y="2694091"/>
                <a:ext cx="537372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5" name="Ink 24"/>
              <p14:cNvContentPartPr/>
              <p14:nvPr/>
            </p14:nvContentPartPr>
            <p14:xfrm>
              <a:off x="8808100" y="2482051"/>
              <a:ext cx="360" cy="360"/>
            </p14:xfrm>
          </p:contentPart>
        </mc:Choice>
        <mc:Fallback>
          <p:pic>
            <p:nvPicPr>
              <p:cNvPr id="25" name="Ink 24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796220" y="2470171"/>
                <a:ext cx="24120" cy="2412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151945" y="2075613"/>
            <a:ext cx="3884598" cy="139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1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BL33 (</a:t>
            </a:r>
            <a:r>
              <a:rPr lang="en-US" sz="1800" dirty="0" err="1" smtClean="0"/>
              <a:t>Uboot</a:t>
            </a:r>
            <a:r>
              <a:rPr lang="en-US" sz="1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21" y="467756"/>
            <a:ext cx="5940667" cy="53588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30008" y="996036"/>
            <a:ext cx="5085107" cy="20020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" name="Ink 16"/>
              <p14:cNvContentPartPr/>
              <p14:nvPr/>
            </p14:nvContentPartPr>
            <p14:xfrm>
              <a:off x="4472620" y="1044931"/>
              <a:ext cx="2320560" cy="39240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64340" y="1036651"/>
                <a:ext cx="23371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/>
              <p14:cNvContentPartPr/>
              <p14:nvPr/>
            </p14:nvContentPartPr>
            <p14:xfrm>
              <a:off x="2009140" y="2270011"/>
              <a:ext cx="4784040" cy="49860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00860" y="2261731"/>
                <a:ext cx="480060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/>
              <p14:cNvContentPartPr/>
              <p14:nvPr/>
            </p14:nvContentPartPr>
            <p14:xfrm>
              <a:off x="2363740" y="1315651"/>
              <a:ext cx="4522680" cy="793440"/>
            </p14:xfrm>
          </p:contentPart>
        </mc:Choice>
        <mc:Fallback>
          <p:pic>
            <p:nvPicPr>
              <p:cNvPr id="25" name="Ink 24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55460" y="1307371"/>
                <a:ext cx="4539240" cy="81000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Picture 37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68766" y="3769567"/>
            <a:ext cx="4342914" cy="21526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Ink 32"/>
              <p14:cNvContentPartPr/>
              <p14:nvPr/>
            </p14:nvContentPartPr>
            <p14:xfrm>
              <a:off x="2357620" y="1363531"/>
              <a:ext cx="4876920" cy="3489120"/>
            </p14:xfrm>
          </p:contentPart>
        </mc:Choice>
        <mc:Fallback>
          <p:pic>
            <p:nvPicPr>
              <p:cNvPr id="33" name="Ink 32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345740" y="1351651"/>
                <a:ext cx="4897080" cy="35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1" name="Ink 40"/>
              <p14:cNvContentPartPr/>
              <p14:nvPr/>
            </p14:nvContentPartPr>
            <p14:xfrm>
              <a:off x="2065300" y="3273331"/>
              <a:ext cx="5144400" cy="1541520"/>
            </p14:xfrm>
          </p:contentPart>
        </mc:Choice>
        <mc:Fallback>
          <p:pic>
            <p:nvPicPr>
              <p:cNvPr id="41" name="Ink 40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057020" y="3265051"/>
                <a:ext cx="5160960" cy="15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726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BL33 (</a:t>
            </a:r>
            <a:r>
              <a:rPr lang="en-US" sz="1800" dirty="0" err="1" smtClean="0"/>
              <a:t>Uboot</a:t>
            </a:r>
            <a:r>
              <a:rPr lang="en-US" sz="1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data:image/png;base64,iVBORw0KGgoAAAANSUhEUgAAA9MAAAOHCAYAAAAkEhCkAAAAAXNSR0IArs4c6QAAAARnQU1BAACxjwv8YQUAAAAJcEhZcwAADsMAAA7DAcdvqGQAAP+lSURBVHhe7P1/kPT4fR/4ved5Vvwl2iUuH3plUl5wPA+PJ2jlRZzINGMG11S1b3ThCc3KXp4rdtUd9tzcZOycugKqKnsdnbsquHI6mzqxy6B0mpjbMftcwcZOMUVgRR+n3LlttXnho3JO1WuuoOLtzA2xtmjvI3JFybIoWTvP5A8AjR+NBr7oQc/0zPN+VXXV83R/B/gC3y/Q+PT38wV27ty5c44K7t27h3/wD/5B9u0lH3nqL+LPP/lB/PEf/kH2o0If/ehP4D/+j9vpN7/2XwPu30m/9+zfBP7SfuqtX/7lX8Z3vvOd1HuiHnvHO/Ejf+bH8N1/fpL9KOXuT38KX8SPAQAefuArAADpj76L59/1j/FnHv9jfOtb78Hf/btPZP4q8Oyz/wleeeWV7NtEtKb3vve98DwP//Jf/svsR7luP/ZD+N/8Zybe/Z73pN7/wR/+If7Jf/8N4F1/Ct/xXsW/+B9eS30eOa90trxG7v1XePnP/x387P9lnv2EttEnfx5/64mv4Bf+n8XfV9fFn/7Tfxof+9jH8Hu/93vZj1I++clP4kt/9+9m317yUx/9N/iRHz7DP/qNdy/ee/Y/4fdvZdIn8IUfeQ0/9+r3s5/UZu/p/yXuff8fYuBnP6Hr4rF3vBPf/f0/wvz+r2U/wmM/9EP4Pw3/73BfehH/4p+dZj+u3e3HHsN/+gv/JX6+87/KfkS0Mbeyb9Th9mM/hB/7c1LlQFrUe3/0z2bfurC3/80f46233sJj73hn9qOUf/s9O/j41/42Pv61v42/8vd8/JW/5+PH/l//Gv+Pv/cXMfzbH8c//NrTeOLP/mju64d/+IeziyOiNd26dQu3bt0SDqQjD77zz7Jv4d3veQ/ecXaGf/m6hzdPvpX9+Ob7B38H/91f+S/wnynZD2grveLimz/51/Af7GY/uJ5+//d/H3/0R3+Exx57LPtRyjvf+U488aM/Wvp64/eexD/9zm7qvXe+s/i7nXL4r+H/96H/OfQfyX5Qkx95Gv/7D/02/gED6Wvt7X/zx3j88cfxrvcsX+O+/Sd/Autv9fCJv6rhE39Vw+2SY/yizt5+G4/90A9l3ybaqJ1NjEz/2J//KH7yJ34cP/hX1X/N/OhHfwJP/9S91Hs/+hsv4Yn/7v+Weu+Nf/f/iN/96L+beu//c/RFfO93/nnqvSre+Z734l3v/RH83oPVy/j4xz+efauSb3zjG9m3iGgNP/zDP4xvf/vbOD0V/7X7mb/2NyDd/Sj842/hz3zwzy1GqH/j67+GX/tv/t/Z4ktu7Mg00RX70R/9UciyjD/4g9U/wvP7l2g7vfM978X/+MZ38Pprv5H9aOGv/uz/Gj/z6c9sPNj9ox/8IZ7/3/6H2beJNqb2YHrn1i18ovnv4/af/Ku1rjw/+tGfwF/6X/y11Hvv+/9+cSmYfus/+D/jwW46mP6HzvBCwTQA7Lz7fcAf/z7OH55lPyKiLfK+970P/+gf/SM8fPgw+9FKH/63fhz/0098El/5r78IAPjh974XAPCvfu93MyXzrXFKIyJBzWYTf/AHf1DpmCai7bDz7vdh9o9+FWdv/0n2I6IbrfZg+gN/9sfwF/9nfwl//K/eyn50Lbz7T/0IHnvHu/CvvlctdZSILs+73vUufO9738Nv/uZvZj8iomtqd3cXH/7wh/Gv//W/zn5ERFvu3X/qR/DN3/wt/PP/8RGcKkWPtFrnTL/jXe/G3Y8+hX/zr4tvIrLNfvAHv4f3/un3lc6dJqKr8dhjj2FnZwfHx8fZj4joGvN9H+94xztK504T0fb5wR/8HvY+8m/nzp0musl2/sbf+BuVRqYB5I5M/8j7/wx+8n/yU3jnrbfx9r/54+zH18rtH3oHzm69C+9+x6215n0T0Wa84x3vwPn5Ob75zW/i93//97MfE9E19973vhdPP/00bt26hT/+4+t9LUH0qImun1979b/Hd//lb2c/JrqRKqd5R+7dC24StnPrFt75w+/DOYAf/P53cX5T5jrt7ODdf+r92Ll162ZtF9E19fDhQ3z/+9/Hb/zGb+BP/oRzsohuqlu3bkFRFHzgAx/A7du3cc6bFRBdH+H1863bt/HHf/AWr5/pxltrZBoA7t+/n/r/gwcPUv8nIiIiIiIiuqnWGpm+d+8eg2kiIiIiIiJ6ZNV6AzIiIiIiIiKiRwGDaSIiIiIiIqKKGEwTERERERERVcRgmoiIiIiIiKgiBtMXJBsO5o4BOfvBBlzmuuh6Yd8gIiIiIrpcNySY1mDN53CM5VBCs+aYzy1o2Q/qcjLFbHoCL/t+gmY5mM/nwesiAY/AujZKNuDM57AyO3MzgVzQptl1rUM2Evs/8crrL9fWVfeNR52swUgd5xYMLd2/ZFmD5STLOLAyZS5PfcdXTIPlXPAcJ+C89QzOXn0eb7/6PN5++RmcJ1cmN3D26vM4ayXeA3D+hefw9qvPpcsSERERXdANCaZdTGaA1NjPXMTJ2JMAzCZwU+/Xx3OH6A4Llq5ZMFVg3FagKAqU1nDtgKd0XZTLG7aCfd+fAfAXbdEartMSMgxn+wLx4r6xnXW+OWQYB01g0gv6maKgPQIapp0IVjUc2CYkf4p+dC7ojQDTviHtIsNwTKhS9v2atZ7Bmfk4bn3mBTz29Au4/SJw9lJxkHz+uedwpgK3P/NF7KxzyBMRERGtcEOCacCdzABpF3eTb8r7aEjAbLIqyFhBlhdBuaxp0DQN8tLFmgxZjl7Zz7J8nFzoIq7KuujGqL0fUi6h/VzEw7DbxdCND3LP7WI0A9RmPPR7Om6j1R1iUcxzcTj2c34EvH40y4YuzTAe+9mPavQEzj97FztjdxEU7zhfx+03HsfDn3kiWxiIAmmdgTQRERFtxo0JpnF8Ch8qEteuwN1dSJghGUvLmgHHiVJ9HVhLo0IyjIGNgaHBcOawzQ46HRO2nU4V1ywbth2+BstpjYvUYlMFoMJcSvMORgvnS3mWy6OIxeuK0jXDFMuV2wXIhgUnkYaqGdaGUuBlaMl1zedwLC1d76WU1+W02ED5dl2cyD4MysznNnQJkHQ7rnumDcv7mEhb1NEPReos3g+vJdlItGlOPxTcz+XLKeNiWCET4sJTJ2o7vgSOZQDHpzOM210cZd7Puth2fQAPnwRw8mbivTeBbwPnux9IvBcIAunHsdNnIE1ERESbcXOCae8IUz89EqQ1VcA/xfHiDQu2qcMftYM0y/YUkp5MxYxJege7ozYUpYVWS4HSPkylirvdMJ1zxUhMOrV4hn6Y/hmneXsYBkNX6Yt27QC65GN6FF/9la0LANROE5NeVA5Q9QHSsaAFW5cwXaSYnqKjq4kCNdL20cQEvWib231MJRN2MoAbmFD9EdpRmd4EaO4vBfal21Wj4nW56CoKFKWNsQ/447APKQqUbqJniPSxCm1xsX4oUmfxfnjtaBbmtg5EbaEo6E32sJ/tZGX7ucJyInI4vaM4K0bGfkOCPz1ae+pHvhqPr9JjOeANu6jwW8F65DvZdwKnbwEfvoPz5HvNZ4JAevwl3HaSHxARERHV5+YE0/BwNPUBaW8x8rsnIXGhKsPoqMCsj26UZ+kN0Rv7UDs5IyX+FIeJtE14G7hSdCeYZUbTtaYKzEaVL0z96eEifdQ7msKHhN1Fznuw7f64Fy833PZ1qGY8SjWfz2HrmYmS4fzdxSZ4biZgu4tdCfBPj9NlusOlue3F21Wvi69LpI9VbItr1g+3R05bIJhbnju1fOV+rrCc8AZ98/kctilh1m8j+TtLlmbZ0DFGr/adXOPxVXosb6dz9S523gDO9U+kg2wiIiKiGt2gYDq8GJQa2JcRzpdOjqzFF5ipvznxl+daIxmEb1Jw47Q40NLQLB3NyucnJ2V7J0iHZuG2ZyZueycrArgSs344ShW+lkdFZRiWk0oNDdLdIy4mMz9MO3bgWEEK6tIPGqXbVa+Lr0ukj1Vri+vWD7dHsJ9Ft2H1fq6wHG+IVnRM9KeQCm4uJhsOTHWG/iJTJUy3T/5AJemwF8dQlekYdR5fZcdymTq3S9zO+Eu4/bNfxQ7u4uwLT2U/JiIiIqrFjQqmg4vBYGRF3m9A8qfIZqmm5o1WvjCsn3s4XvwAIBsdqP4YhwLX7dtLhuHY0KUpRlEasxKlu8fcbguK0ka/P8UUEnTTXkodva62rY+JuHn98Gp5bpBtkHdzMdlwYOs++u1uYqTYw7CV+YHKH8dp2kqybLl6ji+xY7lYjdvlfTf7TmD3ceDb38VO8r2TNwG8htv9Y0D91NKjsoiIiIjqcLOC6WiEranhbjD8lxhtOsapvzyqWvmCrm7eEaa+hMa+tqH5k1hsu7SXvqyX9zbxHJtwJG+UuGvxynV5cN0hht1WcJG95amj5UT62GW2RQU190NZ4HbYdZXJF+zn5D0U1lPXcgJBIA2M293U8bEZFz2+qhzLl+F3cOsNAHvJO3c/AXwY2Dn9ncR7Cc6XcXsGnJvPMN2biIiIanfDgunoEVkddJbSVIMbLammheRNbWXNgGVUu8RMWqSWa+HjibIFSgX1knSz9IZP668rWscgvqOvbGCQnetciyj4iOehy5qVWZcGwzIS7RDciCl1s7it5eHEz3umefBZeR/bTFsU942iOkfE+2EZzZrDtu2cO4TH6iqzWnRjNRNWojFkzUC1w11kOdn+HHw+0NM/SsSBdGvDc9Gz9Vn3+BI5liNBv4umy9zdyKPa3sTOi8c417XFc6XPW5/A2ZNv4dbXknf4Ttv5OaZ7ExER0WbcuGAa7gQzSVp6JFbwWRft/imagzgFd9AEJkfZghWEN49qmOHjida58HcnmAHlN3y6yLrcLtrh387nc8wHuxhVStcU5WHY62OWmBc5aJ6il1qXi6MJEu1go+GP0V7MH61X+jFlEnQ7WO+q+axl3MMxZkjM+0y2g0gf20RblPSNwjovCgn2Q0HZueN56iqTy+1CaY+BTpx2P2ieoPLhXrqcqD/Hj6KyzQb8cRutxY7UcKBLqf4Xv5bnDXvDVuLO/1XVdXyJHMuB6BFtZjgn2rTt5ceLXXi7wpHm8Vt4+NLzePvV53H2WZFnSDPdm4iIiDZj586dO5Wz3+7du4f79++n3nvw4EHq/1SFBmtuAn2l8O6/dZMNB3ZjusZFNtVtO9riavohEREREdF1dPNGpq+hy7nhUyb1Uw5Gyi46N5bWsZ1tcTn9kIiIiIjoZmAwfZU0K0gJ1YFxb9Mjki6OJrvoRKmfdgcY9zfwjFsqt2Vtcan9kIiIiIjoZmCaNxEREREREVFFHJkmIiIiIiIiqojBNBEREREREVFFDKYvwXue/VX85V/+ebwn+wERERERERFdSzcmmH7Ps7+Kv/yVX8Kd7AeX5ad/afX633gFv/tPTvCH2feviGbFz8OdOwYKn7asWbnPwa1TpfpcMVmz4CzqamHNR1XHZCNYXt52yxosJ3pWsAMrs7LF87NTL2etOols12WW2Ta113lVu8sajNTxYMFY3PZ9WdGxI1LnbStDREREdJ3cmGB6m/3hf/uL+NaXvpJ9+2poFkwVGLcVKIoCZa3nGsswnDmcOq6Ga6nPJZENDEwJ034biqKgPQJ0e73gNSDDGOiQsm8DwTOfbRPStI+2okBRepjgYHld/jj8PHq1UPmm4CLbdZllhNXYD4vUWmcUtLsM46AJTHqL9myPgIZpw8r7Navo2BGp87aVISIiIrpmGExvlIz37EWv7GdXycdJ1YBrowrqI8uL0TZZ06BpGuQrugDXDnRIsxGGblBZzz3E2JfQ2F+zQtoBdL+P/iz7AaBZJlR/jN7QDQMkD+6wWz1QFiCyXZdZZtvUXueV7e5h2O0u1gMAntvFaAaozbxoGiuPHZE6b1sZIiIiouvmkQum3/PsL+Hpr3wTf/kr38Rf/sqv4qPPZi/mZNxJlfkmnv6FTy/Nd04t55d/CXeezBQAcOcX/j7+wi+Gr89l50x/Gh/9yjfx0Z/+ND76y0X1yVnXswUp5SssUoJNFYAKc1VqqJFOxdRSPwJosOZzzOc2dAmQdDtOMc0dOltNrD4yjIGNgaHBcOawzQ46HRO2nU47T9V5KR06qLPjhGUcC8aifJWRMRl7EuCfHife83A09SE19uM6a9bycvPegwbLlDA+dJNvhsJ1TY9qGKWXoaX2zxyOpaX2cfl2XWYZEeL9sLhviBCsc14b571X2O5iyo8dkTpvWxkiIiKi6+eRCqbf8+yv4i98+sP43Z//Sdz/9E/i/s+/gnd9+u/j6WQA+9P/Ht6PCV7/dFTmb+J3P/hf4C/8wqdXL+fzp/jQp/+deBmh7/6t4PN/+hU/+9HC+55p4nufj8oB7/v0/xVPJgPYn/4loXWV8YatIBW0PwMwQz9KC06khsqGA1uXMI3SRnun6OhqYikuuooCRWlj7AP+OEjZVBQFSrdacCBSn4ikd7A7akNRWmi1FCjtQ0RrW6pzewpJt5dTf6eHaCl9zCQV+u4ELaWNsS9BPxD9EeAudiXAP/HieeR5UYDbRXsM6IuAX4NlqvDHvdSosmaZkDLvxaJ13U3NmXaMnLpKOuxFMOXAylZK20cTE/Si/dvuYyqZsBdBp8h2XWYZEWL9ULhvFBKscy3tvkwOU7lnk3i7yo8dkTpvWxkiIiKi6+cRCqZl3PkpCT/4yv8Bb5yEb538Il7/io93/9S/F48ah/ObFzcLO/kK3vjyrwE/1QxHglcvZx0/+Cf/Fb4bLucP//Er+AEkvHsxmVLGk8/8O7Wtq5iM/YaUvvj3huiNN7GuivwpDhOpr/AW4f/KOmdHvPwTD8AxTheb4+HkQpsmYfGbh7SLu4lPvGEPY1+FaRkwHBPqrI9WOqKCqc4wKomo1E4Tk14cCEI304HgyRTjcA6qoihoj3yo2fm17hDdRao4AM/FMMgbXnFTudXbFbvMMusS7xvVrK5zXe2+uDnZfA7blDDrt1Hxt6qM1XWObVsZIiIiou33CAXT/xbe/SHgj95IX8j+4RvfBj60m0jBlvHkL/xqKs37L3eTI8EFy1lDajknJ/ij5Ic1r6tYYvQowbtYxFmL1enOBXUuuEhPpZtKe9UDK7ebvtGXf4pkAivgYdjqY6bq0KUZ+qlIKBixnPW7i9H1VfzpIRa/IeQEgp47XJpf258BaieTKm85qTTvID04R+l2XXKZC1mvbxQqrXM97Q5viFb0A0l/CsmsOpqeUFrnLSxDREREdE08QsG0CBlP/vLfxwc/+Ap+O0qr/vRP4r71a9mC9MgJRrWlPcGgRmsiCFklpP4kfF/tOHCc4GWqACQdA8dJjSpnA0GgfCTv+DQZLMowHBu6NMUoSnVepAcv/kJguy6zzLapWOca2j3Jc5d/RCknUudtK0NERER0/TxCwfT/gB/8NvCuJ9MXdO958sPAb5+Gad3BSPDvfvkXF6nXizILBcup3WWuK/+CV95bfoDP9iioc+0jXkFauLSbDGXDVOKlkfNovmw7M48WwPEh+v0++qMRRuFr7APwZ5iORjg8BgAXk9nydgHlI3l3d5PbHozOzkbDeIR7qU1Ftusyy9Slrr5Rpc4Xbfe6iNR528oQERERXT+PUDDt4bv/xMe7kzf42vt5fOTTEn7wT/6bMJgOgtf3fTy+8/Z7fvqX8JFPp4OPN778a7nLWeUP//Er+MGHPok7Px0+JitbYKXEun46DApK1rU+D8PRDJI+iO8+LBsY6HnrCi+OK42WbUJ4R+CcOm/iIt09HMNXOzDCuyfJ2gF0ycf0KLkmOTVfdjGPNrrTsufBdd3UK8ikP8WR6y6mg7uTGST9IL5R09J2aTAsI3UjJ1mz0FGD4DkoEwSUajNO+5Y1a6lNRbbrMsuIK+qH9fUNsTrX0e55bbq5Om9bGSIiIqLr5oYF0/8O7ibnOkePtgrv1v2HX/r38U+/8m287xfDz37xk/ijr/yHePVL0QWdhzc+/zfxux98Fn8h/NuPfPwUr2fTvP/b/zS9nM/t4re/UpAKfvKLeP0r38b7uuFjshJ3Bi8Vrav79+N1ZetTF7eL9thHww7n1g52MRovPQwXCC+OZ0jcSXpVnuqGecNWus52A/64nb7xU128IXp9Hw0zeBST3QHG7cT8TwCaZWfmy4bzaCUdgyrzXt0u2n2gs3K7XBxNdtEZxHOh7Q4wTd2sysOwF6w7aqdB8xS97AOOBbbrUstUUNQPa+sbAnWup91dHE2A5iB89NV8DtvcXJ23rgwRERHRNbNz586d8+ybZe7du4f79++n3nvw4EHq/7Q573n2V/EXfuoV/NP/3S/Gdx0nIiIiIiKiS3PDRqZvok/jyV/4edxZpJR/Gn8ulZpOREREREREl43B9Nb7Cr77jV186HNRavpnga/8Tby+SE0nIiIiIiKiy8Y0byIiIiIiIqKKODJNREREREREVBGDaSIiIiIiIqKKGExfgvPPPYe3X26gcj49ERERERERbaXLmTMtN3D2AnDrZ6fYaTVw9tnw31XLFDj/3HM409/C7ae/LPw3tWo9g7dN5K7/vNXAw73v4vbnX8t8cjXOv/AcztTHg/+88eu4XbSfC7arLpXqc5Vaz+Bt82723cDsq3js514L+2G4LQk74y/h9uffxPkXnseZmv00IVyOiLJ1UUVyA2cvfQzneX1QfgpnL3wK508CwFvYGbtL+/i89QwemneDH83eOMbt57+Mncx9Aq9jGSIiIiLKdykj0+c/8xGcf/u72AFwvhf/u2qZ62rHmW5NII3WMzhTgdufeQGPPf0CHssGDUKewPnLz+Psc09kP6iulvpcpmPcfjqsa/IVBsA7n/9i8P/+MYC3FtsVBV47P5f4m8/8OnYSZZLLEVG2rpuvxn6IJ3D+wsdWZI88hbOXPgW88tWw7V3cwidwLieKyA08NB/Hrf6XgjZ4ETh76bnrX4aIiIiIVrqUYBq7j2Pn9HcAPAF88nHsTHICBpEy184TOJejV/azq/QWsFWjTwX1kZ9YBDjnraeC11btS7oRWp/A2be/ituz7AfA+Rc+hfM3fh23Pv9a+EPPm9j5fHoE9/yvfwzns29gxwl/NHG+jttvPI6HPxMH+texDBERERGttrlgWm7g7OXngpcKnOsazl7WcPYkcG4+h7OXn8G5SJnsci/o/HPP4OzV5/H2q8/j7VefyxnVeiJT5nmcfeGppXqkyrz8DM73MgUAnH/hWZy9FL5eyM6Zfgpnrz6Ps9ZTOHu5qD456/rcM3j71Wr75vxzzwV/b94FcDexvHS9ltaV2q6gzm+/+mzQRvqzi3309heeShYsJVafJ3D+wrN4+LmnghFI8+N4+NlP4eyl9LYXt2m4n18Oy4T7Lyh/00fhRLd9zT6f0w/PW43S/lyurD719cPAUzgzH8ftX8n7Ae8J4MPAziu/VZAxEZY5/Z3Ee28Cr7yF80/+eFjv61iGiIiIiIpsLpj2fgu3XvwGbr3yVpAa2/8Gbr0SzsvrfwO3Xvy6WJkaRXNMb0VptZ95HdCfTV/wt34cD/Et3Fqk4n4Vtz78KZwlLtKXlvP89/BQX55LG6X03h6/lf1o4fyzH8Wt56NywQ8KqQCv9YzQusqkU4ITqcqJtOry7Xot/Lsv4fYbwdzcx9ZIT4ZgfSLn+sfx8MUv4bGnv4jbP/sCHvvM11fXOa9NAeCVr+P201/FzpN3cbb7Ldx++ku4/cbjOPvr6wRf10zZtgv0eaF+2HoGZ+bHgBfDfhG1RStdrFRpferrh0Aw8oyxu2Ku8Afw8EkAJx/I/EiQ7DdRmTeDefWvPpPzI811LENERERERTYXTONN7DivAXgcmH0r/DeAbwf/3nHexI5QmbqE6ePJi2ZvilvjzEhMOL95sV7vNey8eAyoH41HdFYsZx07r3x9sZydr72OHTyOhx+JPn0C55+9W9u6itW7XbV643XcClNRAQBe9O/VdV4aXTt5E8Dv4NYb0RtvAt9OFhCVGEVfvLZ8hLts2wX6fHk/DMpg9lXcjtoqaovPZrMySpTWp0atZ3CmHuNWyTzz5I9ewY8En1r+wWYhcVO4J9+f/CDhOpYhIiIioqTNBdPhXOFoLvS5HAY+0b9Fy9QmMRKTsHPyVubi8Yng7tLJYCl1B+eC5awjuRzvu8lP6l9XoctcVzWrU2wL6lwQEKRSWz98p2KAlncDsi+uGNXcPvnbXkefD8qk04bL2yJfWX3q8hTOzLvY6ZffqT75o9fKH2wAwPlyuj+88b1MgWtahoiIiIiWbCyYXswVVoM5jWcvxfMbz17ScC4/JVAmu9RNewLnLz+Lsw+/HqezPh2lIhPdRPX2+dT85bWC4HrrU6gVjHSffza8b0N47wY8+TE8fPm5dHp65ocEIDmCG4767xX9AHgdyxARERFRkY0F07efjh79E47k9Y+DZwgvRvLCeY+FZbJLvYj8i8fzvccTIzHh6NqL09S6z/eSz/ItWE7tbuq66lJQZ46uCaqrzwdldvrZUfsX8FilZ5SL1Kcmr38dt/tfxe0XvxHcu+HFb+D2G8E9G269+A3ceh0AXsOt2fK2A8kR3CBt/nz3A4kPwyybRVbFdSxTnUhGUV1liIiIiK7axoJpIHx29Oxb2IkuhnOeHS1Sph7hnWqTN/iSG3ioJy8eg4DgvBnP8TxvPYOHevJC/k3svHicu5xVdr72Onae/AjQCh+TlS2wUmJdrfDismRd66uyXeGFeF6a66USaVMqVrHPr+yHYRkzfSOr81Yjc7OuMiL1iVywH3rBPRuSr2Au+fcA57VFML8zOca5nniudE4f2/mVX8eO+vHF/jlvfQJnT76FW1+LR7SvY5kqzr/wPM5eerbwjup1lSEiIiLaBhsNpoWeHS1SRljezaGeX9woaOfzX8Tt8Vt4+FL42UsfAcZfwu3FzYfexM7zX8XOhz+2WM7D5vdwK5ti6nw5vZwX3o9b44I01HCO5UMzTGWvcpEYrcsM02dfeP9yfepSYbt2fuXXsYN4P13VhW95m16u9CO/HsdZWK/VN6taXz3rqtjni/qh82Xc7n8PD1+Ij72HTeDW16oc04L1CV1KP3S+jNt9FPcxb4pb/Xj/nH0WuP2ZTHbNdSyzhuy8+Tx1lSEiIiK6Sjt37typPKhz79493L9/P/XegwcPUv+nzTn/3HM4++TruJ3zGCmiy8J+SERERESPss2OTFMNnsL5FxqJFNOnllJMiTaP/ZCIiIiIKIkj09fAeesZPPzsXZw/CQBvYWf8DdxKPoeX6BKwHxIRERERxRhMExEREREREVXENG8iIiIiIiKiihhMExEREREREVXEYLqAbDiYOwYSj80lura2rT9vW33o4m5qm97U7SIiIqKLuRnBtGzAmc9hadm3L3gBdDLFbHqCCz52tRay4WCe3cBaabDmc8xzXxbiNcvQLCf+zLFg5Oxg2bDgLP7egZVbSIPllJS5sGC7Nrrrrou1+/OG9uHa9REkazCyfVXbRB9bQbMyx05g88fyZqSP+xXn1U236VW5qdtFREREF3IzgukN8dwhukM3+/Y1JsNw5nByg1YXXUWBknq1MfYBzCaI9oJm2TBVH/12UKY9OkXDdlIBtWw4sHVgGpZR2lNIup0JxjRYtglp2kdbUaAoPUxwkBuYUz22rT9vtj4yjIMmMOkt+nN7BDTMbD8kIZoFUwXG0THdGuYGlptt07oVnQ/Trtd2ERER0WVhMJ1LhixHr+xnjxB5Hw3Jx/hwEUqjqQL++BBueCXtuUP0xoB+EEUoMvYbEjCbYBhdbXtDjGaA2oyjGM0yofpj9IZueFHuwR1247+hGm1bf66pPrK8GB2VNQ2apiWW52HY7WIYdVQAnttd6odUhY+TlcdnTW0qorDd63aJ20VERETXzqMVTMsaLKc87VOzbNh2+Bpk0xmjlNfyFOVUqrNjQTPy0z4vJqiP44TrciwYi/VGI8ZRCrcNXQIk3Y73QcEwnXagQ/KnOMpcQPt5V9TSXn7aZy4ZexLgT49yR7diMrRUuvgcjqVVWE/CXll7la1LtN0veTlG2XLK+nMFhfvwsusjwxjYGBgaDGcO2+yg0zFh23UfX+LnjaXjfS9bokaykdjP2b4RFSmaaiHWD2Uj3G5TBaDCXGxfut1E2nRp/6TOh3lTCfLeE2l3sWNH5HxYebuW9qHYfiYiIqLr6REKpmUYAxOqPwrTihUovQnQ3F+6+Ha7YVro2M98ElM7TUx6UTlA1QfpFGXNgq1Lcapz7xQdXU0UqMYb9tDuFqQZTg/RUvqYSSr03QlaShtjXwpHjKMU7iBt2x+341TulcsMR6FzAl5pr+hC0MMwGP5b7A9ZM9BRkyPcd7ErAf7J3dQFpmNkWkLbRxMT9KK6tvuYSibsgh8AVlH1Dk7D9orSzlPpnYLrKm/3S15O2XYJ9mcRIusSKVNXfQBA0jvYHbWhKC20WgqU9uFiSkKWHKYqzyarSuQRO28EUxvEjvfSY7mMZmFu68AoPo57kz3sJyq0VJ8VbVHWD71hK/j7/gzADP1oH2TSvEvbtObzYWG7lx474ufDsu2qaz8TERHR9fQIBdNhAHd6HF8Eei6G3eHKi+8i/jSR6nw0hQ8Ju3ejT2UYHRX+uJdKde6tuCAT4y0FtUnBaPExTher8HBygdXJRgcqZhil8q5dTGaApB8gGpiTNQMDXQKkXSw23+2iPQYadhAo22YDfj+xL0LJC0ylPQV0M30RGs5TTLVXGKhXDafz2kJq7McjTYLrKm73K1hO2XbVSGRdImVq5U9xmEjlhpfpZOHNCYN+KGHWb6NaHCty3gimNuRte77iY7lYcG7BrI9uKoV9iHhK7+r6ZNuitB/WYgPnw6J2Fzx2Lm7b9jMRERFdtkcomHYxmflhSp8DxwpSNde9yE+lOnsnSF8WRiOv6Utm7yLRbQX+6XH8n0rp15F43nM27nC7bfRnEswwUB40gdHYB/xTRGvVLAd24xSjxWjNCDCXR2uSF5j5F6EyDMtJpWsG6aZpmpX4fL6cgopse0VtkfwBQHBdxe2Oq11O7naJqWcfipURIVIfID9zIsUbohWOOrb7U0g5/bB4XSLnjcs83oN1FY+uF9SnqL1y+2EdCuqzpuJ2Fzt2Lq5gu65kPxMREdFle4SCacDttqAobfT7U0whQTftpbRZQnjjsVUX7F64H4MApdUdArtS4nMNTVXCbDRMBMouDpcC5eWLUACJi1AZhmNDl6ZxUL5IN02LUjEXrxV3Gl5NfF3Ftm054i6+D+u1ifoEN8tb7odl6+J54zq5/GOHiIiIHl03I5iu9Eu/B9cdYthtBfPgak/9wyLdOju3WN5LBp3bK7jx2BiLKc6FVs+tXrIIlMN08by514sR7nAELhmUX2AfZtcl70kbWNflL6d4u+olsi6RMtdT0XnjMo/3YF3FdyQvqM+VtEVBfYrIeygpkUP82Lm4gu26kv1MREREl+1mBNNhcKZ2EumZsoYDXUoEeRoMy1jM9V2kMhdc9HhHU/hSA/ta+GiUbIGVgptwSfogvuuvHM4tvlLBPOrsyFxaSXCsGbAWO1EOHnGVmlsdt0VcLGiLZNq4O5ml5l5H+ydebxQ0xG0qa9ba+1BK3vAnXNdsFI1A1rWuy19O3natarv1+3Mgb13xPlxdZlP1KZY93uP5/avqky+7nLzzRuJ4z2x7/aIb/JmJ4zDYtvj+fR6Opn5ufapte3X5bSpyPgz7/OIcLkM7aKwRTIsfO2Lnw8Cq7bqq/UxERETb4YYE0+FcXr8BO5ojZ3eAcRutRJB3NAGag2genY2GP0a7KH00nMfbMMNHo1RJ7XS7aId/O5/PMR/sYrQFqYbu4Rgz6PF+ymxTcOMxH9Ps87Ai7hEmzcFiH3YwRr/dTc2tjtoimlc9tzuQZv30HYzdLtp9oLMo04Cfai8Pw14fMymu66B5it6a+3A2HmE3avtwXXF16lrX5S8nb7vifZhxkf68Yl3Zm3nlldlUfYpFx3v8SCvbLKlPLsHzRnS8R/15sIvReLm9auF2obTHQCd+pNOgeYKjRFt4w2AEfVGfsraoy6o2LT0fehj2Eucm5wB7hyNU34Pixw4EzocLK7bryvYzERERbYWdO3funGffLHPv3j3cv38/9d6DBw9S/6dlsuHAbkyXL8SJKtNgzU2grywFtFdj2+pD247nQyIiIrrubszI9PbJpIcupZ0TET0qeD4kIiKim4fB9Ma4OJrsorNIee0A4z56TP8jokcOz4dERER08zDNm4iIiIiIiKgijkwTERERERERVcRgmoiIiIiIiKgiBtMXJBsO5k7i+dZEVJttO762rT50vbD/EBER3Sw3IpjWrOgZsCteq54dWoeTKWbTk624I61sOELbqlnxs3dLL+w0C/O5hfKlXgUNVratF69kneXMNlswcjZaNiw4i793YOUW0mA5JWUuLNgugaa8+dY+vja0D9eujyBZg5Htq4tbYF+CFce76LlFxE07/1TaLZvuP0RERHSpbkQw7XYVKEr4ao/hw8e4nXhvgw++9dwhusPNLb92mgVTRbx/1nrGqwzDmcPZSCCZVbQuF92ojRevNsY+gNkEUatolg1T9dEPt7k9OkXDdlIBtWw4sHVgGu2X9hSSbmculDVYtglp2kdbUaAoPUxwkBuYUz227fjabH1kGAdNYNJb9Of2CGiY2X54jV2780+9Ntt/iIiI6LLdiGC6EllejITImgZN0yCvdU0mQ5ajV/azbefjpPoV7PUg76Mh+RgfLkJpNFXAHx/CDbfZc4fojQH9IIpQZOw3JGA2weJJPd4QoxmgNuMoRrNMqP4YvaEbBgAe3GE3/huq0bYdXzXVp/D842HY7WIYdVQAnttd6ofX3w0+/6xUU/8hIiKirfKIBdMyjIGNgaHBcOawzQ46HRO2HaURBiMey+mMyyMhmmXDtsPXIJuqGKX/lacEp1KLHQuasZm0RtkIUytNFYAKc0Wa5VJ99hIfLtKqbegSIOl2nK65tM+KBMtxnHBdjgVjsd5oxHi9dWkHOiR/iqPMxbqfd/Uu7RWnmKbI2JMAf3pUMpImQ0uli8/hWFqF9STslfWfsnWJ9sNLXo5Rtpyy46uCwn142fUpO//USNZgOeXp4sXHe3226/wjsn/yUrjz3ivrY4Hi/iNyPoTA8RWWyu7DnO8UWTPglNSZiIiIyj1iwXRA0jvYHbWhKC20WgqU9mGYEuxhGAwDpS9utQPoko9pIkKLUsvbYz9ZMkXtNDHpReUAVR+kU4I1C7YuxanFvVN0dDVRoBpv2EN7RUq7N2wF6+jPAMzQj9KiE2mWQapzUX2itOogldoft+P06hXrLTQ9REvpYyap0HcnaCltjH0pHDFeZ13hKHROwCvtFV0sxu0etY+sGeioyRHuu9iVAP/kburC2TEyV9baPpqYoBfVtd3HVDJhL12Bl1P1Dk7D/hOlnadSWwXXVd4PL3k5ZdsleHyJEFmXSJm66oPC888yOUyLnk1WlcgjwxiYUP1ROB1BgdKbAM39dEBVerzHis4tIrbr/CO2f0TV1n8Kz4eCx5fId4pmwTZ1+KNw/+VOaSEiIiIRj2QwDX+Kw0QqJbzEv90JZlCRzKrUmiowG1VO5/WnidTioyl8SNi9G30qw+io8Me9VGpxr+hiq5S3FESKC1Kd661PsWC0+Bini1V4OLnA6mSjAxUzjFIN5WIyAyT9ANHAk6wZGOgSIO1i0RxuF+0x0LCDQNk2G/D7iX0RSgaUSnsK6Gb6wjmcE7n4M8/N/4FGQF5bSI39eCRKcF3F/fAKllO2XTUSWZdImVoVnX8AQDYWI4u2KWHWb6NSrBj98HN6nG6L7jARtFc93i9ybhFRtT4XIbJ/xOXVeZ3+U3o+LD2+RL5TgjKY9dFdHMxBGbWTHTEnIiKiMo9kMJ03chkLgq/4wiIY7aw2MhRIpRZ7J0hfFkYjnemaeBeJJi+k3vos3WG95K69/ulx/J9K6deReN5ztqXcbhv9mQQzDJQHTWA09gH/FNFaNcuB3TjFaHEDshFgLo8wJQPK/AtnGYblpFIxg9TWNJH9k9sWyR8ABNdV3A9xtcvJ3S4x9exDsTIiROqD0vNP0K9a4ehjuz+FlNMPi9flYjLzwzRoB44VpDCnl1Dv8X5xl1kfkf0jLrfOa/SfpPzzYdnxJbIP4x8SkuqoMxER0aPokQymy7iHY/hSA/tyONrpj7HI9iUhqTusK+vetbcCeR9BLJ3XUB7cbphmqihodYfArpT4XENTlTAbDROBsovDpUB5+UIVQOIiVIbh2NClaRyUK1Fqa9rF94/4uopt23LEXXwf1msT9QlulrfcD8vWFfT3Nvr9KaaQoJv2Urr9o+z67Z96j6/UfPOloJyIiIhEMZjO4x1h6kto7GtB6mHZSNJagnS+7FxeeS8Z5F2mbatPNcGNx0R/9Fg9t3rJIlAO08Xz5l4vRriDUZ9UUH6BfZhdl7wnbWBdl7+c4u2ql8i6RMpcTx5cd4hhtxXM1U2l22/b8X4V9SnaPznkPeTVJrfOtfcfkeNLZB8GZWb9zI8xigJF6S5l9RAREVExBtO5ghtSSbq5dOOxLO9oGoxia+FjT7IFVorWMYjvIiuHc3mvRKI+0UasrE8wly87WrYZIusqCY41A9biTr1y8Iir1NzqOLU/LqbhQE+njbuTWWrudbR/4vUGF6pqM065lTVrxT4sl9cWs1E0AlnXui5/OXnbtart1j++Annrivfh6jKbqk8xDYaV6IOI5/evqk++7HLCKRCpAK/K8X4ZqtRH5JxQRGT/hP15Md1HhnbQyA+mc+qc7WOR9fuPyPEl8p0SlFFNa6mfWdmbKRIREVEpBtOruBPMgPIbj4XzZhtm+NiTKqmCbhft8G/n8znmg12M1kzbq0VUn3Bu8Xywi9E4vz7u4Rgz6LCjNMEq211R2bqCG48V/OjhHmHSHIQpjTY6GKPfTo/CuN02+n5jMa96bncgzfrpOxi7XbT7QGdRpgF/3EYrvtsPhr0+ZlJc10HzFL0123Q2HmF3kF5XXJ261nX5y8nbrngfZlzk+FqxruzNvPLKbKo+xVwcTYDmIH5kk22W1CdXtJxwm+Y2Gv4Y7WzaeYXj/VJUqE/ZOaGYyP7xMOwl1uEcYO9wFHwnZOT1n2wfW1i7/wgeXyLfKW4X7f5pYvuD+0hMjlZVmoiIiFbZuXPnznn2zTL37t3D/fv3U+89ePAg9f/rT4M1N4G+svrCaANkw4HdmC5f+BJde1dzTK22bfUhqh+/U4iIiDaHI9MrXM6NxzLphmFqcbWUTiIiIvA7hYiI6JIxmM7SrCC9UgfGvU3/ku/iaLKLziJFsAOM++hVSukkIiICv1OIiIguGdO8iYiIiIiIiCriyDQRERERERFRRQymiYiIiIiIiCpiMH3DyIaDuRM/i3STLnNdRLQ523Ysb1t9tg33DxFdlW07/2xbfejRw2A6STbgRM8tnc8xnzuwDO16HaAnU8ymJxu+cVroMtd1WcIb0C2dmJf6RtQ/EqUWZSwknx4rG+Fzg5PPlJU1WM6K5WRFy83WSZCsWXHdHQtFq9ocDdZ8DmfFyoN9lN5vmxfUSfhRvzfZ2sfyhvbh2vURJGswrPh53nPHgrG4BfYFadbm+/Km9w9tXvRdE71qP4iuSnBOSH9XRq/kcSFDyx6DOYegbCS+v1Z9V1b5Pl3bhs5119Ha558N7cO16yNok98XIi7jO4UuhMF0jllfgaIoUNojnDZM2GsGMVfBc4foDi/yPC8ZhrM66Em6+Lq2j9ZUAd+HLzWwn7MLFn1DUdDuTyHpds6+UtFcnPVk7Dek9MfQYNkmpGkfbUWBovQwwUHuhQQgwxjoyC5BmGbBNiVM22GdR4BuOyvWtUnHOPUBafdu9oOYf4rj7HuFxPsqFdu2Y3mz9ZFhHDSBSS8+lkdAw7Trv8jbkM3unyp4DK7N7S76X3+W/XDbFbW7i264XfGrjbEPYDZB1Gs1y4ap+ugvvptO0ch8N8mGA1vH4vtLaQffuenjtMr3KdVhe84/gc3W5/p/X9DmMZgu4rkYtvqYSToOrvKgkeVFMC9rGjRNg7z0RSFDlqNX9rO6Xea6LpOMPQnwpyP4kFAU9yE8gffGPqTGfurHltlsBjWKpuV9NDDDzI8/1ywTqj9Gb+iGv6R6cIdd5D69RjuA7vfXvNiSYXRU+OPeYtmee4ixL6GR90vBRnk4SeyDrLu7EuAnflkW6vN0cdt2LNdUn8L+42HY7WLoxgec53YxmiE+bi+ZvGJjl9+vaf9cpsK22D7L+zyw6v1C12zbN0beR0PyMT5chNJoqoA/PkR0GAbfp4C+uNgKf4ieTeLvRm+4dJxW+j6lC9q2809N9Sk8Trfv+4K2D4PpUi4mOQeNrBlwitKKZA2WI5AWIhuJ9KQ5HCubVi7DGNgYGBoMZw7b7KDTMWHb6ZQPzbJh2+FrkB1JD1NrjKJUqCg1y4YuAZJux3XP/PxWvK5AcWpWlOpTVJ9Ybpr0JoRf+NOj/DYXNplgpjahAZD3G8B0gtPFh1HAfiSQkqTBMqXEBUhVdxHEqMk1BUFtPEIs0jcCxX2+vE2PT31A2gv6S5jiGDRpuE9Oo3Hpsj4v3leF7K2uc0CGlurP2eO0fNsDl7wcgTYVOZaFFO7Dy65PWf+pV+pc51jQ9rIlyo+dAztnlEOzYNsHFc7zodLvlLL6iBA9BsXaQqQ+ImVElH03ibZFeX3Etr1c2fEejBIvn/uKRo/zBG3qOOG6HAvGYr3RiLFou6dpBzokf4qjzJde+rspFH1HCBH9Pi3bhxUUnusgsK6az/N1LefSzs9l+/Cy61PXcSpAMC4Q+U6h7cJgWkAqCED4xWrq8EftFalHMoyBCdUfhWlHCpTeBGjupw9OzcLc1oFoOYqC3mQP+zlHsKR3sDtqQ1FaaLUUKO3DRboUALjdMP1kvHr4T9U7OO2l06XiL9ooNStIx/LHcZ2UbjqYK1tXkJoVpxYvryugdpqYhPVpjwFVH1xpapa831h84btBNF18MpUNDHQp54vcxWSmoqlp2G8A06Nk8nIU4N5NfVE4xvKaNMuElBhVrkzey00PX+rPpX1DpM8HitrUC6J43AUg7wU1S/5gkb2wWt3nxfuqiPJt30cTE/SidbT7mEom7MzGF207cAXLKdsugWNZlMi6RMrUVR8U9p9lsmbBVIHZZFWJfEvnut4pOrqaLlR67OT/eKc11VRaLET2j8h3Sml9RFQ7BgvbQqQ+ImUELLXXUj8UbIsK9SncdhGlx7uHYTBMlrm+OIAu+ZhmI9gy00O0lD5mkgp9d4KW0sbYl8IR42rtHghHoZe+JwFpr+gLP96uqHlkzUBHTY5wC36flu5DcaXnMcF11Xaer2s5Zdslcv4RJLIukTJ11QcVj9P1vi/E4oKlc1TedwptHQbTlQWps5j10V3kJwXpvmon+mUsPMGfHsdfHp6LYXeYODhzlhOmOuVO/fCnOEyUg5f9WiqXTPeN6pxNUb64IDVLZF3+NJHidTRdmVrtDVtot9sFX9Z1CFPKolTj41P4qbnPAdWMf92d2w34/TZaOdGuO5lB7XTQwPKv8ch8ASrtKaCbS8Grqc4wyln2JhS3V05fXerzgcI2PT5F8JUX7OvZeAxf2oOMu9iVfCwGpiM19HkRxdsOIJyPtVi75+ZevBZuO65gOWXbVSORdYmUqVVZ/0ncVNA2Jcz6bVQ7xaw+1yXLiBw7yz/eBQFI5Yu17LqQ/U7JKZNTn9qtbAuR+oiUEbG6vZL9sLwtKtZn5bYLEjne3Qlmme+r4AeAUeUfY4MfNYN7XASKp+iUkY0OVGS/y4IfLST9ANHAnKwFP05HP7gGxbpoj4GGHR2nDfj95R+YS79PRfahoLL+I7qu2s7zdS2nbLtqJLIukTK1KjtOL/x9IRYXrDpH0XZjMF1ZfEAkJUfdgi8KH5JuB7+SWkEqR/okECxH9GIp71fdqrIjf+k61yUvtTh/Xaky3kkYaOXzsie2usn7CKZnhe3hHWHqL49QxDcga6M/k6Ca6dS/BXeCmSQBK9ot+QW4/EWhwTJVzPrdlb+M1q24vUT6fKCwTb0T+JCwJ9/FrjTDZHgCX9rF3RUj6HX0eRHF247g4tlyUmlyc3P5l+LCbQeudjm521UfkXWJlBGhWYntnq++y31p//GGaIUjBO3+FJK5PPJRrOBctyB47GSDIa0JFTMIfj2ERL5TBOtTs9VtIVIfkTIiCtqrUltUq8/qbRclcryHI+qLYD77A8B6UttYKf06Es97ztbE7QbfoWYYKA+awGjsp25EqVkO7MYpRotMghGQc5wWf59CcB+KnVtK+4/gujZynq9rObnbJaaefShWRoRIfSBynAp8XxSvSzwuyN122moMpgUs3RwJmblCOScnt9sKAq7+FFNI0E17Ka2Gtoe834CUGnkO5oRlf72NeXC7fcygopN7AR6kw+WNWiPniwJA/EWhNaECUDsOHCd4mSoAScfAcXJTCXPlfrHm92cRZX2+3DFOfQm7+3uQ/FMch//f29+FBB95u+TqyTAcG7o0jS/oFAVK5TvCbdtyrq8otW/xag0r9+WsVTcTrEv5sZMOhpbSimtWXp/LJVIfkTL1EGuLy6mP+PHuHo4XT6GQjQ5Uf4y1b7dRl+yP1CleeJ0UbFOrOwR2kz+ramiqEmajYSJQdnGYc5wWfp9W2YcXPreIr6vYti1H3MX3Yb02UZ9V3xdl62JccHMxmC6V/YU3SH9KPiIpfmVHEj247hDDbiuY05EKzILlZEc+Nyk7P0kO7vpU8XFEZcJHINW5LlmDYVmLdLBNCALMcTyXZfGFI2H1tK7wi11fMTqdK0xvy1totH+OD9Hv99EfjTAKX2MfgD/DdDTCofBOzGuL7M2+Atn6pNurSp8vEt78rNGA5J/Ag4ejKdBoXKBv1KB428PRvuQFXVSmkstfTvF21UtkXSJlrpe84yvbFuLHThwMZb9zRIl8p4jX53KI1EekjIiC9sr0w+K2qKs+IsSP9yCbSkJjXwtSRctG2i5BcOMx0aB+9dzqJYtAWeD7tMo+FJBdF78vqhNZl0iZ66k8LsjddtpqDKaLyBoMJ3jsQvxlENwUQzXTwZ2sGbAWN73QYFhG4vNoPm7yRBDdXMOElViQrBnI3jujCu9oGlwEaOHjAhKfSckbU6y8eVYU8JSP0OSvy8PR1BdclxjtwISuqjA39nyyFV/i7gQzFD9GKpijtGp0Op87maXmii3tH8+D67qpV5Dlc4oj112ayrNa0MeSbSGvuClNcXuJ9Hkxx6c+JElaXJx6J8H/1xkpr9JXi+Rt+2wU/aIcBShxupasWcHcvkoufzl527XUx0P5x7K4vHXF+3B1mU3Vp1j2/BzP11xVn3zLx1e0XdkyQsdOFAwNgjmmRbF0/v4R+U6pUB8hFz0GReojUkZEhe+mwraoqz6x4+CgzvnBWPx4j/ujmXuOr5dIu6/4Xo1oRqKfysEjrlJzq+MMgbiYhgM9nTZe+n1aaR+Wy+s//L6oJm9dN//7Iruc1XFB3rbTdmMwnWOR6mt3sDvto51NC3G7aPdP0RzEKV6DJjA5WpzecTRB4nMbDX+cuxylPQY6cbrYoHmCxWLWEc4Xapjh4wISKSSz8Qi7UZ3sBvzxiptnHY4xgw47Sl9blYayYl3eMPjFLbppSNG6RLiTMXzfX2OkRpDWhIq8i4/wV++iC4bwuZeFZbLcLtp9oFPT/inkdlNtYXeAcbu1dAOX0r5R2uerSNxsLLwpWXakXJRwXy2Qt+3xjUU8DHvBs+ajdQyap+hVTpO7/OXkbdfKPrbiWBaVt67szVnyymyqPsWi83P8iBLbLKnPKpnjaz7YxWicaQvhYycM9iQpeP5u5tOUVftH5DtFuD5iLnwMitRHpIwA8e+mkraoqT4Rb9jDODF/OJ6LKX68Awh/AMZaNx6rqqzdgxuP5X2vhtwjTJqDcP/Z6GCMfjuTrdFto+83FvtlbncgzfpoJ08upd+nFfdhibzzGL8vqh3zeeu6+d8X4nFB6XcKbZ2dO3funGffLHPv3j3cv38/9d6DBw9S/6dtosGam0BfWTph0aOOfePm2bY23bb6EN1UPNaoqm3rM9tWH6JyHJkmIiIiuua25sZjRESPEAbTRERERNeVZgXppzow7l38bsVERCSOad5ERJQRpNoVP+xnhn7tdy8mIiIiuj4YTBMRERERERFVxDRvIiIiIiIioooYTBNRJbLhYO7Ez60kIiIiInoUMc07QbPmMIsmCc76UHiv/ptJszBf1fizPpRJM/35VfcF2YBj65AWb/iYjUc4HLobv/mMrBk42DtBd3g128/jlIiIiIi2AYPpVWQDjt3AtN1Cpeey0/WkWQgebVh+QyXNmsPERQM2GYZjozFto7VOBwuDaT96FqOswRiY0DFGu/UI3c2VxykRERERXRGmeRPdBJ6LYauPmaTjQMt+WEyW8xO2l9+XIcvRK/PRtpLlRTq6rGnQNO361J2IiIiIthqD6cpkGM4ccysbsQTvO4YcPlZmDsvQYDlzzOdzzOcOLGP5Kl7WDDglZRDNU53nrZe2iwzNsODMozadw7G0xPzioG/M5zZ0CZB0e1Hu4m3rYjID1GZ6OcV9TMOBbWNp1ZoF2z5A8m3NsmHb4WuwYs60bCT6fHbbwyKF9amTDGNgY2BoMJw5bLODTseEbVup7RKpj0gZIiIiInq0MJiuzMNwNAPUZuqCHNoBdMnH9CjONVX1Dk57ChRFgdKeQtLtMNiO/saCberwR+1UmaXAhq4PbR9NTNBTonbvYyqZsBeN6qKrKFCUNsY+4I/DtleUC6aNB45PfUDaiwPY0j6WH4BrTRWYTVIp7243qGd77CfeTdAszG0diNalKOhN9rCfjshL6lM/Se9gd9SGorTQailQ2ofxdonUR6QMERERET1yGEyvw51gBhXJ+CMIPkapeZv+uBf/3xuiN/YhNfbDQEeG0VGBWR9dNywUllE7y6N+3rCFdrtdS8BFq6gwEyPK0ShkpUFId4hu8iZgnpv/48ulEOtjbhBNJ+qnIYilq/S1nHUB8Nwh4vuU5ZTJqU/t/CkOE3WCF/1bpD4iZYiIiIjoUcRgei3haN7iYjo/+PBP0ndE8k58QNrFXQDAXexKgH96XFAmzVsEAbQZM/SjUeLFq+qNrWQYlpNK8155l/CNE+xj2R+HtCZUzFAplg7XlT0G0gTrUzN/erTihmwi9REpQ0RERESPIgbTa3IPx/ClBvZlQDY6UP0xDoviiBVSc2avNPCiiwvu0K1LU4zaiYC8P8sW3Ji7uxLgn6SCx/I+lv5xKC/Fu07l9blcIvURKUNEREREjxYG0+vyjjD1JTT2New3pNzRL2kvnQQq70mAf4pgjOsYpz4w62dHQhUoeY9nkjUYlgWNeaVbLBydHQ2RzCqW9+KnQW9WNkNCvI/FPw5llyEqWFd27nWaeH0uh0h9RMoQERER0aOIwfTaghuRSbq5dOOxiKQP4vm2soGBngy6g79XzXSALGsGLGM5INEOTOiqCrPqc4+odsdB1Jjzw0YUUMZzaWXNwkDPC6Y9nPhIzKG/IFmD4ZiZDIkKfSz6cWjQKU3x9o6mQeCthY/JCt4N54absBIrkzUD8aoq1OdSiNRHpAwRERERPYoYTF+EO8EMWLrxWGQ2HmF3EKaF2g344zZayYJuF+3+KZpRmfkcgyYwOVqOZNzJGL7vrzFiSHXzhj2MZxJMO2iz+A7tHoa94FnP9qI9T9FbkebtHo4xQ1x2nUdjqWbUvzrYnfbRbg3TGRLCfczD0dSHJEnwx4m7XecJb8DVMMPHZEX1drtQ2mOgE6dED5onSK1KuD6XRKQ+ImWIiIiI6JGzc+fOnfPsm2Xu3buH+/fvp9578OBB6v+PBg3W3AT6CtI32V71PhEREREREd0EHJm+gIvceIyIiIiIiIiuLwbT69AszOdz2Dow7mXSaomIiIiIiOjGY5o3ERERERERUUUcmSYiIiIiIiKqiME0ERERERERUUUMpmltsuFg7sTPVCYiIiIiInpUMJjOJcOwnMUzZeeOBUNjyLjkZIrZ9IQ3YKPN0yzM5xaqP4mbiIiIiGgzGEwv0WDNbTQwQltRoCgK2iNA7+xzBDbDc4foDvlcMCIiIiIievQwmM6Inh3d67qLEVfP7aI9OsmUvESyvAjkZU2DpmmQrzSylyHL0Sv7GW2dres/RERERETXH4PpFBn7DQn+9Ggpddlz4+AaAGTDghOlgc8dWEYyOtFgzedwnLCMY8FYlHcQFA3KWIYGy1m1HAQp5wMbA0OD4cxhmx10OiZsO53yKmsGnKLlyBospyR1XaQMAM2yYdvha5A/Z1pk/1ha2bYHZCOsk7WpJN+oPkXvVaizbCTKzOFY2tI+Etk/N7X/lK4ru38cC9petgQRERER0dViMJ1yF7sS4J9kQ+k02XBg6xKm7SANXGlPIek2nGxQMD1ES+ljJqnQdydoKW2MfQn6QRzGqHoHp72S5QCQ9A52R20oSgutlgKlfYhFgrVmwTZ1+KN2ajlxICjDGJhQ/Th1XelNgOZ+IqASKRNwu2H6+9jPfBIQ3T9qp4lJuO3tMaDqgzBQ3F6lddYszG0diNpCUdCb7GE/sRNF98+N7D+l68rZP71TdHQ1uRQiIiIioivHYDpJ3oOUfW9JOHo97mG4yAMfojf2ITXS86qDoPwYp4uY08NJJv4UWQ4AwJ/i0E0E+V70bxlGRwVmfXSjz8PlqJ1o1Dj8keD0OB5d91wMu8M4oBIqI6LC/pkeYlHloyl8SNi9mygQ8oYttNttKN1qNdmE4jrntEU4tzyeWl5h/9y4/iOyrtX7h4iIiIhomzCYTvJOUH7Jnj967Z34gLSLnFgQQBBkLEh7i2BHdDl5qeeBOIhJSi/HxWTmQ9JtzOcOHCtIv00HXCJlRIjvn1SZkn3vLYK/q1Vc52DbZ5OioF98/yTdjP4jsq6C/UNEREREtEUYTKcEo4DSXvUQ8qoFQUw8T3duptNi3W4LitJGvz/FFBJ004admYMsUoZupsvsP2XrIiIiIiK6DhhMp3g4muanycpadBOp/IBb3pMA/xTpMbdyF19OUJ9ZP5xfmnp1MynaHlx3iGG3Fcx3VptL86HFyhSpd/8AAGQNhmUh515WmyOU8p8VbLvaLNpj9e6fiy/nMvuPyLoK9g8RERER0RZhMJ3hDUeYSToGiTswy5oFuxPdTjgMuJM3npINDPT8u4CXufhyPAxHM6hmOtiUNQOWEYUxGgzLSHwezEtNB10iZdK8oyl8qYF9LXxMVvBurfsHALQDE7qqwkzceKteYRCcmLerHTTWCKaDtoBqwko0hqwZWDRFzfvn4su5zP4jsq6gTN52ERERERFtEwbTS1x0lTam6MAO01DtDjAexQGKNwxG3Rp2mKZqN+CP22gt7pgkbjYeYXdwweW4XbT7p2hGy5nPMWgCk6NoXNHF0QSJz200/DHarWEi6BIpkxHeGKphho/JClN669w/AOBOxvB9v2Qu8kV4GPbGmEEP2tw5wN7hCLNsMRFuF0p7DHTiVOZB8wSLpqh5/1y7/lO6rrBMcv8MdjEar9UaREREREQbs3Pnzp3z7Jtl7t27h/v376fee/DgQer/VEaDNTeBvoItuEk1XTvsP0REREREV4kj00REREREREQVMZgmIiIiIiIiqohp3kREREREREQVcWSaiIiIiIiIqCIG00REREREREQVMZgmIiIiIiIiqojBdJJswAmffRu8HFiGBjlbbuvI0CwnUXcHliZfg3pvF1mz4n3oWDAuugOj/uQYy20ha7CcZD9Ll5ANJ9EP43LV6qTBms8RPv67kMi211WGiIiIiOgmYDCdY9ZXoCgKlPYIpw0Tdl4wJESG4czhbDii0CwbpjTFqB3VewrJtHGwFERdTn0Cl7muGsgGBqaEab8NRVHQHgG6XTV4TZJhDHRI2beBIMi1TUjTPtqKAkXpYYKD5XX54/Dz6NXC0MuUqYPIttdVhoiIiIjohmAwXcRzMWz1MZP0nMB0W2hoqsBsNIQbBVreEK32GKeZkrWR41FvWdOgaRrkax4waQc6pNkIw3Aneu4hxr6Exv6aG6YdQPf76M+yHwCaZUL1x+gNXYRrgzvsbiZQFiCy7XWVISIiIiK6KRhMl3IxmQFqMxlNy9CMRDrrfA7HSqaDB+m187kNXQIk3Y5TdVM5t2XLESDv5Y9+ekMM3eg/ddZHhjGwMTA0GM4cttlBp2PCti0ESxJdV7i0KJ0557PLI2NPAvzT48R7Ho6mPqTGfrz9mrWcap33HjRYpoTx4aIBEsJ1TY/CQPoiRNoLwF5RSrnIttdVhoiIiIjo5mAwLeD41AekvURQtY8mJuhF6bftPqaSCXsRELroKgoUpY2xD/jjIO1VURQo3USAVbocAd4Rpj6gmnM4jgVD06AtRS7110fSO9gdtaEoLbRaCpT2IYIlCa5rq9zFrgT4J14YHFs5+xCA20V7DOjJHw5MFf64lxpV1iwTUua9WLSuu6kA1zGW9zEkHXYUKDvBPPgUwfZS9Q5Oe4kpALqdSL8X2fa6yhARERER3RwMptfhDtFdpOiG6eCjGaA2wyBLUC3L8TBstdEfzwCo0E0Tph3c/El8GaEq9fGnOFzklQPwciPHUt6whXa7vWWBtoS9xT93cTfxiTfsYeyrMC0DhmNCnfXRSkfSMNUZRvmR9ILaaWKSCHChm+n55SdTjMO5x8H8Yx+qaadvJibYXqlg3xuiNy4aLV697bG6yhARERERXV8Mptciw0jdPXuOualmCwmoaznBnNtWKwy8+mP4kgozZ0S5mHh96klTDnhrBuIb4XbTN/ryT5FMXA5+vOhjpurQpRn6qR8BgpHqWb8bjtKv5k8PU3PcswGu5w4Xc4+D/3fRnwFqJ3kzPLH28k/S+9c78fMD3NJtr7EMEREREdE1x2BawN0gfzUMHmUYjg09efdsRYGSd6epQnUtZ5nnBsFZKjW91Obqs/2OEWTyC+4trYkgZJWQ+pPwfbXjwHGCl6kG6doDx0mNKmcDXKB8BDeYbhCVqau9RLa9rjJERERERDcHg+lS4d2yJ9FYYzA3NHX3bADyXu5twArUtRwNRi3PHqqrPhXJGgzrqufXeggGa5OhrIz9hpQzAh/Nk25n5k8DOD5Ev99HfzTCKHyNfQD+DNPRCIfHWNzQLjfoLBnBDX7UicqIt1d2XXJwp7BwOSLbXlcZIiIiIqKbg8F0EVkL5sX6Y8Q3Zg5G4NRmnG4raxYG+nIQswgwcuenVllOsV3dTt3FWdYMDPS8IOZy6hMoWldMOzChqyrMK372mHs4hq92YIRRvawdQJd8TI+Se1BOzZNezJ+OnkPueXBdN/U68QHgFEeuu5hW7k5mkPSD+AcEOdteGgzLSP3AIGsWOuEj0IIy4u0l6YP4buPhuuLliG17XWWIiIiIiG4KBtM5VDOcf2p3sDvto92KAw/Aw7AXPHs6utPyoHmK3or0WvdwjBkSd2Ve5PpWW85qLg77Y/hSZ7Ec22zAH7fTN8aKSm+8PrHV60qUmYzh+35i5P+KeEP0+j4aZvAoL7sDjNuJeb8ANMvOzJMO509LOgZVsgPcLtp9oGNH/SzbXi6OJrvoDOK50HYHmPbbiKdoi7fXbDzCbrSscF2pqd4C215bGSIiIiKiG2Lnzp0759k3y9y7dw/3799PvffgwYPU/4mIiIiIiIhuKo5MExEREREREVXEYJqIiIiIiIioIgbTRERERERERBUxmCYiIiIiIiKqiME0ERERERERUUUMph9BsuFgHj0bmYiIiIiIiCpjMJ0kG3CiZyLP55jPHViGdg2CThma5STq7sDS5NX1PpliNj1JPDubAEA2rPQ+zD47WtZgWE7cPxwLhpazl2UNllOwnDJL/TBcV8XF3HRsLyIiIiK6Sgymc8z6ChRFgdIe4bRhwl57FFeG4czhbPiqWrNsmNIUo3ZU7ykk08aBli0Z8NwhukM3+/YjTTYc2DowTe5D3Ya12IcyjIMmMOkFnysK2iOgYSbLAIAGyzYhTftoKwoUpYcJDtYKrBb9MFyXbjtrLeey+uFlYnsRERER0VVjMF3EczFs9TGT9JWB6dXT0FSB2WgINxpq9oZotcc4zZQEZMhy9Mp+9iiTsd+QgNkEw8Q+HM0AtRk1vIdht4vhYicDntvNlAE0y4Tqj9EbuuHIvwd32I2XuybPPcTYl9DYZ8OxvYiIiIhoGzCYLuVikrkAB2RoqRTTORwrmQ6uwZrPMZ/b0CVA0u04/TM1LFa2HAHyHqTsewiCi+zgs2bZsO3wNciOtgejYalU1TDtNTtAJmsGHIG0WNkIU2zTQ4E3mIw9CfCnRxtIob+L3VRDh+21tG+To5qi/VCgTWUNliOQMn2tsL2IiIiIaH0MpgUcn/qAtBcHn9o+mpigF6Z0Ku0+ppIJe3HB66KrKFCUNsY+4I/bi/RPpZuIcEuXI8A7wtQHVHMOx7FgaBpWXTO73TAFdexnPwpG8lpxmqqiKOjPAPhTHCUjDc2CberwR+E2LaXXXkcehsGQ5eKHA1kz0FF9jA9Xp8PLmgVTBWaTqEwQQPknd1NzcB3j4jtHNppQ4WO6aIy4zqmlawfQpaicaD8sa1MZxsCE6o/CVGgFSm8CNPfT6y6jWZkfatIv8T7E9rqU9iIiIiKiQgym1xHOOV7EmJ6bf6FcppbleBi22uiPZwBU6KYJ0w5GosSXsUw2HJjqDP3WMDFqJ8PoqMCsj26UPusN0Rv7UDvZkW7AG7bQbrfTgcC2crtoj4GGHQRVttmA3+8tp/smbjZlmxJm/Taym6d2mpj0oh9IpoBurjX/VTXjQNPWJcyy9XEnmEFFMmlCC3L+l+u9kkibhkHn6XG6r3aHqNSybjf1Y032ld2Phdhem28vIiIiIirEYHotMozU3bPnmJtqtpCAupYTzPNshSPL7f4YvqTCFB/qS9Ms2DowbnczF9/xRXqSd+ID0i7upt4NP/OEo4QrpVkO7MZp4iZuI8C0l4Mqb4hWGPy1+8GN3rJl/Olhav56b+xDauwv/dhQJnlDq+imcul1hVMQFkFUOH9+MfIqQqRNXUxmfph27MCxgpThqttTJ7bX9WovIiIiopuIwbSAu0EuaDjKI8NwbOjJu2crCpT+LPtnJepazjLPDQKCVGq6KNmAY6qY9VsrR8tScznX/gFgm2hoqlLmJm4uDkuCqmg/Z8v4Jzk7bsWPDcJWBHnu4Ri+1MC+DMhGB6o/RkGm80plbep2W1CUNvr9KaaQoJt2tekIqDPNm+11Ke1FRERERIUYTJfKjh4FI0OpC3kA8l7ubcAK1LUcDUZ2NG5tGixbhzTrL6XCBo5x6mdG4Bav7Cg2wuf8WivncF8LlYKqYORR2svZYP8U6bHEmnhHmPoSGvsa9hvSGjfTqtKmHlx3iGG3Fcy7rzQdoeY071XYXgkXbC8iIiIiKsRguoiswXCCR+fEo0fBxazajOcIy5qFgZ4XBHs48bE0OhWospxiu7qdugu4rBkY6Ksv1L2jaTA6poWPyQLCkfJgW9sro5rgJkqqmQ6QZc2AlXPTJu3AhK6qMLf3uWKhOP12sV2yhgM9ePxSsDc0GFbi8xX72Z3MIOkHieUsl1lLWJ/l5QRtIulm4kZWWUX9UKRNs9sePppqUwFnKbbX9WovIiIioptp586dO+fZN8vcu3cP9+/fT7334MGD1P+vJdmAY+uJR035mI1HOEzeJAzBhbI1MKGGBf3ZGL3JLmwT6GdHh2QD1kBflMWsH9+Qq8pyCsiagYNOA6oUrcTHbNxDd1WeNgDZsDDQ1WBbZ30oXcCam1hO2PYxbqdTvoP1xdvkz8YYHaZH2AEAmgGn04A/atUz6rhRMjRrAHPRUD782Qi9btz2ovtZ1iwMzHDfrihTaKkfYnVfBIKMgrkJNdm3sor6oUCb5n3e6yZvTnfZ2F7Z9tju9iIiIiK6eRhME117QXCGfk2p0rRhbC8iIiKim4Bp3kTX3EVuZEWXj+1FREREdDMwmCa6rsK7Y9s6MO4xhXfrsb2IiIiIbhSmeRMRERERERFVxJFpIiIiIiIioooYTBMRERERERFVxGD6GpENB3Mnfi41ERERERERXQ0G06uENwvaXPCqwZrPYWnZ9wucTDGbnvDGRZsk0u4iZS6kQt+QNVjOPKjP3IFlFNRINuBstN5ERERERI8OBtMraE0V8H34UgP7WxJ5eO4Q3eGq5+nIMJw5nKJgqjaXua7LJdLuImUuhwbLNiFN+2grChSlhwkOkN8sMoyBDin7NhERERERrYXBdC4ZexLgT0fwIWH3bvZzALK8GN2TNQ2apkHODWLqIEOWo1f2s2vsUvehCIF2FylzSdulWSZUf4ze0A2zFTy4wy6GeakL2gF0v4/+LPsBERERERGtg8F0HnkfDcnH9MjFZAaozWy+rQxjYGNgaDCcOWyzg07HhG1bSJWUjUQK7hyOpeWk15an6WqWDdsOX4Nsim6QEjyf29AlQNLtxfrmmTxhWTPglKyruM4i68pLUc57T2wfCtUZ4XzynG2upLTdRcqIbVfxfo4U9Y0oqD8SSPvXYJkSxoershqIiIiIiKgqBtM55P0GJH+KIw9wg4gpHQiFJL2D3VEbitJCq6VAaR9iEa5oFua2DozaUBQFiqKgN9nDfmZBaqeJSS/4vD0GVH2wlKbrdqPP/fQHwafoKgoUpY2xD/jjeH1KNxE8aRZsU4cf1ac9haTb6QC3tM6C66qgbB+W1rlGIu0uUgYC21W8nwPFfeMudiXAP7mbCrgdY7k2mmVCGvfyR6yJiIiIiGgtDKaXyNhvSIAf3ujr+BQ+VCwNQAKAP8Whm4hQvOjfMoyOCsz66CY+99whslOe/ekhoiLe0XR16vCF5NTHG6I39qF2opHunDIr6lyrKvtwqc4xb9hCu91eO6gXa3eRMqEq27ViP4v0jWTArbSngG6m57JrFkx1hhEjaSIiIiKiWjGYzpL30ZCA2SSMbLwjTP28dN6iFNtg1HCxjAL+STLgOkHe2PPFhaOYp8epd70TH5B2EcRn4nWuU9k+LK5zmrcIWNcg0u4iZUJl2yWyn0X6RjLgjn5skBr74Y8NGixTxazfjUfFiYiIiIioFgymM+T9BiQAqhmlzgbzg1el814nqTnO8znmppotsnUuq84i7S5S5rKlAu5I9GOD1oQKQO04cJzgZaoAJB0Dx9lYujwRERER0aOAwXTG3V0J8Mfho4bCV38GQMJeNrd4pWOcrhixvBpBfWb9xDYtXtGo5QbrLO+t8UgmkTonyBoMy4Im3EZpIu0uUqZcXfs5uAGalLdi/xTHAHB8iH6/j/5ohFH4GvsA/BmmoxEO04P+RERERERUAYPpFA1NNSdF151gBgkN4YcKexiOZoBqwkpEd7JmIOf+UMK8o2nwbGMtfExW+lOc+Eik+KY/G45mUM10sClrBqxFharUuWhdYbCYmIutHQQjutWI1DmmHZjQVRXmwfJn5UTaXaSMiCr7uZg7mUHSD+L9IxsY6FJcR8+D67qp14kPAKc4ct14GjcREREREVXGYDpJa0KFj+lRNsoIRwFzg8cV3C6U9hjoxGnKg+YJjpaGVCsI58Q2zPAxWZk8XfdwjBl02FFKdPJzt4t2/xTNQZwyPWgCk2SFKtR59bo8DHuJz5wD7B2OsNbjjUXqHBWdjOH7vtBc5CUi7S5SJvPJShX2cyG3i3Yf6Njh/rEb8MdttHizMSIiIiKijdu5c+fOefbNMvfu3cP9+/dT7z148CD1fyIiIiIiIqKbiiPTRERERERERBUxmCYiIiIiIiKqiME0ERERERERUUUMpomIiIiIiIgqYjBNREREREREVBGDaSIiIiIiIqKKGEwnyQac+RyZxzdDNhzMHUP8OcJCNFg569oIzVo8z3jp+dN0+WQNhuXE7eFYMLR075JlDZaTLOPAypQhIiIiIqKrw2D6UeB2oSgKFEVBf5b9kC6XDOOgCUx6izZpj4CGaSd+WNFwYJuQ/Cn67aCM0hsBpg3HYEBNRERERLQNGEwTVSHLiwwFWdOgaRrkSvGth2G3i6Hrxe+4XYxmgNqMMwZOx220ukMsinkuDsc+pMZ+zRkSRERERES0DgbTa5GhGRacROq0Y2npIGcpTXc5lTegwXKi5Tiw1hp5FKiPIDm5HMeCZliYzy0kE8NTZQrqLBvh9l+XtHLZSLRF3j6UYQxsDAwNhjOHbXbQ6Ziw7fT+KV9OGRfDYRxsExERERHR9mEwvQ5tH01M0AvTdJV2H1PJhL0IGmUYAxOqP0I7KtObAM39dNAFQO00MemF6b5jQNUHWBGbrlZaH0GaBVuXMF2kFp+io6upIrLhpMu0p5D0G5B+rFmY2zowai/Sr3uTPezn7EJJ72B31IaitNBqKVDah3CjDyssJyJrFkwVmE0WS8khY78hwZ8egWE2EREREdHVYzCdQzXjUcX5fA5bl9IF3CG6QzcOajwXwyBPNwyW72JXAvzT43SZ7jAOukL+9HCRyusdTeFDwu7dTKEypfURIcPoqPDHPSwGRb0hemM/VWa/IeWWyUs/9oYttNttKN3sVm+bYNsx66ObSr8eYphXdX+Kw0Q5eNG/KywnvNndfD6HbUqY9dso2k2aZUPHGD2OWBMRERERbQUG0zlm/XDUNbpBVCqgRBA0WU4qrXpuJkdwXUxmPiTdxnzuwLGCFO9ssAkA/kkyKDtBdk1iyuojIvwBIFkfAN5JskYFZaRd5P0G4C0CzW0WbFfxyHBs9ehwheV4Q7Si/tWfQiq4uZhsODDVGfqt4Yr1EhERERHRZWMwXZkMw7GhS1OMolRnRYGSuU22221BUdro96eYQoJu2tXTroWI1Ye2l+euHt0P0up99NvdpawGIiIiIiK6OgymKwtHH0eJOy0DkPcyqeAAAA+uO8Sw2wpGtyulXYuqUp8ixzj1AWkvc8ut1HIKyvinOE69i/B5yhZy77u2VYLtSt5Nez11LScQBNLAuN1NtS0REREREV09BtOVRQGTkXhEkoVBal61BsMyEkFkMNc4N+C8MJH6xI6DwjkBrofhaAZJH8R3HZeNzHI8HE39oMxiZUGZvNRn7cCErqowD+oJLjcn2HaoJqzEjpE1A0alqossJ9s3gs+z+zAOpFvx/HQiIiIiItoaDKYr8zDs9TGTdNjh/ORB8xS9VFq1i6MJ0BxEc5htNPwx2huZ8ypSn5g37GE8k2Da4WObkvN03S7aYx8N0w7qPdjFKLMcbxiMsjfCv5/bDfjjNlo5EZ87GcP3fbE5xFfN7UJpj4FOuO3zOQbNExxVrXrpcqK+ET82zTaz+1DDgS4BkKBH+3nxyjyGi4iIiIiIrsTOnTt3zrNvlrl37x7u37+feu/Bgwep/9PNIBsO7MZ0Qz8EEBERERERXU8cmaaETAqyHIyQ5qVwExERERERPcoYTFOCi6PJLjpRerrdAcZ9PtuYiIiIiIgog2neRERERERERBVxZJqIiIiIiIioIgbTRERERERERBUxmCYiIiIiIiKqiMF0kmzAmc9hZR7kKxsO5o6BxBOZa6DBylnXldGs9POMt6ZiV0izVj/XOewr2X4hyxosJ36G9NxxYC1uj75Ms5Jl42VVXc5FyYYVbM98jvncgZV8/jgRERERES1hME0BtwtFUaAoCvqz7IeUJsMY6JCyb0PDgW1C8qfot4N9qfRGgGnDyQtONQumCoyjsotneVdczgXJhgNbB6bRutpTSLq9PT/0EBERERFtIQbTN4As5wdYq96nC9IOoPv93B8dTsdttLpDuNHTxDwXh2MfUmN/RWaDj5OcJ49VX866ZOw3JGA2weIJaN4QoxmgNhlNExERERGtwmB6LTK0VFrsHI6lpYOcpTRdC0Zumq4Gy7lIeq2GAztnFFGzYNsHiRRlgTqXyktNz3sPkDUDjsB2yUa4j7ILuAKpVGfHgraXLYFge00J40M3+wEAF0OBZ3IvttlUAagwF+uM0rzFliPapqJtQURERERE4hhMr0PbRxMT9MK0aKXdx1QyYS8CQhnGwITqj9COyvQmQHN/af6t2mli0gvKtMeAqg9QLdZxMckZRdSaKjCbYBHylda5RpoF29Thj9rXJm04SHWW4lTn3ik6upotBs0yIY178ShuqWDk158ehSncgDdsBevozwDM0I/aZJHmnWd5OUJtWtoWHobBMPSi38magY7qr/jBgIiIiIiIwGA6n2rGI33z+Ry2npkd6w7RHbpxUOO5i4AkiFHuYlcC/NPjdJnuMA5uQ/70cJHK6x1N4UPC7t1MoRJuEE0nAnUNQSydWFtpnesiw+iowKyP7mLDhuiNfaid5Zu4ecMW2u02lG52z1ymMFBNBslhnVM0C6Y6w0g8koZm2dAxRq/C3+TJXU5pmwq2hdtFeww07LC/mw34/So/GBARERERPXoYTOeY9cORvvDVzgZVkGFYTiq9NkjZjbiYzHxIuo353IFjBSne2UASAPzkhFnvBNk1CXEnmEHFYnBaa0LFDMlYurzOdYl/SEjyTnxA2kXe7wSed9VRW1jnzORl7yTZGhosU8Ws3136QWQV2XBgqjP0C0ecy61eTlmbirWFZjmwG6cYLW5AtrmbnRERERER3RQMpiuTYTg2dGkaBx+LlN2Y221BUdro96eYQoJu2ptJqQbiVO9wtHEpxVuwznUKfkhYFeRdQ1oTKgC148BxgpepApB0DBxnKYU9SBv30W+LB995Vi9HvE2L20JDU5UwG13Gzc6IiIiIiG4OBtOVBaN9qeADgLy3/KAkwIPrDjHstoLR7dpTqmPu4Ri+1MC+nJPiXanOFcl7mUdEHePUXx7dD17ZgBCArMGwLOTem+3SBHWW9tKVSO2f40P0+330RyOMwtfYB+DPMB2NcJgY/I0eNTVud1P7u6ri5Yi0acW2yFqRSUBERERERAym1xAEKGoznnMqaxYGqXnVGgzLSASI4eOH/FOkE25r5B1h6ktoDDo5Kd4idY4dB4VzAtxwOYv5tjK0g0YmmA5uaKWa6QBZ1gxYxvJPCdqBCV1VYR4sf3Z5gjpLyZu/yUZ6/3geXNdNvYIs8FMcuS6iTPU4AG5daM5x+XJE2lSkLeKshkUZWcOBHjwuqzTgJiIiIiJ6RDGYrszDsNfHTNJhh2mzg+Ypeqn0WhdHE6A5iFJrbTT8MdpLc17r5OFo6kOSJPjjw0wQJFLnmDfsYTyTYIY3pIrnznoY9saYIVyOc4C9wxGWluJ20e6fJrZ/jkETmBwth2buZAzf9zMj6VfA7aI99hc34ZoPdjEaL21ZiTAIhQQ9Ws7iZVXIShBZjmCbCrSF222j7zcW7T23O5BmfbSv9KZwRERERETbbefOnTvn2TfL3Lt3D/fv30+99+DBg9T/iYiIiIiIiG4qjkwTERERERERVcRgmoiIiIiIiKgiBtNEREREREREFTGYJiIiIiIiIqqIwTQRERERERFRRQymiYiIiIiIiCpiMJ0kG3Dmc1iZBwLLhoO5YyB62nI9NFg569oIzUo/q/hSVnrTbKK9NFjOfAN9i4iIiIiINo3B9KPA7UJRFCiKgv4s+yFdDRmGY0KVsu8TEREREdF1wGCa6Apolg1dmmE89rMfERERERHRNcBgei0yNMOCk0iddiwtnaora7AcJ06tdiwYWl4yb5jqO59jPndgGXllygjUR5CcXI5jQTMszOcWktnNqTIFdZaNcPvrzY3ejNraS6wtjk9nGLe7OMq8T0RERERE1wOD6XVo+2higl6YOq20+5hKJuxF0CjDGJhQ/RHaUZneBGjup4JSAFA7TUx6QZn2GFD1AZbiszKl9RGkWbB1CdN2VOdTdHQ1VUQ2nHSZ9hSSbsOpXOltUmN7CbaFN+xi6KXeIiIiIiKia4TBdA7VjEcV5/M5bD0zsdUdojt0sYiFPBfD0QxQm2HwdRe7EuCfHqfLdIdwo/+H/Okh3LCQdzSFDwm7dzOFypTWR4QMo6PCH/fiIM8bopdKQ5ax35Byy0iN/aXRV2/YQrvdhtLNbvW2qbG9amkLIiIiIiLadgymc8z64ahi+GovzWuVYVhOKpV3biZHcF1MZj4k3cZ87sCxgpThbLAJAP5JYnjSO0F2TWLK6iMiDCiT9QHgnSRrVFBG2kXebwCedx2GX+tsrzragoiIiIiIth2D6cpkGI4NXZpiFKU6KwqUzG2y3W4LitJGvz/FFBJ0015K9a2HWH2oWD3txbYgIiIiInpUMJiuLBidnY2Gi3RfAJD38p5x5MF1hxh2W8Ho9kZSfavUp8gxTn1A2kuPx6aXU1DGP8Vx6l0AsgbDspB7H6+tdNH2qqstiIiIiIho2zGYriwIKNWmsUgDljULg9S8ag2GZSSCyGCucW7AeWEi9YkdB4VzAlwPw9EMkj6I72ItG5nleDia+kGZxcqCMv70KJ4nHNIOTOiqCvOgWkh6+epqryptIUOW5UVq/F1ZhrzUJkREREREtK1WBtPvfve78cEPfhAf/OAH8e53vzv78SPMw7DXx0zSYYdzYgfNU/RSqbwujiZAcxDNm7XR8Mdot4ZLAefFidQn5g17GM8kmHb42KbkrajdLtpjHw3TDuo92MUosxxvGIzaNsK/n9sN+OM2Wjm3pnYnY/i+j9kkexuvbVNXe4m3hWbZsG0bpi4Bkg7TtmHb6UeQERERERHR9tq5c+fOefbNH1d+HN//j76P78jfAQB80Psg/sXP/4vF5/fu3cP9+/cTfwE8ePAg9X+6GWTDgd2YrhFYEhERERER3VxLI9M/rvw4fvOF38Q397+J7/257+F7f+57+Ob+N7PF6EbKpDvLGg5WpHATERERERE9ylLB9Lvf/W58/z/6Pt760FvJt+mR4eJosotOlO5sd4BxH72cFG4iIiIiIqJHWSrN+4Mf/CB+e/Tb+N6f+166FIA7T91Z/Jtp3kRERERERPQoW0rzJiIiIiIiIqJiqWD6d3/3d/FB74PJt4iIiIiIiIgoIxVM/+AHP8CP/L0fweO//XjybSIiIiIiIiJKWErz/q35b+Ennv8J/OTRT+L9/+z9eP8/ez9+8ugns8VuJtmAM5/DyjzsVzYczB0DiScy10CDlbOuK6NZ4TOWw9fWVOyyabCceU57B+2V2keLV8nzoTVrZRnNcuLlpNYpZz6zkHwk+JKw7y7VW9ZgZJezuF07xLerdDkXkLN/ZMMKtmc+x3zuwMpsvCxrsJxkfRxYIvXJWVcthPZPeZtW265VfXUFkW0XKbOk7u0qILSfBcnh/lvRx2Kr9vMVnsNXHe8bsPocVX6cxlbtwxXW6odERESXbymYRhhQf/8//z4+1PkQPtT5EL7/n38/W4RuGrcLRVGgKAr6s+yHjwoZhmNClbLvA4CLbrh/4lcbYx/AbAI3W1yEZsFUgXE7XF7iWd6aZcNUffTDz9qjUzRsZylICcgwBjqWqy3DOGgCk96izu0R0DDtRAAgsl0iy6mPbDiwdWAa7Zf2FJKeXJeGA9uE5E8X+0fpjQDThpO/gzZMbP+Ut2mV7Srqq5er3u0qIrafxWiwbBPStI+2okBRepjgIOf42p79HFt1vG9AwTmq/DiNbOM+JCIiqkduMI0w5fs73/kOvvOd7+AHP/hB9mPaIrK8dAUIFLxP+TTLhi7NMB772Y/yyftoSD7Gh2uF0iEfJ0tPHtPQVAF/fAg3/Mxzh+iNAf1g6UoV0A6g+/2cH0E8DLtdDKOFAPDcLkYzQG3mLCeytF1rLmctMvYbEjCbYPFENm+4tK7TcRut7nCxf+C5OBz7kBr7YiNftRLZP2JtKrpdlfvqxtS7XcVE9rMYzTKh+mP0hm4YHHpwh924zy3Kbct+Tlh5vG9K3jlK7DjFtu5DIiKimqwMpqmIDC2V3jaHY2lL6bXptMZV6YiiqYaraDiwc0YDNAu2fZBIkxOoc6m8tMa89wBZM+AIbJdshPsou4ArcHw6w7jdxVH2gxW0Ax2SP8VR5kIzlfroWND2sp+H22yqAFSYK1Io/eUrWEDaW041NaULBvRpq7ZLiGwk+nN+HyvbP+VcDLNRzwoi6xLqqwLbJaK4TcW3S6SvCm27QBmRba9ru0TWVa7sXCdjTwL86dFilHUVkf2MPYFzuMh2iZQROd4FllPW50XPUSJE9qFQPyQiItpCDKbXoe2jiQl6UVpsu4+pZMJeBIQyjIEJ1R+FKYQKlN4EaO4vzQFTO01MemHK4hhQ9UFOqmERF5O80YCmmk4/Lq1zjTQLtqnDH7VL0v+2i5czMrVaOCKXuSAPUh+lOPWxd4qOriZKAN6wFXzWnwGYoR+1SSKFEgCkvfKOoFkmpHFPuN5ymLY5m6y6GM/frqzc5WgW5rYORO2uKOhN9rCfaPfy/eNhGAxvLY4DWTPQUcsyAIKRsmS9y9cl2FcFtisrd/8Itmna8nZBoK+KbLtIGdFtr2W7BNeVlLufS891d7ErAf7J3VQQ7BjLKyrbzwCg6h2chufwqP+k0tdFtkukjMjxLrIcgT5ffo4SP07L9qFQPyQiItpSDKZzqGb8q/58PoetZyZ7uUN0F+mBQcpidGERXI+EF2unx+ky3eHS3Fp/mkiPPJrCh4Tdu5lCJdwgmk4E6kFAlLrALK1zXWQYHRWY9dFdbNgQvbEPtbM8quENW2i321C62T2z3WSjAxUzjFJXiWGAkLzYDbe9muAHEkk/QJTMIGsGBroESLtYdA/Ngqlm65AjulnRfA7blDDrt7Fqd+dv1+LDguXktDuClN9hoozQ/nG7aI+Bhh2tqwG/XxBAIEwlxRi9RSGRdeXUeamv5pRZ2q5Q4f4RbNOM5e0SIbbtImXKt72u7RJZV6hwP4uf65I/ZCrtKaCbFedwB/L2YZy+LrJdImVEjneR5eSUWerzgtY4TpeJ9EMiIqLtxWA6x6wfXmCFr/bSF7sMw3JSaYRBOlzExWTmQ9LtYMTDClK88y5UUumR3gmyaxLiTjCDinh6ZhMqZkgPipXVuS7xDwlJ3om/8uLa8ypdfW2BeL5g+jo/GvFKb493Ur1V3W4b/ZkEM7xQHTSB0dgH/FMEe1aDZaqY9btLP9As8YZoRX25P4W08sZPq7YrVLicYNuzI7FpYvtHsxzYjVOMFjc2Kr5ZlWw4MNUZ+qmRfZF1ifRVke0KFe4fkTZNy98uERW2XaBM2bbXs11i6wLK97PouS75Q+ZyECwudx9W6j8iZUSOd5HliPR5MVWP03wi/ZCIiGh7MZiuTIbh2NClaXwRsUiHi7ndFhSljX5/iikk6Ka9mZRqIE71DkcWllK8Betcp+CHhOKL2WtL3kcQcxZdtF6UF/ahoK1a3SGwm8iQ0JpQAagdB44TvEwVgKRj4DgrU+qDm0OtCBoqbFfhci5EQ1OVMBuJ3awqSBH10W8XBRnFNtFX8/dPSZsm1LFdl+fqtmt5P4uf67IBHIDKAeWlWfN4X+Xifb7acUpERHRTMZiuLPz1P3kRAUDey7t49OC6Qwy7rWB0u/aU6ph7OIYvNbAv56R4V6pzRfJe5hEtxzj1l0f3g1fOBbSswbCsRYrodRDcoGuM5Sm8wbZn54/Wsp+zc5mPD9Hv99EfjTAKX2MfgD/DdDTCYd6QYInV2yUi2Pbs3P20C+6fTKATPZpn3O6m+nVAZF0ifVVku9aVPz+9eLtEiG+7SJnq277Odq27riyRc12Ymp43z3vFaHqR7HLkPSmxHJHtEigjdLwLLEeoz19QpR8kRPohERHR9mIwXVl0wRLPL5M1K5gjuKDBsIxEgBimz65xoSbMO8LUl9AYBHNe04OLInWOHQeFcwLccDmJ+aTaQSMTTAc3plHNdIAsawasnBv8aAcmdFWFmffIp0snQ5blxYXgXVnG8tPF8gOFQLDtUvImcnI4f7QqzYC12IFy8Cif5Fxmz4PruqlXkBl5iiPXRZA5n+2H8XzW5foXbZfIcqIbEpmJegfl4mYX2T9xlkW8+RoO9HT6eRyYtVbM0RRZl0hfFdkukf0j0KZC2xUp6qvi2y5Spnjb69oukXWJ7Gexc507maXmeUfbvtz/i/ZzIG8fzkbZG3UVbZdAGaHjXWA5Qn1ehNhxGn5QsA9F+iEREdH2YjBdmYdhr4+ZpMMOU+QGzVP0UmmELo4mQHMQpdHZaPhjtCvPfazCw9HUhyRJwTNfM5+V1znmDXsYJ+ZAxnPgPAx7Y8wQLsc5wN7hCEtLcbto908T2x/Mo5wcLY97uJMxfN8XSi3eNM2yYds2TF0CJB2mbcO2rVQ2QXCDLh/TVc+Ncrtoj/3FTXnmg12Mxkt7qJx7hElzsOg/HYzXSI2N+mH8iDbbbMAft9HKRDTF2yW4HLcLpT0GOnEK6aB5glSzC+wft9tG328s+t/c7kCa9dFe3GUqvGiHBD0qs3gl2ktgXUJ9tXS7RPdPWZsKbpdIXxXddoEyxdte43aVrktkPwue69wu2n2gs+hj2eUESvczgNl4hN2o/4TLSd8QrWy7BMuIEFmOSJ8XUH6cBkr3oUg/JCIi2lI7d+7cOc++WebevXu4f/9+6r0HDx6k/k9ERERERER0U3FkmoiIiIiIiKgiBtNEREREREREFTGYJiIiIiIiIqqIwTQRERERERFRRQymiYiIiIiIiCpiMH1BsuFg7sTPNN2ky1wXXS/sG0REREREl+uGBNMarNTzkBOfWJlnmdbtZIrZ9KTw+dGaFT8X9UIBj8C6Nko24MznsDI7czOBXNCm2XWtQzYS+z/xyusv19ZV941HnazBSB3nFgwt3b9kWYPlJMs4sDJlLk99x1dMg+Vc8Bwn4Lz1DM5efR5vv/o83n75GZwnVyY3cPbq8zhrJd4DcP6F5/D2q8+lyxIRERFd0A0Jpl1MZoDU2M9cxMnYkwDMJnBT79fHc4foDguWrlkwVWDcVqAoCpTWcO2Ap3RdlMsbtoJ9358B8Bdt0Rqu0xIyDGf7AvHivrGddb45ZBgHTWDSC/qZoqA9AhqmnQhWNRzYJiR/in50LuiNANO+Ie0iw3BMqFL2/Zq1nsGZ+ThufeYFPPb0C7j9InD2UnGQfP6553CmArc/80XsrHPIExEREa1wQ4JpwJ3MAGkXd5NvyvtoSMBssirIWEGWF0G5rGnQNA3y0sWaDFmOXtnPsnycXOgirsq66MaovR9SLqH9XMTDsNvF0I0Pcs/tYjQD1GY89Hs6bqPVHWJRzHNxOPZzfgS8fjTLhi7NMB772Y9q9ATOP3sXO2N3ERTvOF/H7Tcex8OfeSJbGIgCaZ2BNBEREW3GjQmmcXwKHyoS167A3V1ImCEZS8uaAceJUn0dWEujQjKMgY2BocFw5rDNDjodE7adThXXLBu2Hb4Gy2mNi9RiUwWgwlxK8w5GC+dLeZbLo4jF64rSNcMUy5XbBciGBSeRhqoZ1oZS4GVoyXXN53AsLV3vpZTX5bTYQPl2XZzIPgzKzOc2dAmQdDuue6YNy/uYSFvU0Q9F6izeD68l2Ui0aU4/FNzP5csp42JYIRPiwlMnaju+BI5lAMenM4zbXRxl3s+62HZ9AA+fBHDyZuK9N4FvA+e7H0i8FwgC6cex02cgTURERJtxc4Jp7whTPz0SpDVVwD/F8eINC7apwx+1gzTL9hSSnkzFjEl6B7ujNhSlhVZLgdI+TKWKu90wnXPFSEw6tXiGfpj+Gad5exgGQ1fpi3btALrkY3oUX/2VrQsA1E4Tk15UDlD1AdKxoAVblzBdpJieoqOriQI10vbRxAS9aJvbfUwlE3YygBuYUP0R2lGZ3gRo7i8F9qXbVaPidbnoKgoUpY2xD/jjsA8pCpRuomeI9LEKbXGxfihSZ/F+eO1oFua2DkRtoSjoTfawn+1kZfu5wnIicji9ozgrRsZ+Q4I/PVp76ke+Go+v0mM54A27qPBbwXrkO9l3AqdvAR++g/Pke81ngkB6/CXcdpIfEBEREdXn5gTT8HA09QFpbzHyuychcaEqw+iowKyPbpRn6Q3RG/tQOzkjJf4Uh4m0TXgbuFJ0J5hlRtO1pgrMRpUvTP3p4SJ91DuawoeE3UXOe7Dt/rgXLzfc9nWoZjxKNZ/PYeuZiZLh/N3FJnhuJmC7i10J8E+P02W6w6W57cXbVa+Lr0ukj1Vsi2vWD7dHTlsgmFueO7V85X6usJzwBn3z+Ry2KWHWbyP5O0uWZtnQMUav9p1c4/FVeixvp3P1LnbeAM71T6SDbCIiIqIa3aBgOrwYlBrYlxHOl06OrMUXmKm/OfGX51ojGYRvUnDjtDjQ0tAsHc3K5ycnZXsnSIdm4bZnJm57JysCuBKzfjhKFb6WR0VlGJaTSg0N0t0jLiYzP0w7duBYQQrq0g8apdtVr4uvS6SPVWuL69YPt0ewn0W3YfV+rrAcb4hWdEz0p5AKbi4mGw5MdYb+IlMlTLdP/kAl6bAXx1CV6Rh1Hl9lx3KZOrdL3M74S7j9s1/FDu7i7AtPZT8mIiIiqsWNCqaDi8FgZEXeb0Dyp8hmqabmjVa+MKyfezhe/AAgGx2o/hiHAtft20uG4djQpSlGURqzEqW7x9xuC4rSRr8/xRQSdNNeSh29rratj4m4ef3wanlukG2Qd3Mx2XBg6z767W5ipNjDsJX5gcofx2naSrJsuXqOL7FjuViN2+V9N/tOYPdx4NvfxU7yvZM3AbyG2/1jQP3U0qOyiIiIiOpws4LpaIStqeFuMPyXGG06xqm/PKpa+YKubt4Rpr6Exr62ofmTWGy7tJe+rJf3NvEcm3Akb5S4a/HKdXlw3SGG3VZwkb3lqaPlRPrYZbZFBTX3Q1ngdth1lckX7OfkPRTWU9dyAkEgDYzb3dTxsRkXPb6qHMuX4Xdw6w0Ae8k7dz8BfBjYOf2dxHsJzpdxewacm88w3ZuIiIhqd8OC6egRWR10ltJUgxstqaaF5E1tZc2AZVS7xExapJZr4eOJsgVKBfWSdLP0hk/rrytaxyC+o69sYJCd61yLKPiI56HLmpVZlwbDMhLtENyIKXWzuK3l4cTPe6Z58Fl5H9tMWxT3jaI6R8T7YRnNmsO27Zw7hMfqKrNadGM1E1aiMWTNQLXDXWQ52f4cfD7Q0z9KxIF0a8Nz0bP1Wff4EjmWI0G/i6bL3N3Io9rexM6LxzjXtcVzpc9bn8DZk2/h1teSd/hO2/k5pnsTERHRZty4YBruBDNJWnokVvBZF+3+KZqDOAV30AQmR9mCFYQ3j2qY4eOJ1rnwdyeYAeU3fLrIutwu2uHfzudzzAe7GFVK1xTlYdjrY5aYFzlonqKXWpeLowkS7WCj4Y/RXswfrVf6MWUSdDtY76r5rGXcwzFmSMz7TLaDSB/bRFuU9I3COi8KCfZDQdm543nqKpPL7UJpj4FOnHY/aJ6g8uFeupyoP8ePorLNBvxxG63FjtRwoEup/he/lucNe8NW4s7/VdV1fIkcy4HoEW1mOCfatO3lx4tdeLvCkebxW3j40vN4+9XncfZZkWdIM92biIiINmPnzp07lbPf7t27h/v376fee/DgQer/VIUGa24CfaXw7r91kw0HdmO6xkU21W072uJq+iERERER0XV080amr6HLueFTJvVTDkbKLjo3ltaxnW1xOf2QiIiIiOhmYDB9lTQrSAnVgXFv0yOSLo4mu+hEqZ92Bxj3N/CMWyq3ZW1xqf2QiIiIiOhmYJo3ERERERERUUUcmSYiIiIiIiKqiME0ERERERERUUUMpi/B+eeew9svN1A5n56IiIiIiIi20uXMmZYbOHsBuPWzU+y0Gjj7bPjvqmUKnH/uOZzpb+H2018W/ptatZ7B2yZy13/eauDh3ndx+/OvZT65GudfeA5n6uPBf974ddwu2s8F21WXSvW5Sq1n8LZ5N/tuYPZVPPZzr4X9MNyWhJ3xl3D782/i/AvP40zNfpoQLkdE2bqoIrmBs5c+hvO8Pig/hbMXPoXzJwHgLeyM3aV9fN56Bg/Nu8GPZm8c4/bzX156/vF1LENERERE+S5lZPr8Zz6C829/FzsAzvfif1ctc13tONOtCaTRegZnKnD7My/gsadfwGPZoEHIEzh/+Xmcfe6J7AfV1VKfy3SM20+HdU2+wgB45/NfDP7fPwbw1mK7osBr5+cSf/OZX8dOokxyOSLK1nXz1dgP8QTOX/jYiuyRp3D20qeAV74atr2LW/gEzqNHmyEIxB+aj+NW/0tBG7wInL303PUvQ0REREQrXUowjd3HsXP6OwCeAD75OHYmOQGDSJlr5wmcy9Er+9lVegvb9fyjgvrITywCnPPWU8Frq/Yl3QitT+Ds21/F7Vn2A+D8C5/C+Ru/jluffy38oedN7Hw+PYJ7/tc/hvPZN7DjhD+aOF/H7Tcex8OfiQP961iGiIiIiFbbXDAtN3D28nPBSwXOdQ1nL2s4exI4N5/D2cvP4FykTHa5F3T+uWdw9urzePvV5/H2q8/ljGo9kSnzPM6+8NRSPVJlXn4G53uZAgDOv/Aszl4KXy9k50w/hbNXn8dZ6ymcvVxUn5x1fe4ZvP1qtX1z/rnngr837wK4m1heul5L60ptV1Dnt199Nmgj/dnFPnr7C08lC5YSq88TOH/hWTz83FPBCKT5cTz87Kdw9lJ624vbNNzPL4dlwv0XlL/po3Ci275mn8/ph+etRml/LldWn/r6YeApnJmP4/av5P2A9wTwYWDnld8qyJgIy5z+TuK9N4FX3sL5J388rPd1LENERERERTYXTHu/hVsvfgO3XnkrSI3tfwO3Xgnn5fW/gVsvfl2sTI2iOaa3orTaz7wO6M+mL/hbP46H+BZuLVJxv4pbH/4UzhIX6UvLef57eKgvz6WNUnpvj9/KfrRw/tmP4tbzUbngB4VUgNd6RmhdZdIpwYlU5URadfl2vRb+3Zdw+41gbu5ja6QnQ7A+kXP943j44pfw2NNfxO2ffQGPfebrq+uc16YA8MrXcfvpr2Lnybs42/0Wbj/9Jdx+43Gc/fV1gq9rpmzbBfq8UD9sPYMz82PAi2G/iNqilS5WqrQ+9fVDIBh5xthdMVf4A3j4JICTD2R+JEj2m6jMm8G8+lefyfmR5jqWISIiIqIimwum8SZ2nNcAPA7MvhX+G8C3g3/vOG9iR6hMXcL08eRFszfFrXFmJCac37xYr/cadl48BtSPxiM6K5azjp1Xvr5Yzs7XXscOHsfDj0SfPoHzz96tbV3F6t2uWr3xOm6FqagAAC/69+o6L42unbwJ4Hdw643ojTeBbycLiEqMoi9eWz7CXbbtAn2+vB8GZTD7Km5HbRW1xWezWRklSutTo9YzOFOPcatknnnyR6/gR4JPLf9gs5C4KdyT709+kHAdyxARERFR0uaC6XCucDQX+lwOA5/o36JlapMYiUnYOXkrc/H4RHB36WSwlLqDc8Fy1pFcjvfd5Cf1r6vQZa6rmtUptgV1LggIUqmtH75TMUDLuwHZF1eMam6f/G2vo88HZdJpw+Vtka+sPnV5CmfmXez0y+9Un/zRa+UPNgDgfDndH974XqbANS1DREREREs2Fkwv5gqrwZzGs5fi+Y1nL2k4l58SKJNd6qY9gfOXn8XZh1+P01mfjlKRiW6ievt8av7yWkFwvfUp1ApGus8/G963Ibx3A578GB6+/Fw6PT3zQwKQHMENR/33in4AvI5liIiIiKjIxoLp209Hj/4JR/L6x8EzhBcjeeG8x8Iy2aVeRP7F4/ne44mRmHB07cVpat3ne8ln+RYsp3Y3dV11KagzR9cE1dXngzI7/eyo/Qt4rNIzykXqU5PXv47b/a/i9ovfCO7d8OI3cPuN4J4Nt178Bm69DgCv4dZseduB5AhukDZ/vvuBxIdhls0iq+I6lqlOJKOorjJEREREV21jwTQQPjt69i3sRBfDOc+OFilTj/BOtckbfMkNPNSTF49BQHDejOd4nreewUM9eSH/JnZePM5dzio7X3sdO09+BGiFj8nKFlgpsa5WeHFZsq71Vdmu8EI8L831Uom0KRWr2OdX9sOwjJm+kdV5q5G5WVcZkfpELtgPveCeDclXMJf8e4Dz2iKY35kc41xPPFc6p4/t/MqvY0f9+GL/nLc+gbMn38Ktr8Uj2texTBXnX3geZy89W3hH9brKEBEREW2DjQbTQs+OFikjLO/mUM8vbhS08/kv4vb4LTx8KfzspY8A4y/h9uLmQ29i5/mvYufDH1ss52Hze7iVTTF1vpxezgvvx61xQRpqOMfyoRmmsle5SIzWZYbpsy+8f7k+damwXTu/8uvYQbyfrurCt7xNL1f6kV+P4yys1+qbVa2vnnVV7PNF/dD5Mm73v4eHL8TH3sMmcOtrVY5pwfqELqUfOl/G7T6K+5g3xa1+vH/OPgvc/kwmu+Y6lllDdt58nrrKEBEREV2lnTt37lQe1Ll37x7u37+feu/Bgwep/9PmnH/uOZx98nXcznmMFNFlYT8kIiIiokfZZkemqQZP4fwLjUSK6VNLKaZEm8d+SERERESUxJHpa+C89QwefvYuzp8EgLewM/4GbiWfw0t0CdgPiYiIiIhiDKaJiIiIiIiIKmKaNxEREREREVFFDKaJiIiIiIiIKmIwXUA2HMwdA4nH5hJdW9vWn7etPrQ9bmrfuKnbRURE9Ki6GcG0bMCZz2Fp2bcveOFyMsVseoILPna1FrLhYJ7dwFppsOZzzHNfFuI1y9AsJ/7MsWDk7GDZsOAs/t6BlVtIg+WUlLmwYLs2uuuui7X784b24dr1ESRrMLJ9VdtEH9swzcocg4HNnxM2I33+WHF+3nTfuCo3dbuIiIgeUTcjmN4Qzx2iO3Szb19jMgxnDic3aHXRVRQoqVcbYx/AbIJoL2iWDVP10W8HZdqjUzRsJxVQy4YDWwemYRmlPYWk25lgTINlm5CmfbQVBYrSwwQHuYE51WPb+vNm6yPDOGgCk96iP7dHQMPM9kO6VJoFUwXG0bmhNcwNLDfbN+pWdF5Nu17bRURERGUYTOeSIcvRK/vZI0TeR0PyMT5chNJoqoA/PoQbXgF77hC9MaAfRBGKjP2GBMwmGEZXyd4QoxmgNuMoRrNMqP4YvaEbXkx7cIfd+G+oRtvWn2uqjywvRjVlTYOmaYnleRh2uxhGHRWA53aX+iFdBR8nK4/zmvqGiML+U7dL3C4iIiK6NI9WMC1rsJzytE/NsmHb4WuQTUOMUl7LU5RTqc6OBc3IT9e8mKA+jhOuy7FgLNYbjRhHKdw2dAmQdDveBwXDdNqBDsmf4ihz4evnXQlLe/npmrlk7EmAPz3KHZWKydBS6eJzOJZWYT0Je2XtVbYu0Xa/5OUYZcsp688VFO7Dy66PDGNgY2BoMJw5bLODTseEbW/m+KqtvUqXk3Pe2MuWqJFsJOqTrXNUpGjKhth2yUZ43jVVACrMxfal21+kbyztn9R5NW9KQt57Iv1HrE1FzquVt2tpH4rtZyIiIrpcj1AwLcMYmFD9UZhWrEDpTYDm/tLFt9sN00LHfuaTmNppYtKLygGqPkinKGsWbF2KU517p+joaqJANd6wh3a3ID1weoiW0sdMUqHvTtBS2hj7UjhiHKVwB2nb/rgdp3KvXGY4Cp0T8Ep7RRdwHobB8N9if8iagY6aHOG+i10J8E/upi4MHSPTEto+mpigF9W13cdUMmEX/ACwiqp3cBq2V5R2nkrLFFxXebtf8nLKtkuwP4sQWZdImbrqAwCS3sHuqA1FaaHVUqC0DxdTErLkMMV4NllVYrXa2qtkOcEUCbHzRuk5oYxmYW7rwCg+H/Qme9hPVHmpPivatGy7vGEr+Pv+DMAM/Wg/ZdK8S/tGzefVwv5T2qbi59Wy7aprPxMREdHleoSC6TCAOz2OL948F8PucOXFdxF/mkh1PprCh4Tdu9GnMoyOCn/cS6U691ZcSInxloLapGC0+Bini1V4OLnA6mSjAxUzjFJ51y4mM0DSDxAN6MuagYEuAdIuFpvvdtEeAw07CJRtswG/n9gXoeSFodKeArqZvngM5xem2isM1KuG03ltITX24xEiwXUVt/sVLKdsu2oksi6RMrXypzhMpHLDy3Sy8OaEQT+UMOu3sU78WVt7FS4nmCKRtw/zFZ8TigXnKMz66KZS4YeIp/Surk+2TYu3qy4bOK8W9R/BNr24bdvPREREJOoRCqZdTGZ+mIrnwLGCFO91L/JTqc7eCdKXc9HIa/pS17tIdFuBf3oc/6dS+nUknvecjTvcbhv9mQQzDJQHTWA09gH/FNFaNcuB3TjFaDHKMgLM5VGW5IVh/sWjDMNyUmmWQZpommYlPp8vp44i215RWyR/ABBcV3G742qXk7tdYurZh2JlRIjUB8jPnEjxhmiFo4Xt/hRSTj8UWddG2mtpOZd53gjWVTxKX1CfonZf2q66FNRnTcX9R6xNL65gu65kPxMREZGoRyiYBtxuC4rSRr8/xRQSdNNeSsMkhDceW3Wh7YX7MQhQWt0hsCslPtfQVCXMRsNEoOzicClQXr54BJC4eJRhODZ0aRoH5Ys00bQohXLxWnGH4NXE11Vs25Yj7uL7sF6bqE9ws7zlfnjxdV1+e9GmsU2JiIio3M0Ipiv9Qu/BdYcYdlvB/LXaU/awSLfOzi2W95JB5/YKbjw2xmKKc6HVc6uXLALlMF08b+71YoQ7HDlLBuUX2IfZdcl70gbWdfnLKd6ueomsS6TMzSPeXsUu87wRrKv4zuYF9bmSNi2oTxF5DyUlctTVpiIKtutK9jMRERGJuhnBdBicqZ1Eeqas4UCXEkGeBsMyFnN9F6nMBRcr3tEUvtTAvhY+0iRbYKXgJlySPojvFi6Hc4uvVDCPOjsyl1YSHGsGrMVOlINHXKXmVsdtERcL2iKZNu5OZqm519H+idcbXezHbSpr1tr7UEreqCdc12wUjUDWta7LX07edq1qu/X7cyBvXfE+XF1mU/Uplj3e4/n9q+qzPvH2KpY4b2T2Yf2iGwWaieM52EfxfQA9HE393PrUvw/T8vuGyHk1bIvFd4EM7aCxRjBdpU1FzquBVdt1VfuZiIiILuaGBNPhXF6/ATua22Z3gHEbrUSQdzQBmoNo/puNhj9GuyilM5zH2zDDR5pUSQl3u2iHfzufzzEf7GK0BSmC7uEYM+jxfspsU3DjMR/T7POwIu4RJs3BYh92MEa/3U3NrY7aIppXPbc7kGb99J2H3S7afaCzKNOAn2ovD8NeHzMpruugeYremvtwNh5hN2r7cF1xdepa1+UvJ2+74n2YcZH+vGJd2Zt55ZXZVH2KRcd7/Cg82yypz9rE26tUdN6IjovBLkbjNZYjwu1CaY+BTvxIp0HzBEeJNvWGQQbPoj5lbVqXVX2j9LzqYdhLnOOcA+wdjlB9D1Zr07Lz6sKK7bqy/UxEREQXsnPnzp3z7Jtl7t27h/v376fee/DgQer/tEw2HNiNaXEATyREgzU3gb6yFNBejW2rDz0qeF4lIiKiq3JjRqa3TybNdCntnIiIquF5lYiIiLYHg+mNcXE02UVnkfLaAcZ99Ji2R0S0Jp5XiYiIaHswzZuIiIiIiIioIo5MExEREREREVXEYJqIiIiIiIioIgbTFyQbDuZO4vnWRFSbbTu+tq0+9GhiPyQiItoONyKY1qzwZjSrXque+VmHkylm05OtuJOsbDhC26pZ8bN3Sy/INAvzuYXypV4FDVa2rRevZJ3lzDZbMHI2WjYsOIu/d2DlFtJgOSVlLizYLoGmvPnWPr42tA/Xro8gWYOR7auLW1dfIyvOG6LnKBE37TxWabdsuh8SERGRkBsRTLtdBYoSvtpj+PAxbife2+CDbz13iO5wc8uvnWbBVBHvn7WezSrDcOZwNhJIZhWty0U3auPFq42xD2A2QdQqmmXDVH30w21uj07RsJ1UQC0bDmwdmEb7pT2FpNuZC1wNlm1CmvbRVhQoSg8THOQG5lSPbTu+NlsfGcZBE5j0Fv25PQIaZrYf0vU7j9Vrs/2QiIiIRN2IYLoSWV6MYMiaBk3TIK91LSVDlqNX9rNt5+Ok+pXn9SDvoyH5GB8uQmk0VcAfH8INt9lzh+iNAf0gilBk7DckYDbB4gk73hCjGaA24yhGs0yo/hi9oRteuHtwh934b6hG23Z81VSfwvOPh2G3i2HUUQF4bnepH1LkBp/HVqqpHxIREVEtHrFgWoYxsDEwNBjOHLbZQadjwraj9L9gpGI5DXF5BEOzbNh2+BpkUwyjtL3ylOBUarFjQTM2k44oG2FKpKkCUGGuSI9cqs9e4sNFWrUNXQIk3Y7TLJf2WZFgOY4TrsuxYCzWG40Yr7cu7UCH5E9xlLnI9vOuuqW94tTQFBl7EuBPj0pGwGRoqXTxORxLq7CehL2y/lO2LtF+eMnLMcqWU3Z8VVC4Dy+7PmXnn7rU3F6lyyk7b9Rnu85jCKd9FKXl56Vw571X1lcDxf1Q5LwKgXYPS2X3Yc53k6wZcErqTEREdJM9YsF0QNI72B21oSgttFoKlPZhmBLsYRgMA6UvbrUD6JKPaSJCi1LL22M/WTJF7TQx6UXlAFUfpFOCNQu2LsWpxb1TdHQ1UaAab9hDe0VKuzdsBevozwDM0I/SohPpkUGqc1F9orTqIJXaH7fj9OoV6y00PURL6WMmqdB3J2gpbYx9KRwxXmdd4Sh0TsAr7RVd5MXtHrWPrBnoqMkR7rvYlQD/5G7qgtcxMlfE2j6amKAX1bXdx1QyYS9dOZdT9Q5Ow/4TpZ2nUlIF11XeDy95OWXbJXh8iRBZl0iZuuqDwvPPMjlMZ55NVpVYrbb2KllO+XkjVnSOErFd5zEZxsCE6o/CaR8KlN4EaO6v9eNIbf2w8Lwq2O4i302aBdvU4Y/C/Zc7NYaIiOhmeySDafhTHCZSKeEl/u1OMIOKZFal1lSB2ahyOq8/TaQWH03hQ8Lu3ehTGUZHhT/upVKLe0UXSaW8pSBSXJDqXG99igWjxcc4XazCw8kFVicbHaiYYZRqKBeTGSDpB4gGjGTNwECXAGkXi+Zwu2iPgYYdBMq22YDfT+yLUDKwUNpTQDfTF7zhXMbFn3lu/g80AvLaQmrsxyNIgusq7odXsJyy7aqRyLpEytSq6PwDALKxGBG0TQmzfhuVYrxQbe1VuJyq542LnKNEVK3PRYQ/sJ0ep/dhd7jyx5EieXVepx+WnldL213kuykog1kf3UXnCMqoneyIORER0c31SAbTeSOXsSD4ii8IgtHOdUaGUqnF3gnSl3PRSGe6Jt5FoskLqbc+S3dYL7nbrn96HP+nUvp1JJ73nG0pt9tGfybBDAPlQRMYjX3AP0W0Vs1yYDdOMVrcgGwEmMsjQ8nAIv+CV4ZhOakUyiAlNU1k/+S2RfIHAMF1FfdDXO1ycrdLTD37UKyMCJH6oPT8E/SrVjhq2O5PIeX0Q5F1baS9lpZT73nj4i6zPi4mMz9ME3fgWEGKd7YdROXWeY1+mJR/Xi1rd5F9GP+QkFRHnYmIiK6TRzKYLuMejuFLDezL4WinP8Yi25eEpO6wrqx7t90K5H0EsXReQ3lwu2F6qKKg1R0Cu1Licw1NVcJsNEwEyi4OlwLl5QtMAImLRxmGY0OXpnFQrkQpqWkX3z/i6yq2bcsRd/F9WK9N1Ce4Wd5yP7z4ui6/vW6i4LzSRr8/xRQSdNNeSpPfLvW2e2q++VJQTkREdPMxmM7jHWHqS2jsa0HKYNlI0lqCNLzsXF55LxnkXaZtq081wY3HRH/0WD23eskiUA7TxfPmXi9GuIPRmlRQfoF9mF2XvCdtYF2Xv5zi7aqXyLpEytw84u1VbNvOG1dRHw+uO8Sw2wrmMpdN6ZD3kFeb3DrX3g9F2l1kHwZlZv3MjzqKAkXpLmUHERER3VQMpnMFN6SSdHPpxmNZ3tE0GMXWwseVZAusFK1jEN/9VQ7n8l6JRH2ijVhZn2AOXna0bDNE1lUSHGsGrMUdduXgEVepudVxan9cTMOBnk4bdyez1NzraP/E6w0uMNVmnHIra9aKfVgury1mo2gEsq51Xf5y8rZrVdutf3wF8tYV78PVZTZVn2IaDCvRBxHP719Vn/WJt1exKueNy1ClPiLnliLZ9gqnmqQC4HA/L6YNydAOGvnBdE6ds301sn4/FGl3ke+moIxqWkv91crelJGIiOgGYzC9ijvBDCi/8Vg4b7Zhho8rqZLi53bRDv92Pv//s/d/IbKz+X3o+13v64vYd56sMLDNGbnp9jFbzI51E5xAjlIJBZ2DT1QDL6xg3WigPNCbc1wgG85QhKMLwaaYA3aBxtlp8BSMbjQnF4aRJuakocjUVgxeJjeaxGjjPd2UNYcEZtke39m5mPX2uZBU+lMq6VG3qld1r+8HCt5V9bzSIz2Pquun5/c8ihAtzrB6YLrdIPL6ZHOLo8UZVm5zfYJrFyEMeHl6X5/j7qlrX+nCYy03PYIbrMeLLBXRwxQuLL06ehLMdFjJaDevOvKmkEKruvJwMINuAdNdmRESV8ekWKUHy7mFUCrquhhvMX9gm4buCmeL6r6K6gy1r6ffTtNxFeew5jHX14F91RfzaipzrPq0C3CzBsaL4lFLnt1RnwcTb69OPb43nkSP+nR9t7TL2yv7fyMPo8SFXkm5j7Gcl/bhX+H8epX+balp6of1vrrz4H4o2O4if5uCGXRrWzr+dD2K9c2hShMREb08r16/fn1ff7PLmzdv8Pbt28p77969q/z7+dPgRDZgKYd/0ByBbPrwRpvaDzKil+DDXFOHnVp9iE4X/zYRERHt48j0AU+z8FgtTTBLLR4+pZOIiEgU/zYRERGJYDBdpzlpeqUBuPNj34EPcLM+w3SX2jcFXAvzwVM6iYiIRPFvExERkQimeRMRERERERH1xJFpIiIiIiIiop4YTBMRERERERH1xGD6hZFNH5FfPEP0mJ5yX0R0PKd2LZ9afU4Nzw8RfSin9v1zavWhjw+D6TLZhJ8/bzSKEEU+HFN7Xhfo3Qbh5u7IC6dlnnJfTyVbgG7vi3mvb+T9o1RqV8ZB+amvspk9N7j8LFhZg+Mf2E5dvt16nQTJmlPU3XfQtqvj0eBEEfwDO0/PUfW8HV9aJ+FH9L5kD76Wj3QOH1wfQbIG0yme5x35Dszd0tWPpDnH78vHPj90fPnfmvw1+EX0oaTfCdW/lfmrfF3I0OrXYMMlKJulv1+H/lb2+Xv6YEf6rnuOHvz9c6Rz+OD6CDrm34un9BR/mz5SDKYbhJYCRVGg6CtsRza8BwYxH0IcLDFbPuZ5XjJM/3DQU/b4fZ0ebawCSYJEGuGy4RTs+oaiQLc2kAyv4VypGO++rWRcjqTqx9DgeDakjQVdUaAoc6xx1fhDApBhLgzUtyBMc+DZEjZ6VucVYHj+gX0d0y22CSCdXdQ/KCRb3NbfayXeV6ndqV3Lx62PDPNqDKznxbW8Aka2N/yPvCM57vnpg9fggwWzXf+zwvqHp66t3QPMsuMqXjrcBEC4Rt5rNceDrSawdn+bthjV/jbJpg/PwO7vl6Knf3Or12mfv6c0hNP5/kkdtz7P/+8FHR+D6TZxgOXEQigZuPqQF40s74J5WdOgaRrkvT8UMmQ5f9U/G9pT7uspyTiXgGSzQgIJbXEfsi/wuZtAGl1WbraEYQg1j6blS4wQIkyKzzXHhpq4mC+D7E5qjGA5Q+NTZ7QrGIn1wB9bMsypisSd77YdB9dwEwmjpjsFRxXjrnQO6i7OJCAp3VkW6vP0eKd2LQ9Un9b+E2M5m2EZFBdcHMywClFct09MPnCw++8PdH6eUmtbnJ79c5469H6rZ3bsRyNfYiQlcK93oTTGKpC418gvw/TvKWDsfmxlN6LDdfG3MV7uXae9/p7SI53a989A9Wm9Tk/v7wWdHgbTnQKsGy4aWTPht6UVyRocXyAtRDZL6UkRfKeeVi7DXHhYmBpMP4JnTzGd2vC8aqqG5njwvOy1qI+kZ6k1ZlsqVJ6a5cGQAMnwirrXbr+17yvVnpqVp/q01afQmCZ9DNkf/M1Nc5sLW68RqmNoAOTLEbBZY7v7MA/YbwRSkjQ4tlT6AdLXBdIYtbynNKgtRohF+kaqvc93t+ntNgGk87S/ZCmOaZNm52Sbj0t39Xnxvirk/HCdUzK0Sn+uX6fdx5564u0ItKnItSyk9Rw+dX26+s+wKt91vgPtvF6i+9q58hpGOTQHnnfV43s+0/k3pas+IkSvQbG2EKmPSBkRXX+bRNuiuz5ix96t63pPR4n3v/vaRo+bpG3q+9m+fAfmbr/5iLFou1dpVwakZIOb2h+96t+mTP43Qojo39Ouc9hD63cdBPY18Pf8UNt5su/nrnP41PUZ6jrtMnB7dW5H7G8TDYPBtIBKEIDsD6ttIFnpB1KPZJgLG2qyytKOFCjzNTC+rF6cmoPIM4B8O4qC+foclw1XsGRMcbbSoSgTTCYKFP16ly4FAMEsSz9xDw//qcYU23k1Xar4Q5unZqXpWIlb1EmZVYO5rn2lqVlFavH+vlLqdIx1Vh/dBVRj8UFTs+TL0e4PfpBG0+1fprKJhSE1/CEPsA5VjDUNlyNgc1NOXs4D3IvKF6Fv7u9Jc2xIpVHl3uTzxvTwvf7c2TdE+nyqrU3jNIrHBQD5PK1Z+YZF/YfV4T4v3ldFdB/7JcZYY57vQ7ewkWx4tYNvO3bgA2yn67gErmVRIvsSKTNUfdDaf/bJmgNbBcL1oRLN9r7r5ltMDbVaqPPaab55p43VSlosRM6PyN+UzvqI6HcNtraFSH1EygjYa6+9fijYFj3q03rsIjqv9xjLdJis9vviCoaUYFOPYLtsrjFRLISSCuNsjYmiw02kbMS4X7unslHovb+TgHTe9ge/OK68eWTNxFQtj3AL/j3tPIfiOr/HBPc12Pf8UNvpOi6R7x9BIvsSKTNUfdDzOn3o3wsM2V4d29n7rmv620SDYTDdW5o6i9DCbJeflKb7qtP8zlj2Bb+9Lf54xAGWs2Xp4mzYTpbq1Dj1I9ngulQOcf3PUrdyum9e53qK8uOlqVki+0o2pRSvm83B1Op4OYGu6y1/rIeQpZTlqca3WySVuc8p1S7uFkbeCImlY9IQ7QbrEOp0ihH278aj9kWo6BvAsPeCV1sNsWrY9jG0t1dDX93r86nWNr3dIv2Tl57r0HWRSOeQcYEzKcFuYDo3QJ8X0X7sALL5WLu9x0Hjj9fWY8cH2E7XcQ1IZF8iZQbV1X9Kiwp6toTQ0tHvK+bwd125jMi1s3/zLg1A+v1Ya9gX6n9TGso01GdwB9tCpD4iZUQcbq9yP+xui571OXjsgkSu92CNsPb3Kr0BsOp9Mza9qZmucZFqn6LTRTanUFH/W5betJCMK+QJe7KW3pzOb7imxWbQXWDk5dfpCIm1f4O58++pyDkU1NV/RPc12Pf8UNvpOq4BiexLpMyguq7TR/+9SA3WXq3bOfxdR8fBYLq3IlAuK4+6pX8oEkiGl94lddIU7+qXQLod0R9LTXd1+6qP/FXrPJSm1OLmfVXKxHdZoNUsrn+xDU2+RDo9K2uP+AabZH+EoliATIcVSlDtaurfTrBGKEnAgXYrfxHu/6HQ4NgqQmt28M7o0NrbS6TPp1rbNL5DAgnn8gXOpBDr5R0S6QwXB0bQh+jzItqPHemPZ8evpF1F9v4d3tZjBz7sdhqPazgi+xIpI0JzSscdHV7lvrP/xEtMsrv/urWBZO+PfLRr+a7bEbx26sGQNoaKEIJ/HjIif1ME6zOww20hUh+RMiJa2qtXW/Srz+FjFyVyvWcj6rtgvn4D4GEqx9gr/TpXzHuu1ySYpX9D7SxQXoyBlZtUFqLUHB/eaIvVLpNgBTRcp+1/TyF4DsW+Wzr7j+C+jvI9P9R2Go9LzDDnUKyMCJH6QOQ6Ffh7IbKvo7TX3nZavuvoKBhMC9hbHAm1uUINnT2YTdKAy9pgAwmG7e2ladDpkC9HkCojz+mcsPrdwEKMYGYhhIpp4w/wNB2uadQa9S/CXP6HQhtDBaBOffh++rJVAJKBhe83phI22vuCTTX1ZxFdfb7bLbaJhLPLc0jJFrfZv88vzyAhQdMp+fBkmL4HQ9oUP+gUBUrvFeFObTvPV57at3tNlr37ct2hxQSH0n3tVIOhvbTigXXX52mJ1EekzDDE2uJp6iN+vQfX7u4pFLI5hZq4ePByG0Op36SuiLPfSekxTWZL4Kx8W1XDWJUQrpalQDnAdcN12vr3tM85fPR3i/i+2p3adsQ9/hwO6xj1OfT34vH7evr2omEwmO5Uv8Obpj+VH5FUvOojiTGCYInlbJLO6agEZul26iOfx1SfnySnqz71fBxRl+wRSEPuS9ZgOs4uHewY0gDTLea4777AJBye1pX9YTcOjE43ytLbmjaan5/ba1iWBWu1wip7uQmAJMRmtcK18Elsaov6Yl+pen2q7dWnz7fJFj8bjSAld4gR42YDjEaP6BsDaD/2bLSv/IMuL9PL02+n/biGJbIvkTLPS9P1VW8L8WunCIbqf3NEifxNEa/P0xCpj0gZES3tVeuH7W0xVH1EiF/vaTaVhNGllqZ4do20PYF04THRoP7w3Oo9u0BZ4O9pn3MooL4v/r3oT2RfImVeHvH2atfyXUdHwWC6jazB9NPHLhR/DNJFMVS7GtzJmglnt+iFBtMxS5/n83HLXwT54ho2nNKGZM1Efe2MPuKbTfojQMseF1D6TCovUHBw8aw84OkeoWneV4ybTSK4LzHalQ1DVWEf7flkB/6IB2uEaH+MVDpX5dDodLNgHVbmiu2dnzhGEASVV5qds8VNEOxN5Tks7WPltpAPLErT3l4ifV7M7TaBJEm7H6fxXfrvh4yU9+mrbZqOPVzld5TzAKVI15I1J53b18vTb6fpuPb6eKb5WhbXtK/iHB4uc6z6tKt/PxfzNQ/Vp9n+9ZUfV72M0LWTB0OLdI5pWyzdfH5E/qb0qI+Qx16DIvURKSOix9+m1rYYqj6F2/SibrhhLH69F/3RbvyOH5ZIux/4u5rTzFI/ldNHXFXmVhcZAkUxDVdGNW288+9pr3PYran/8O9FP037evl/L0SIt1c7kb9NNCQG0w12qb7eFGcbC3o9VSOYQbe2GC+KFK/FGFjf7L7ecbNG6XMPo8Rt3I6iu8C0SBdbjO+w28xDZPOFRnb2uIBSTnDornCW18kbIXEPLJ517SKEAS9PXzuUV3xgX/EyHYnPFw1p25eIYO0iSZIHjNQI0sZQ0fTjI7vr3faDIXvuZWuZumAG3QKmA52fVsGs0hbeFHD1yd4CLp19o7PP91FabCxblKw+Ui5KuK+2aDr2YmGRGMt5+qz5fB+L8Rbz3mlXT7+dpuM62McOXMuimvZVX5ylqcyx6tMu/34uHl3o2R31OaR2fUWLM6zcWlsIXztZsCdJ6fN3a59WHDo/In9ThOsj5tHXoEh9RMoIEP/b1NEWA9UnFy/ncEvzh4u5mOLXO4DsBjAetPBYX13tni481vR3NRPcYD1eZOfPwxQuLL2WrTHTYSWj3XmJvCmk0IJe/nLp/Hva8xx2aPoe49+Lftd8074+ir8XncTbq5PI3yYazKvXr1/f19/s8ubNG7x9+7by3rt37yr/plOiwYlswFL2vrDoY8e+8fKcWpueWn2IXipea9TXqfWZU6sPUTeOTBMRERE9cyez8BgR0UeEwTQRERHRc6U5afqpAbjzvisIExHRYzDNm4iIatJUu/aH/YSwBl+9mIiIiOj5YDBNRERERERE1BPTvImIiIiIiIh6YjBNRL3Ipo/IL56DSERERET0MWKad4nmRLDbJgmGFhSu1f8yaQ6iQ40fWlDW4+rnH7ovyCZ8z4C0eyNB6K5wvQyOvviMrJm4Or/DbPlhjp/XKRERERGdAgbTh8gmfG+EjT7B4M9lp9OjOUgfbdi9oJLmRLDx2IBNhul7GG10TB7SwbJgOsmfxShrMBc2DLjQJx/Raq68TomIiIjoA2GaN9FLEAdYTiyEkoErrf5hO1luTtjef1+GLOev2kenSpZ36eiypkHTtOdTdyIiIiI6aQyme5Nh+hEipx6xpO/7ppw9ViaCY2pw/AhRFCGKfDjm/q94WTPhd5RBPk81atovnRYZmunAj/I2jeA7Wml+cdo3osiDIQGS4e3KPb5tA6xDQB1Xt9PexzRceR72dq058LwrlN/WHA+el70WB+ZMy2apz9ePPSvSWp8hyTAXHhamBtOP4NlTTKc2PM+pHJdIfUTKEBEREdHHhcF0bzGWqxBQx5Uf5NCuYEgJNjdFrqlqTLGdK1AUBYq+gWR4WbCd/z8OPNtAstIrZfYCG3o+tEuMscZcydvdwkay4e0aNcBMUaAoOtwESNys7RXlkWnjqdttAkjnRQDb2ceaA3BtrALhupLyHszSeupuUnq3RHMQeQaQ70tRMF+f47IakXfUZ3iSMcXZSoeiTDCZKFD06+K4ROojUoaIiIiIPjoMph8iWCOEinL8kQYfq8q8zcSdF/+Ol5i7CaTRZRboyDCnKhBamAVZoayMOt0f9YuXE+i6PkjARYeosEsjyvkoZK9ByGCJWXkRsDhovvnyJMT6WJBG06X6aUhj6T59rWFfAOJgiWKdsoYyDfUZXLLBdalOiPP/FqmPSBkiIiIi+hgxmH6QbDRv92O6OfhI7qorIsV3CSCd4QIAcIEzCUi2ty1lquJdEEDHEcLKR4l3r74LW8kwHb+S5n1wlfCjE+xj9ZtD2hgqQvSKpbN91a+BKsH6DCzZ3BxYkE2kPiJliIiIiOhjxGD6gYJrF4k0wqUMyOYUauLiui2OOKAyZ/aDBl70eOkK3Ya0wUovBeRWWC94NBdnEpDcVYLH7j5WvTnUlOI9pO76PC2R+oiUISIiIqKPC4Pph4pvsEkkjC41XI6kxtEv6byaBCqfS0CyRTrGdYttAoRWfSRUgdL0eCZZg+k40JhXesKy0dnVEuWsYvm8eBr0cdUzJMT7WHFzqL4NUem+6nOvq8Tr8zRE6iNShoiIiIg+RgymHyxdiEwy7L2Fx3KSsSjm28omFkY56E7/f9WuBsiyZsIx9wMS7cqGoaqw+z73iAZ3m0aNDTc28oCymEsraw4WRlMwHeMuQWkO/SPJGkzfrmVI9Ohj+c2hxbQzxTu+2aSBt5Y9Jit9N5sbbsMp7UzWTBS76lGfJyFSH5EyRERERPQxYjD9GMEaIbC38FgudFc4W2Rpod4IiatjUi4YzKBbW4zzMlGExRhY3+xHMsHaRZIkDxgxpKHFyzncUILtpW1WrNAeYzlPn/Xs7dpzi/mBNO/g2kWIouxDHo2l2nn/muJsY0GfLKsZEsJ9LMbNJoEkSUjc0mrXTbIFuEZ29pisvN7BDIruAtMiJXoxvkNlV8L1eSIi9REpQ0REREQfnVevX7++r7/Z5c2bN3j79m3lvXfv3lX+/XHQ4EQ2YCmoLrJ96H0iIiIiIiJ6CTgy/QiPWXiMiIiIiIiIni8G0w+hOYiiCJ4BuPNaWi0RERERERG9eEzzJiIiIiIiIuqJI9NEREREREREPTGYJiIiIiIiIuqJwTQ9mGz6iPzimcpEREREREQfCwbTjWSYjr97pmzkOzA1hox77jYIN3dcgI2OT3MQRQ76P4mbiIiIiOg4GEzv0eBEHkZYQVcUKIoCfQUY00uOwNbEwRKzJZ8LRkREREREHx8G0zX5s6Pns2A34hoHM+iru1rJJyTLu0Be1jRomgb5g0b2MmQ5f9U/o5Nzcv2HiIiIiOj5YzBdIeNyJCHZ3OylLsdBEVwDgGw68PM08MiHY5ajEw1OFMH3szK+A3NX3kdaNC3jmBoc/9B2kKacLzwsTA2mH8Gzp5hObXheNeVV1kz4bduRNTh+R+q6SBkAmuPB87LXonnOtMj5cbSuY0/JZlYn51hJvnl92t7rUWfZLJWJ4Dva3jkSOT8vtf907qt+fnwH2nm9BBERERHRh8VguuICZxKQ3NVD6SrZ9OEZEjZ6mgau6BtIhge/HhRsrjFRLISSCuNsjYmiw00kGFdFGKMaU2znHdsBIBlTnK10KMoEk4kCRb/GLsFac+DZBpKVXtlOEQjKMBc21KRIXVfma2B8WQqoRMqkglmW/u4mtU9SoudHnY6xzo5ddwHVWGSB4unqrLPmIPIMIG8LRcF8fY7L0kkUPT8vsv907qvh/My3mBpqeStERERERB8cg+ky+RxS/b092ei1O8dylwe+xNxNII2q86rToPwW213MGeOuFn+KbAcAkGxwHZSC/Dj/bxnmVAVCC7P882w76jQfNc5uEmxvi9H1OMBytiwCKqEyInqcn801dlW+2SCBhLOLUoFMvJxA13Uos341OYb2Oje0RTa3vJha3uP8vLj+I7Kvw+eHiIiIiOiUMJgui+/Q/ZO9efQ6vksA6QwNsSCANMjYkc53wY7odppSz1NFEFNW3U6AdZhAMjxEkQ/fSdNvqwGXSBkR4uenUqbj3Me74O/Daq9zeuzhui3oFz8/ZS+j/4jsq+X8EBERERGdEAbTFekooHTeP4T80NIgppinG9nVtNhgNoGi6LCsDTaQYNgevNocZJEy9DI9Zf/p2hcRERER0XPAYLoixs2mOU1W1vJFpJoDbvlcApItqmNu3R6/nbQ+oZXNL628ZrUU7RhBsMRyNknnO6vjvfnQYmXaDHt+AACyBtNx0LCW1fEIpfzXpceujtvO2LDn5/Hbecr+I7KvlvNDRERERHRCGEzXxMsVQsnAorQCs6w58Kb5csJZwF1eeEo2sTCaVwHv8vjtxFiuQqh2NdiUNROOmYcxGkzHLH2ezkutBl0iZarimw0SaYRLLXtMVvruoOcHALQrG4aqwi4tvDWsLAguzdvVrkYPCKbTtoBqwyk1hqyZ2DXFwOfn8dt5yv4jsq+0TNNxERERERGdEgbTewLMFB0bTOFlaajeFHBXRYASL9NRt5GXpal6IySujsluxSRxobvC2eKR2wlm0K0txvl2ogiLMbC+yccVA9ysUfrcwyhxoU+WpaBLpExNtjDUyM4ek5Wl9A55fgAgWLtIkqRjLvJjxFjOXYQw0jb3r3B+vUJYLyYimEHRXWBapDIvxnfYNcXA5+fZ9Z/OfWVlyudncYaV+6DWICIiIiI6mlevX7++r7/Z5c2bN3j79m3lvXfv3lX+TV00OJENWApOYJFqenbYf4iIiIiIPiSOTBMRERERERH1xGCaiIiIiIiIqCemeRMRERERERH1xJFpIiIiIiIiop4YTBMRERERERH1xGCaiIiIiIiIqCcG02WyCT979m368uGYGuR6uZMjQ3P8Ut19OJr8DOp9WmTNKc6h78B87AnM+5Nv7reFrMHxy/2sWkI2/VI/LMr1r1PaN3bbOHBcIsc+VBkiIiIiopeAwXSD0FKgKAoUfYXtyIbXFAwJkWH6EfwjRxSa48GWNljpeb03kGwPV1q95NPUJ/WU+xqAbGJhS9hYOhRFgb4CDO8hwWtOhrkwINXfBtJnRHs2pI0FXVGgKHOscbW/r8TNPs9fEyzjWpkOmuPBVhNYWd/QV1uM6sclcuxDlSEiIiIieiEYTLeJAywnFkLJaAhMT4WGsQqEqyWCPNCKl5joLra1koORi1FvWdOgaRrkZx4waVcGpHCFZXYS4+AabiJhdPnAA9OuYCQWrLD+AaA5NtTExXwZINsbguWsd6DcLe0biXu96xtxsMTcBYxShxY59qHKEBERERG9FAymOwVYh4A6LkfTMjSzlM4aRfCdcjq4BieKEEUeDAmQDK9Is3X6bEeAfN48+hkvsQzyfwxZHxnmwsPC1GD6ETx7iunUhuc5SLckuq9sa3k6c8NnT0fGuQQk29vSezFuNgmk0WVx/Jqzn2rd9B40OLYE93rXACXZvjY3WSD9GCLtBSR3DXuSzrNyIsc+VBkiIiIiopeDwbSA221SCj4AaJcYY415nn6rW9hINrxdQBhgpihQFB1uAiRumvaqKAqUWSnA6tyOgPgGmwRQ7Qi+78DUNGh7kcvw9ZGMKc5WOhRlgslEgaJfI92S4L5OygXOpCzo1BxEkdNwDgEEM+guYJRvHNgqEndeGVXWHBtS7b1Cvq+Lypxp39w/x5AMeHmg7Kfz4CsE20s6bzqYnMixD1WGiIiIiOjlYDD9EMESs12KbpYOvgoBdZwFWYIG2U6M5USH5YYAVBi2DdtLF38S30amT32SDa53eeUA4sbIsVO8nEDX9RMLtCWc7/7zDBelT+LlHG6iwnZMmL4NNbQwqUbSsNUQq+ZIekedjrGeF3PcYdjV+eV3G7jZ3ON0/nEC1fZQiZM72yvNqpCMq11gK2smFoa0d1yFw8deGKoMEREREdHzxWD6QWSYldWzI0S2Wi8kYKjtpHNuJ5Ms8LJcJJIKu2FEuZ14fYZJU07FDwzEjyKYVRf6SrYoJy6nNy8shKoBQwphVW4CpCPVoTXLRukPSzbFPGbES8zdajp0HCx3c4/Tf89ghYA6LS+G191ewUyHFUrpDZYowmIMrNyk4bhEjn3AMkREREREzxyDaQEXaf5qFjzKMH0PRnn1bEWB0rTSVKuhtrMvXWSqlpre6Xj1OX23SDP5Bc+WNkYaskqo/C/Z++rUh++nL1tN07UXvl8ZVW6ex9w+gptON8jLiLZXjGA22X0+mS2Bs/Ise5FjH6oMEREREdHLwWC6U7Za9jofa0znhlZWzwYgnzcuA9ZiqO1oMAd59tBQ9elJ1mA6H3p+bYy7BJDOyqGsjMuR1DACn8+T1mvzpwHcXsOyLFirFVbZy00AJCE2qxWub1GkXjcFnR0juOlNnbzMQ9srW+F7d1wixz5UGSIiIiKil4PBdBtZS+fFJi6KhZnTETh1XKTbypqTzkPdkwUYjasZ99lOuzPDq6zinM+L3Q9inqY+qbZ9FbQrG4aqwv7Azx4Lrl0k6hRmFtXL2hUMKcHmpnwG5co86d386fw55HGMIAgqr7sEALa4CYLdtPJgHVbmMUOut5cG0zErNxhkzcE0ewRaWkawvTSztHCZnD6WC9U53SLHPlQZIiIiIqKXgsF0A9XO5p96U5xtLOiTPIBBOmd2nj57Ol9peTHeYr6XXpsKrl2EKK3KvMv17bedwwJcWy4SabrbjmePkLh6dWGsvPTR61M4vK9SmbWLJElKI/8fSLzE3EowstNHeXlTwNVL834BaI5XmyedzZ+WDCz6ZAcEM+gWMM3mMUdevb0C3KzPMF0Uc6G9KbCxdBRTtAXbK7jBerzItuNhCheWXpvTLXDsg5UhIiIiInohXr1+/fq+/maXN2/e4O3bt5X33r17V/k3ERERERER0UvFkWkiIiIiIiKinhhMExEREREREfXEYJqIiIiIiIioJwbTRERERERERD0xmCYiIiIiIiLqicH0R0g2fUT5s5GJ6CTxOiUiIiI6bQymy2QTfv5M5ChCFPlwTO0Z/JiVoTl+qe4+HE0+XO+7DcLNXenZ2VTQ4PhRRxDTUUbOPt/1oYZSImXa7PXVCJHvoO9mPg4d7SXsEdvJ2qv+qHXN8RFFfnO7NV2nbHciIiKik8FgukFoKVAUBYq+wnZkw3vIj2cAgAzTj+Af+Zeu5niwpQ1Wel7vDSTbw1Xth3suDpaYLYP62wQZpm9Dlervl3WV0eB4NqSNBV1RoChzrHFVC3ZEyojZ9VVFgb4CDO9AYNbpafrq0+tqL1FDbacgmz5sFXD1CZYNd7bartPh2p2IiIiIHorBdJs4wHJiIZSMg4Hph6dhrALhaokg/0EeLzHRXWxrJQEZspy/6p+R5ngwpBCum9Q/2ukqozk21MTFfBlkI4oxguWsEiyJlHmIOLiGm0gYXbJxc13tJWqo7eRk04dnHAqk+12nbHciIiKiD4PBdKcA6xBQx+VoWoZmOpV0S98pp4NrcKIIUeTBkADJ8IqUzEqeZ9d2BMjnaBwsi5eoD2ppjgfPy16L+mh7OjJZSR+NosYUVFkz4QukKMum33DMp+t2G8LVZ7ipf1DSXkbGuQQkm5uWFHqRMg91gbNKZ8jadO/8l0ehRfuqQLvLGhw/a/MoSz/WmvvGU2lvL3FDbQe7QFpCaDUF0l3XaZN6uxMRERHRU2AwLeB2mwDSefGjVrvEGGvMszRLRbewkWx4u+AjwExRoCg63ARIXH2XkqnMShFu53YExDfYJIBqR/B9B6am4VD8EsyytNDG0bUYy0mROqooCqwQQLLBTfkHv+bAsw0kq+yY9A0kw9ubC/ocxQKjw+1l0qAmubuozIf2zfLJESnzMLI5hooEm12DxViuQkAdo7J17QqGlJcT7atd7S7DXNhQk1WWuq5Ama+B8WV13100p+GGTvHq28/a20vcUNvB2IFnSEhcHeXTW9Z+ne7bb3ciIiIiegoMph8im8u4++kaB81BS5dBthNjOdFhuSEAFYZtw/bSUUHxbexL53OGsCbL0giqDHOqAqGFWZ5THi8xdxOo0/0RtHg5ga7r1aDsI6BOx1jP8xskG8Cw9+Yii5QRodpFoJmOds6rQV+wRggV5cQKLZ0X0CM4FGn37CbB9rban2dL9Gr9YFa5oVN/PfeupKoqkgSQjKtHXZ+d7U5ERERER8dg+kFkmJXVsyNEtlovJGCo7aRzbifZyLJuuUgkFXbfYbyc5mTzOWe1QKgImMriuwSQznBReTf7LP74fuEnm+vK/PW5m0AaXVZuNoiUEVFeiCpfeK4alGfTFHZBbzbHft0nKhVp9wDrMMnSxH34Tpri3fd4XrrE1TGZWAjxiOtTqN2JiIiI6NgYTAu4SPNysxE3GabvwSivnq0oUKyw/r91GGo7++IgDc4qqemiZBO+rR6czwnU5tU++AbAy5XcNZy42s0GkTK9HQjKg2sXiTTCpQzI5hRq4uK6Tyyd6Wr3YDaBouiwrA02kGDYXr8pCxg+zfvUpO0eYGaFgGoPczwH2p2IiIiIjovBdKf6SF46SldZPRuAfN53BaChtqPBHGxESoPjGZBC60A67S22SW1UbPeqj2KnC1KZjnNwDvfLk44CS+cNB5xskY7ripQZWHyDTSJhdKnhciQ9YPGzPu0eIwiWWM4m6ZzfXlMWPmyatyyydPZQghnSePpx0zGIiIiI6MNhMN1G1tJny1ZG8tLAQh0Xc4RlzcHCaAqCY9wlODBi1Gc77c4Mr7IKuKyZWBiHg6b4ZpOOVGrZ43eAbKQ8PVb9YMSSLmil2tUAWdZMOA0LaGlXNgxVhX26zxWrSc9HPjp80fhoovYywTpM58PuGmO/LUTKPIis4apxO2m7SYZdWnisrq2virS7BtMxS5/LuBxJx7tBIKy9vXKaE8HzvL0VzAti2+kjmLWnezdfpw0OtjsRERERHdOr169f39ff7PLmzRu8ffu28t67d+8q/36WZBO+Z5QeNZUgdFe4Li8ShvTHq7OwoWYFk9DFfH0Gzwas+kidbMJZGLuyCK1iQa4+22khayaupiOoUr6TBKE7x+xQnjYA2XSwMNT0WEMLygxwIhv7CdvJ3rNw0/0Vx5SELlbX1RF2AIBmwp+OkKwmRx1RHIrmRNjPWA8rbSFSRtYcLOzs3B5oC5Eyrfb6Kg73VyDNOohsqOX+V9fWVwXavenz+ay8gN3TE2kvlMolro5JQzuIbuegrL0Sqza6rjmIbBVh/f3M3nV6fd6z3YmIiIjoWBhME30U0mAaB4I2IiIiIiLqh2neRB+Bxyw8RkRERERE+xhME71k2erYngG48w+bck1ERERE9JIwzZuIiIiIiIioJ45MExEREREREfXEYJqIiIiIiIioJwbTz4hs+oj84rnURERERERE9GEwmD4kW7jpeMGrBieK4Gj191vcbRBu7riI1DGJtLtImUfp0TdkDY4fpfWJfDhmS41kE/5R601ERERE9PFgMH2ANlaBJEEijXB5IpFHHCwxWx56tpEM04/gtwVTg3nKfT0tkXYXKfM0NDieDWljQVcUKMoca1yhuVlkmAsDUv1tIiIiIiJ6EAbTjWScS0CyWSGBhLOL+ucAZHk3uidrGjRNg9wYxAxBhiznr/pnz9iTnkMRAu0uUuaJjktzbKiJi/kyyLIVYgTLGZZNqQvaFYzEghXWPyAiIiIioodgMN1EvsRISrC5CbAOAXVcz7eVYS48LEwNph/Bs6eYTm14noNKSdkspeBG8B2tIb22O01Xczx4XvZa1FN005TgKPJgSIBkeLv9RbU8YVkz4Xfsq73OIvtqSlFuek/sHArVGdl88oZj7qWz3UXKiB1X+3nOtfWNPKi/EUj71+DYEtzrQ1kNRERERETUF4PpBvLlCFKywU0MBGnEVA2EMpIxxdlKh6JMMJkoUPRr7MIVzUHkGcBKh6IoUBQF8/U5LmsbUqdjrOfp57oLqMZiL003mOWfJ9UP0k8xUxQoig43ARK32J8yKwVPmgPPNpDk9dE3kAyvGuB21llwXz10ncPOOg9IpN1FykDguNrPc6q9b1zgTAKSu4tKwO2b+7XRHBuSO28esSYiIiIiogdhML1HxuVIApJsoa/bLRKo2BuABIBkg+ugFKHE+X/LMKcqEFqYlT6PgyXqU56TzTXyIvHN5nDq8KM01CdeYu4mUKf5SHdDmQN1HlSfc7hX50K8nEDX9QcH9WLtLlIm0+e4Dpxnkb5RDrgVfQMYdnUuu+bAVkOsGEkTEREREQ2KwXSdfImRBITrLLKJb7BJmtJ521Js01HD3TZaJHflgOsOTWPPj5eNYm5vK+/GdwkgnSGNz8TrPKSuc9he56p4F7A+gEi7i5TJdB2XyHkW6RvlgDu/2SCNLrObDRocW0VozYpRcSIiIiIiGgSD6Rr5cgQJgGrnqbPp/OBD6bzPSWWOcxQhstV6kZPzVHUWaXeRMk+tEnDn8psN2hgqAHXqw/fTl60CkAwsfP9o6fJERERERB8DBtM1F2cSkLjZo4aylxUCkHBezy0+6BbbAyOWH0Zan9AqHdPulY9aHrHO8vkDHskkUucSWYPpONCE26hKpN1FynQb6jynC6BJTTtOtrgFgNtrWJYFa7XCKnu5CYAkxGa1wnV10J+IiIiIiHpgMF2hYaw2pOgGa4SQMBJ+qHCM5SoEVBtOKbqTNRMN60MJi2826bONtewxWdVPcZeglOJb/Wy5CqHa1WBT1kw4uwr1qXPbvrJgsTQXW7tKR3T7EalzQbuyYagq7Kv9z7qJtLtIGRF9znO7YB1CMq6K8yObWBhSUcc4RhAEldddAgBb3ARBMY2biIiIiIh6YzBdpo2hIsHmph5lZKOAjcHjAcEMiu4C0yJNeTG+w83ekGoP2ZzYkZ09JquWpxtcuwhhwMtTosufBzPo1hbjRZEyvRgD63KFetT58L5iLOelz/wrnF+v8KDHG4vUOS+6dpEkidBc5D0i7S5SpvbJQT3Oc6tgBt0Cpl52frwRElfHhIuNEREREREd3avXr1/f19/s8ubNG7x9+7by3rt37yr/JiIiIiIiInqpODJNRERERERE1BODaSIiIiIiIqKeGEwTERERERER9cRgmoiIiIiIiKgnBtNEREREREREPTGYJiIiIiIiIuqJwXSZbMKPItQe3wzZ9BH5pvhzhIVocBr2dRSas3ue8d7zp+npyRpMxy/aw3dgatXeJcsaHL9cxodTK0NERERERB8Og+mPQTCDoihQFAVWWP+QnpYM82oMrOe7NtFXwMj2SjdWNFx5NqRkA0tPyyjzFWB78E0G1EREREREp4DBNFEfsrzLUJA1DZqmQe4V38ZYzmZYBnHxTjDDKgTUcZExsHV1TGZL7IrFAa7dBNLocuAMCSIiIiIieggG0w8iQzMd+KXUad/RqkHOXprufipvSoPj59vx4Txo5FGgPoLk8nZ8B5rpIIoclBPDK2Va6iyb2fE/l7Ry2Sy1RdM5lGEuPCxMDaYfwbOnmE5teF71/HRvp0uA5bIItomIiIiI6PQwmH4I7RJjrDHP0nQV3cJGsuHtgkYZ5sKGmqyg52Xma2B8WQ26AKjTMdbzLN3XBVRjgQOx6WGd9RGkOfAMCZtdavEWU0OtFJFNv1pG30AyXkD6seYg8gxgpe/Sr+frc1w2nELJmOJspUNRJphMFCj6NYL8wx7bycmaA1sFwvVuKw1kXI4kJJsbMMwmIiIiIvrwGEw3UO1iVDGKIniGVC0QLDFbBkVQEwdYpnm6WbB8gTMJSLa31TKzZRF0ZZLN9S6VN77ZIIGEs4taoS6d9REhw5yqSNw5doOi8RJzN6mUuRxJjWWa0o/j5QS6rkOZ1Y/61KTHjtDCrJJ+vcSyqerJBtelcojz/+6xnWyxuyiK4NkSQktH22nSHA8GXMw5Yk1EREREdBIYTDcIrWzUNV8gqhJQIg2aHL+SVh3Z5RHcAOswgWR4iCIfvpOmeNeDTQBI7spB2R3qexLTVR8R2Q2Acn0AxHflGrWUkc7QdA8g3gWapyw9rvaR4cLh0eEe24mXmOT9y9pAallcTDZ92GoIa7I8sF8iIiIiInpqDKZ7k2H6Hgxpg1We6qwoUGrLZAezCRRFh2VtsIEEw/b6p10LEasPna44ODy6n6bVJ7D02V5WAxERERERfTgMpnvLRh9XpZWWAcjntVRwAECMIFhiOZuko9u90q5F9alPm1tsE0A6ry25VdlOS5lki9vKu8iep+ygcd21k5IeV3k17YcZajupNJAGXH1WaVsiIiIiIvrwGEz3lgdMZukRSQ4WlXnVGkzHLAWR6VzjxoDz0UTqU7hNCzcEuDGWqxCSsShWHZfN2nZi3GyStMxuZ2mZptRn7cqGoaqwr4YJLo8nPXaoNpzSiZE1E2avqotsp9430s/r57AIpCfF/HQiIiIiIjoZDKZ7i7GcWwglA142P3kx3mJeSasOcLMGxot8DrOHUeJCP8qcV5H6FOLlHG4owfayxzaV5+kGM+hugpHtpfVenGFV2068TEfZR9n/H3kjJK6OSUPEF6xdJEkiNof4QwtmUHQXmGbHHkVYjO9w07fqndvJ+0bx2DTPrp9DDVeGBECCkZ/n3av2GC4iIiIiIvogXr1+/fq+/maXN2/e4O3bt5X33r17V/k3vQyy6cMbbY50I4CIiIiIiOh54sg0ldRSkOV0hLQphZuIiIiIiOhjxmCaSgLcrM8wzdPTvSngWny2MRERERERUQ3TvImIiIiIiIh64sg0ERERERERUU8MpomIiIiIiIh6YjBNRERERERE1BOD6TLZhB9FcGoP8pVNH5FvovRE5gFocBr29cFoTvV5xidTsacjmw783Tnw4ZSfwZ2X0UplfAcNRXrRnOJ50819TIPjH/qsJOu7TeWGrjMRERERETGYplwwg6IoUBQFVlj/8OWTTR+eAWz09Bwo+gaS4VVvdsgmFraEjaVDURToK8Dw/IcHp5oDWwXcfJ97z/KWYfo2VKnyZgMZ5sJAY7Gh60xERERERACD6ZdBlpsjo0PvU52My5EEhGvsngIWL7EKAXVcRNPalQEpXGEZpIXi4BpuImF0+ZjznODuwJPHNMeDIYVw3aT+UZV2BSOxGm+CHKfORERERETEYPpBZGiVlOAIvqNV02tlDY5fTuF1YGpNAUyWxtuSWtxOw5VXG0FFOurpeVco3haoc6em1PSm9wBZM+ELHJdsZueovoGTI+NcApLtbem9GDebBNLostb2ZqlN98/z7phtFYAK+0Ca9+02hKvPcFN6b58Gx5bgXgf1DwatMxERERERVTGYfgjtEmOsMc/SohXdwkay4e0CQhnmwoaarKDnZeZrYHxZCm5T6nSM9Twto7uAaix6puAGWNdGUAFAG6tAuMYuxOqs84A0B55tIFmlqcWNKdMnJcYyHYbenXtZMzFVk1KQeoEzCUju4mx+uYPmeyMOIs8A8mNXFMzX57gsHXu8nKSfWSGAEFbeJrU073g5K0bKD9AcG5I7P1BuuDoTEREREVEVg+kGql2M0EVRBM+ozUYNlpgtgyLwiYNdMJbGH1kQs72tlpkti+A2k2yukWXgIr7ZIIGEs4taoQ5BGk2XAnUNaSxd2ltnnYciw5yqQGhhtjuwJeZuAnW6vzhWvJxA13Uos/qZeWLBDLoLjLysze0REutQkAoAEs53/3mGtMkajh1AHCyxPMbhaQ5sNcTqcCVrTqDOREREREQvBIPpBqGVjRRmL31vzqoM0/ErKdNpym4uwDpMIBkeosiH76Qp3vVAEshGDXPxHep7EhKsEULFbnBaG0NFiHIs3V3noRQ3Esriu6QUwFXFsWgweDya48MbbbHaLUC2AmwPflOaQDCDokyKQDvZIj3a9NgrNzGORoNjqwit2d4NmkYnUWciIiIiopeDwXRvMkzfgyFtisBrl7JbCGYTKIoOy9pgAwmG7R0npRooUr2zkd+9FG/BOg8pvZFw7MB9KBrGqoRwtdxlCSAOcO2W5xbfYpsA0nlDcP0haGOoANSpD99PX7YKQDKw8P0spf7E6kxERERE9IIwmO4tG8krB14A5POmBxPFCIIllrNJOro9eEp1Ibh2kUgjXMoNKd696tyTfF57JFMawNVH99NXwyiqrMF0DszlPQW70fQY6eB6eWw9XQU82dxk6fPpsdfnrx/F7TUsy4K1WmGVvdwEQBJis1rh+hanV2ciIiIioheEwXRvefBRzP+VNQeLyrxqDaZjlgLE7NFLu9TaI4hvsEkkjBbThhRvkToXbtPCDQFutp3d3GcZ2tWoFkyni3mpdjVAljUTjrkfsGlXNgxVhX21/9nTKUb2d3WWNVwZ6eOy8lMZXLtI1OluVXZZu4IhJdjc7Iazs3noNpzSwcuaiYZDFyBDluVdavyFLGP3tLM4RhAEldddAgBb3AQB8sz5p68zEREREdHHgcF0bzGWcwuhZMDLUpgX4y3mlZTpADdrYLzI05w9jBIXem215mFljzySJCTudW0EWKTOhXg5hxtKsLPFuIp5wzGWcxchsu34Vzi/XmFvK8EMurUtHX+ExRhY3+yNSyNYu0iS5IPP2Q1mOqxktDvmyJtCCi3o5YXR4iXmVoKRnaawe1PA1UvzkNMNQdFdYFqkuS/Gd2g49E6a48HzPNiGBEgGbM+D5zn9shueuM5ERERERB+LV69fv76vv9nlzZs3ePv2beW9d+/eVf5NRERERERE9FJxZJqIiIiIiIioJwbTRERERERERD0xmCYiIiIiIiLqicE0ERERERERUU8MpomIiIiIiIh6YjBNRERERERE1BOD6TLZhB9FcGoP8pVNH5FvIn/a8jA0OA37OgrN2T0/OIoiRE+y05fmGO2lwfGjI/QtIiIiIiI6NgbTH4NgBkVRoCgKrLD+IX0YMkzfhirV3yciIiIioueAwTTRB6A5HgwphOsm9Y+IiIiIiOgZYDD9IDI004FfSp32Ha2aqitrcHy/SK32HZhaUzJvluobRYgiH47ZVKaLQH0EyeXt+A4000EUOShnN1fKtNRZNrPjHzY3+jgGay+xtrjdhnD1GW5q7xMRERER0fPAYPohtEuMscY8S51WdAsbyYa3CxplmAsbarKCnpeZr4HxZSUoBQB1OsZ6npbRXUA1FtiLz7p01keQ5sAzJGz0vM5bTA21UkQ2/WoZfQPJ8OD3rvQpGbC9BNsiXs6wjCtvERERERHRM8JguoFqF6OKURTBM2oTW4MlZssAu1goDrBchYA6zoKvC5xJQLK9rZaZLRHk/84km2sEWaH4ZoMEEs4uaoW6dNZHhAxzqiJx50WQFy8xr6Qhy7gcSY1lpNHl3uhrvJxA13Uos/pRn5oB22uQtiAiIiIiolPHYLpBaGWjitlL35vXKsN0/Eoqb2SXR3ADrMMEkuEhinz4TpoyXA82ASC5Kw1Pxneo70lMV31EZAFluT4A4rtyjVrKSGdougcQx89h+HXI9hqiLYiIiIiI6NQxmO5Nhul7MKQNVnmqs6JAqS2THcwmUBQdlrXBBhIM29tL9R2GWH2o3TDtxbYgIiIiIvpYMJjuLR2dDVfLXbovAMjnTc84ihEESyxnk3R0+yipvn3q0+YW2wSQzqvjsdXttJRJtritvAtA1mA6DhrX8TpJj22vodqCiIiIiIhOHYPp3tKAUh2buzRgWXOwqMyr1mA6ZimITOcaNwacjyZSn8JtWrghwI2xXIWQjEWxirVs1rYT42aTpGV2O0vLJJubYp5wRruyYagq7Kt+IenTG6q9+rSFDFmWd6nxF7IMea9NiIiIiIjoVDGY7i3Gcm4hlAx42ZzYxXiLeSWVN8DNGhgv8nmzHkaJC32y3As4H0+kPoV4OYcbSrC97LFN5aWogxl0N8HI9tJ6L86wqm0nXqajtqPs/4+8ERJXx6Rhaepg7SJJEoTr+jJep2ao9hJvC83x4HkebEMCJAO258Hzqo8gIyIiIiKi0/Xq9evX9/U3u7x58wZv376tvPfu3bvKv+llkE0f3mjzgMCSiIiIiIjo5eLINJXU0p1lDVcHUriJiIiIiIg+ZgymqSTAzfoM0zzd2ZsCroV5Qwo3ERERERHRx4xp3kREREREREQ9cWSaiIiIiIiIqCcG00REREREREQ9MZgmIiIiIiIi6onBdJlswo8iOLWH/cqmj8g3UXoi8wA0OA37+mA0J3vGcvY6mYqdOM1BFJWfDy1Dc/ziPPoOyo/yFjfUdroI9kNZg1mvz27Z96yIrMHxy2V8OLUywmQNjp/3Rx9O74MXPK5O4tuRNQd+R3t1l+nX7tWy1e8o2Sztq+EcDtNeIucnLbPbT+XV9Gz1rO0PfOd2HVdv2ff+/v76tcVO7TtB7Dz321dbu/chsp3WMo++Tsva252IiOgUMZimVDCDoihQFAVWWP+QRGmOB1tNYOnpudRXW4w8v/WHcZOhtjMMGebVGFjPd31EXwEj2ysFURquPBtSstnVWZmvANuD37vSGhzPhrSxoCsKFGWONa4+0LELkk0sbAkbS9+dH6PeXgJlerW75sBWATc/36VnwcumD88ANvln+gaScaz26hJglvWb4qXDTQCEawSVsjJM34YqVd7c6T6uvmSYCwNNu+vVFgeJnede+2pp915EttNaZsjrtL3diYiIThWD6RdAlpt/vRx6n45Fw1gFEvcaQfaLMw6WmLuAcdXn1/5Q2xlKjOVshmVeGQBxMMMqBNRxUZ+tq2MyW+7qjDjAtZtAGl32GmnSHBtq4mK+DLIf7jGC5Qyn/IQ27cqAFK525ygOruEmEkaXpYCps8xD2j3B3d55kXE5koBwXZyzeHm09noQ+RIjKYF7XQ2lNceDIYVw3aTyfkrsuHrRrmAkVsMNxIe0RbPu8/yQfTW1+0OIbKe5zJDXaXu7ExERnS4G0w8iQ6ukGkbwHa0h/a09LTb12DQ5DVdew8iM5sDzrqrpx1117tSU0tn0HiBrJnyB45LN7BzVN/AhyGapLZrPTyXF1HegndcKAEiafnlK57X+0b0vke0InWeBfeH8sf0wwFLoV3RXP5RxLgHJ5mZ/lKxG6NgFjuvx28nqvL0tvRfjZlMOmETKpLrafXfN2CoAFfauP/ZJjxVtryHOzz7tyoCUbHBTq8LtNoSrz3BTfbs3oTpDg2NLewF9WVdboPM7Qfw8d+1LtN27jl1kO91lRK/Trus9NVS7ExERPTUG0w+hXWKMNeZ5yqJuYSPZ8HYBoQxzYUNNVln6mwJlvgbGl3vzA9XpGOt5ltrnAqqx6JkmF2DdMDKjjdVqCmVnnQekOfBsA8kqTWd9fCrmE9AcRJ4B5HVWFMzX57gs1TlNMZWKFNP5FlNDLW8FACCddzSgwL4guJ3O8yy4L9WYYpv1w3w7bem+cpb+Ga4PByL5SGLlB3dnP7zAmQQkdxeV4Mw3axUWOXaR4xpkO3md4/R8Rw7275uJlEl1tXu8nKT1sEIAIaz8XO5ScGMs0+Ha3XeJrJmYqvsjwVVN7TXE+anLRmIbArG4dWRT8LgE66w5NiR33rK/7rYQ/U6oajjPAvvqbnexYxfZTncZ0eu063pPtbc7ERHR6WIw3UC1i7voURTBM2oTuYIlZrvUtjRtL/+Rl/5EyH5obG+rZWbL2vxAINmUUvtuNkgg4eyiVqhDkEbTpUA9/bFaCXQ66zwUGeZUBUILs92BLTF3E6jT/ZGzeDmBrutQZvUz85Qa6ow01XK5q1b2A7j84zs7rkJ6Y0MyrnaBkqyZWBgSIJ0hbVaRfT1wO3vnuaHM3r5STcdVHzHdLdQURfBsCaGlo63ZNMeDARfz8q9kwX5Yvsmk6BvAsEvBWcNx7R17qv24htpOnYTd4OSuveqayoi0u6BgBt0FRl7eXiMkVnvguN9exzk/sjmFihCrtsoc0nlcgnXWHNhqWx1E2kLkO2Hf/nkW2ZcIwWMfUPt1Kn69ExERPVcMphuEVvbjIHvpez+OZJiOX0ldS9PhcgHWYQLJ8NK79U6a4t30Y6aS2hffob4nIcEaIVTsBqe1MVSEqA4adtV5KMWNhLL4Ljn4wzCOD/2gfSppndtHWUsjiyXxXbXFgpkOK5RgZz/2F2Ng5SZAskV6RkT2Jb6d9vMsti/U++HedvI3l5jk14S1gdSyWJVs+rDVENbeokZi/bB8k2k/OBM59lT7cQ21nZJgBkWZFMHVrr1KWsp0t7sYzfHhjbZY7Rbq2l/0qqy5vY5wfkrznrt75b7u4xKpswbHVhFas9Y6dLeF2HdCWfN5FtmXCJFjH1b7dQrh652IiOi5YjDdmwzT92BIm+IH3S4drhDMJlAUHZa1wQYSDNvbS20bTpbqnY0+7KV4C9Z5SOmNhI/xB1SctX16jiezJXD2kCVqxbbzoc5zukBS/YdzKk19TWDp9WBFvB/WAxRgf5R3qGN//HZusU260nRFykC43dtpGKsSwlXboleFw+2Vevz5KZEvkcbSTXvqIn5crXXWxlABqFMfvp++bBWAZGDh+6WU6CHaotB+nofbV+uxD6z9OhW/3omIiJ4rBtO9ZaN95R90AOTzph8+MYJgieVsko5uHzG1Lbh2kUgjXMoNKd696tyTfF57rEwaNNRH99NXw49IWYPpHJ4/+jTSOtfnnVc1B0Pd57A+P1RkX02at9N+nsX31XhcvUbFUvmji1x9VulrKZF+mKW8NgWdu/qIHHuqvp3qcQ21nRjp4F851K/PixUp06Te7o9UuyHR3l5DnZ9CuvCYi9ap2w+xOy6BOt9ew7IsWKsVVtnLTQAkITarFa7rld6pt4X4d0L7eW5S35cIgWMfjMh1KnK9ExERPW8MpnvLA5TSyqeak85v29FgOmYpQMxSGxt+XA4mvsEmkTBapPMRqwM/InUu3KaFGwLcbDulObna1agWTKeLBKl2NUCWNRNOfXEaANqVDUNVYR98BMxTyBc2suGUKi1rJooqp2Wk8gJxcjavsUwzS9uQ08fHVOaHiuxLfDvt51lwX0DjcYWrPBW13p+LOZ3lH/tFwFBKYa4Q64fBOqzMH83rUw5Mu4891X5cQ20nu5mlTncr9svaFQwpwaa0XLVIme52F1FkqhSb0nBlVNOru9truPOTEgkQZciyvAv4L2QZxRP+RI5LoM5xjCAIKq80M3uLmyDAbtZJZ1uIfSd0n2eRfYkQOPYBdV+nYtd79klLuxMREZ0uBtO9xVjOLYSSAS9Lo1uMt5hXUtcC3KyB8SJPtfMwSlzoe/NHh5Q9ZkeS0ueV1j7rrnMhXs7hlubvFfMRYyznLkJk2/GvcH69wt5Wghl0a1s6/nQO4Ppmf2wkWLtIkuSBaZ8DCmZQdBeYFimSi/EdKlUOZtDdZLf4UbQ4w8qtHX1wg/V4sWv3Kdz9tE6hfYltp/M8i+wLQOiucJZvxxshccuLi+X9uXjUm2enZSa7H/tZUAMJRn5+di8ny8gQ7IfBDLoFTPPtZPUp9iV47J3HNeB24iXmVoKRnZ5nb9oQPImUEWl3AcFMh5WMdtdw5E0hhRb0XaVF2mvA8wNkC4/Vbh7UaI4Hz/NgGxIgGbA9D55X1Kf7uMTr3EmkLTq/E0TPs8C+RAx17CI6r1PB612g3YmIiE7Vq9evX9/X3+zy5s0bvH37tvLeu3fvKv8mIiIiIiIieqk4Mk1ERERERETUE4NpIiIiIiIiop4YTBMRERERERH1xGCaiIiIiIiIqCcG00REREREREQ9MZh+JNn0EfnFczSP6Sn3Rc8L+wYRERER0dN6IcG0BqfyPOTSJ07teZ5Du9sg3Ny1Pj9ac4rn8z4q4BHY11HJJvwoglM7mccJ5NI2re/rIWSzdP5Lr6b+8mx96L7xsZM1mJXr3IGpVfuXLGtw/HIZH06tzNMZ7voqaHD8R37HCbiffIb3P/g6fvqDr+On3/sM9+WdySO8/8HX8X5Seg/A/Te/hp/+4GvVskRERESP9EKC6QDrEJBGl7UfcTLOJQDhGkHl/eHEwRKzZcvWNQe2Cri6AkVRoEyWDw54OvdFjeLlJD33Vggg2bXFZPmQlpBh+qcXiLf3jdOs88shw7waA+t52s8UBfoKGNleKVjVcOXZkJINrPy7YL4CbO+FtIsM07ehSvX3Bzb5DO/tL+CTX/8GfuZXvoFPvwW8/057kHz/W1/DexX49Nd/H68ecskTERERHfBCgmkgWIeAdIaL8pvyJUYSEK4PBRkHyPIuKJc1DZqmQd77sSZDlvNX/bO6BHeP+hHXZ1/0YgzeD6mR0HluE2M5m2EZFBd5HMywCgF1XAz9bl0dk9kSu2JxgGs3abgJ+PxojgdDCuG6Sf2jAX0R979xgVdusAuKX/l/hE9/9AV8/s+/WC8M5IG0wUCaiIiIjuPFBNO43SKBitJvV+DiDBJClGNpWTPh+3mqrw9nb1RIhrnwsDA1mH4Ez55iOrXhedVUcc3x4HnZa7Gf1rhLLbZVACrsvTTvdLQw2suz3B9FbN9Xnq6ZpVgePC5ANh34pTRUzXSOlAIvQyvvK4rgO1q13nspr/tpsanu43o8kXOYlokiD4YESIZX1L3Wht19TKQthuiHInUW74fPkmyW2rShHwqe5+7tdAmw7JEJ8eipE4NdXwLXMoDbbQhXn+Gm9n7d447r7+HzLwG4+3HpvR8Dfw7cn/290nupNJD+Al5ZDKSJiIjoOF5OMB3fYJNUR4K0sQokW9zu3nDg2QaSlZ6mWeobSEY5FbMgGVOcrXQoygSTiQJFv66kigezLJ3zwEhMNbU4hJWlfxZp3jGW6dBV9Ue7dgVDSrC5KX79de0LANTpGOt5Xg5QjQWqsaADz5Cw2aWYbjE11FKBAWmXGGONeX7MuoWNZMMrB3ALG2qygp6Xma+B8eVeYN95XANq31eAmaJAUXS4CZC4WR9SFCizUs8Q6WM92uJx/VCkzuL98NnRHESeAeRtoSiYr89xWe9kXee5x3Zycja9oz0rRsblSEKyuXnw1I9mA15fnddyKl7O0ONewcPIr+vvpLY/AX7xNe7L740/SwNp99v41C9/QERERDSclxNMI8bNJgGk893I77mE0g9VGeZUBUILszzPMl5i7iZQpw0jJckG16W0TcRH+KUYrBHWRtO1sQqEq94/TJPN9S59NL7ZIIGEs13Oe3rsiTsvtpsd+0OodjFKFUURPKM2UTKbv7s7hDioBWwXOJOAZHtbLTNb7s1tbz+uYT1+XyJ9rGdbPLN+eDoa2gLp3PLGqeUHz3OP7WQL9EVRBM+WEFo6yvdZ6jTHgwEX88FP8oDXV+e1fJru1Qu8+hFwb/zjapBNRERENKAXFExnPwalES5lZPOlyyNrxQ/Myv9zl+zPtUY5CD+mdOG0ItDSMO4czWqWlCdlx3eohmbZsdcmbsd3BwK4DqGVjVJlr/1RURmm41dSQ9N091yAdZhkacc+fCdNQd27odF5XMN6/L5E+li/tnhu/fB0pOdZ9BgOn+ce24mXmOTXhLWB1LK4mGz6sNUQ1i5TJUu3L9+gkgx4u2uoz3SMIa+vrmu5y5DHJe6V+218+i/+EK9wgfff/HL9YyIiIqJBvKhgOv0xmI6syJcjSMkG9SzVyrzR3j8Mhxdcu7sbALI5hZq4uBb43X66ZJi+B0PaYJWnMSt5unshmE2gKDosa4MNJBi2t5c6+lydWh8T8fL64YcVB2m2QdPiYrLpwzMSWPqsNFIcYzmp3aBK3CJNWymX7TbM9SV2Lbcb8Ljiv6y/kzr7AvDnf4lX5ffufgzgT/GpdQuov7b3qCwiIiKiIbysYDofYRtruEiH/0qjTbfYJvujqr1/0A0tvsEmkTC61I40fxK7Y5fOqz/r5fNjPMcmG8lblVYtPrivGEGwxHI2SX9kn3jqaDeRPvaUbdHDwP1QFlgOe6gyzdLzXF5D4WGG2k4qDaQBV59Vro/jeOz11edafgp/gU9+BOC8vHL3F4FfBF5t/6L0Xon/B/g0BO7tz5juTURERIN7YcF0/oisKaZ7aarpQkuq7aC8qK2smXDMfj8xy3ap5Vr2eKJ6gU5pvSTD7lzw6eH7yvexKFb0lU0s6nOdB5EHH8U8dFlzavvSYDpmqR3ShZgqi8WdrBh3SdMzzdPPuvvYcdqivW+01Tkn3g+7aE4Ez/MaVggvDFXmsHxhNRtOqTFkzUS/y11kO/X+nH6+MKo3JYpAenLkuej1+jz0+hK5lnNpv8uny1wc5VFtP8arb93i3tB2z5W+n/xjvP/ST/DJvy+v8F316jeZ7k1ERETH8eKCaQRrhJK090is9LMZdGuL8aJIwV2MgfVNvWAP2eJRIzt7PNFDfvgHa4RA94JPj9lXMIOe/b9RFCFanGHVK11TVIzl3EJYmhe5GG8xr+wrwM0apXbwMEpc6Lv5o8OqPqZMguGl+z00n7VLcO0iRGneZ7kdRPrYMdqio2+01nlXSLAfCqrPHW8yVJlGwQyK7gLTIu1+Mb5D78u9czt5fy4eReXZIySujsnuRGq4MqRK/yte+/OG4+WktPJ/X0NdXyLXcip/RJudzYm2PW//8WKPPq5spNn9CT7/ztfx0x98He9/Q+QZ0kz3JiIiouN49fr1697Zb2/evMHbt28r7717967yb+pDgxPZgKW0rv47NNn04Y02D/iRTUM7jbb4MP2QiIiIiOg5enkj08/Q0yz4VEv9lNORssfOjaWHOM22eJp+SERERET0MjCY/pA0J00JNQB3fuwRyQA36zNM89RPbwq41hGecUvdTqwtnrQfEhERERG9DEzzJiIiIiIiIuqJI9NEREREREREPTGYJiIiIiIiIuqJwfQT+Lmv/jv8w3/92/i5+gfPnGz6iPziGbREREREREQfi5cRTJ//Nn7lu/8F/7D8+te/hy+d1wt+ID/6Pv76P93hb+rvP3d3G4SbuxNfsEqDE0VoeqzysWlO8dzhzpsOmtP4vOHHETj2bPGx3au1cBuBfZ0oWXPg79rJwQMfP16QzXR79TaXNZiVPuHA3C3pvq+t/4jU+dTKEBEREb00LyOYzvy18z/h7VfS13/+A+B/+J1/d8SAWsaX/vV/wa98tftX49/8h9/Bn337u/W3n704WGK2PIXnKMkw/Qj+Kf2C1xzYKuDqChRFgfKg50c/wXEFs7R+igIrrH946gY4P7KJhS1hY+lQFAX6CjA8/xHBoAxzYUCqvw0Z5tUYWM9351tfASPba74B0dZ/ROp8amWIiIiIXqAXFUyX/c1/+F/x3/6rhJ//v3zIX3Qyfu48f9U/e85kyHL+qn9GhQR3/SNoekLalQEpXGEZpA0VB9dwEwmjywd2bO0KRmI13JiIsZzNdvsBgDiYYRUC6rgpmsbB/iNS51MrQ0RERPQSvdhgGvg/42d/of4e8HNf/b1SSvi/wy83jCy3l/kKfvm7/wX/8Lv/Fv/DLwA/+5V/W6SW/6uvlMoBr//Vv8Xf/53s9Vv1OdPpdn75n30Fv/yvD+0rVanPv/49vP7q7+Effvf38Lpe8KCmFNyG92QNjt+dhqo5Hjwvey3q6cv5djU4fp4+7MNpGKaSzWpqqGb2TXVO9xVFHgwJkAyvJV1ZoD6aCb+jTBfZzM6frQJQYe+Or5amWz/2ys2WPscl4Lz72EVU6nxoO4PsS4ZW2VcE39FK52+o8yPjXAKS7W3pvRg3mwTS6LLYn+YgimojrU3vQYNjS3CvH56t0d1/ROp8amWIiIiIXqYXG0z/3FfH+Hkk+Ov/WAzt/NxX/x3+/ld+EX/921k6+G9/H3/nK/+2kqrdXea7+LOv/E94+5V/if/2X4G//e6/3KWWv/1fqqncf/m/ZCnn300q75f9/Gdj/NXv5uWAn//K/7uamv7Pfq9an9/d4he+8k9KBYYiw1zYUJMV9CwNVZmvgfHlXnAbzLI0VffwcanTMdbzvBygGou9YMQzJGzyNNb5FlNDLRUQEWCmKFAUHW4CJG6aZqooCpRZNaARqo9tIFll29A3kIwDKbgt4uUk/f+tEEAIK69PKU1XNv2OYxc/LhGqMcU2O/b8uPqmRu/V+cB2htgXtEuMscY8P2bdwkay4e0aY6jzc4EzCUju4mLOelNVgxl0FzC8/EaPBsdWkbhzLEsjx5pjQ6q910bOUrnDdVHn7v4jUudTK0NERET0Mr2oYPrnZ8UCZH//K7+Iv3b+n/jRXf6pjNf/QMLffrf03t3v4IffTfCz/+D/mo0ai5QZ1t/+p/8Vf5nt62/+4/fxt5Dws7sJlzK+9Nk/aazP8LIfxdvbYm5mHGA5W6JPeJJLNtfIM1rjmw0SSDi7yD+VYU5rwUi8xLwlOH8skfogtDDbFUrro07rI++PJeNyJD3tsTfsq9+o4eE617cjUqZTNhe/0g/TfOi9GzvDkrC7jyWdYdc9AMTLOdxEhe2YMH0bamhhUo2kYashVl2RdL44WRTBsyWElo5e8f+ew3UunFoZIiIiopfhRQXT5QXI3v729/F3ZuUR5TTt+7//qPpj929+9OfAL5xlgbJImWFV9nV3h/9e/rCtPoMLsA6TLGXWh++kKd69gqCSpDzZM75DNVQsjWaVxHdHDChF6lNJVc3qM3hA8IGP/UHH1VLn2nZEynSTYTp+Jc07TXs+omAGRZkUNwKSLWq9AcuJhVA1YEghrEoEnI5Uh9as+8ZTvMQkG23WrQ0k+wEj97nOOp9gGSIiIqIX5EUF0xVHHlF+iYLZBIqiw7I22ECCYXul1NqXrzL39ikCOGogw/Q9GNIGqzylfJf2PLRbbBNAOhcMZrUx0h4hofK/ZO+rUx++n75sFYBkYOH7B6cKxMFDRu5F6nxqZYiIiIheppcbTO/5P/C3/xX4O1+q/uj7uS/9IvBft9kzoEXKPKWW+jyWfN7w+B4AiBEESyxnk3RO9FFSa5t/gMvnzTU6vrQ+oVUK3nYvgdHGXp7+2Bv31WvUsKXOte2IlGmXjoKHq+UuLR9HOz8x0oHz8rh5ltK+uak9yiyfJ63X5k8DuL2GZVmwViusspebAEhCbFYrXIsfvACROp9aGSIiIqKX6eUG0+dfwf/pKxL+9j/9f7MgOMZf/qcEP1te4Ov8t/FLvcvkYvzNf4PQyPff/Mfv429/4Z/i9T/LHpNVL3BQjB/9wf+W1uefZUFKVp9+0mComP8rQ7sa1YJpDaZjlhYPSn8QtwVC8c0GiTTCpZY9Jqte4KAYy1UIyVgUq4XLJhZG3+PKZT/oe43wlaX1Ue3q4kmyZsIxh76VUDr2fF8Hj/2xx5Vq2le42n/u9e02u3myt7NsdeaG7dQDpqYyTfs6LOur42Kuuqw5Rzs/wbWLRJ3u+qGsXcGQEmxuyjWWK/Okd/On8xW24xhBEFReadb+FjdBgDhGw/WV9q+mc9hFpM6nVoaIiIjoJXpRwXR5AbJ/+Du/AXz3/4Uffrv4Qfc33/6/4T9/98/x87+Tl/mn+O/f/Zf4Qc8yub/8/3wbf42v4u8feDTWzt3v4Iff/XP8/Cx7TNahck3+w/8jrc8sewTXb53hvzr/W71UhxjLuYsQBrwoQuRf4fx6hWribICbNTBe5GnOHkaJC720CvWebIGpkZ09JutQPmuTYAY9+3+jKEK0OMPqEam8wXXp+Ho/Iimrj7UtHX+ExRhY3ww7Lg2Ujt3L9rU4w8ptPvZHHxeA0F3hLD8ub4TEbV70Kl7O4YYS7Kxe5bm88TLNVNjVOdtOZRGuHvs6LMZybiGUimNejLeYH+gbjz4/8RJzq+iH3hRw9dK8X6SPgqvOk87mT0sGFsLznfPrq3j0nGc3n8NOAnU+uTJEREREL9Cr169f39ff7PLmzRu8ffu28t67d+8q/6bj+bmv/jv8/X/wffzn//vvfIDU8+ORTR/eaNMewBMREREREZ2AFzUy/TJ9BV/6V7+N17u083r6+nNVS3uVNVw9IOWViIiIiIjoQ+DI9DPwc//s9/BLn/0T/OwvAECCv/7ut/D/+/Z3n3kwnc2FnaqQJABIELorXJefL0xERERERHSiGEwTERERERER9cQ0byIiIiIiIqKeGEwTERERERER9fTRBtOy6SPKnxNLRERERERE1MPRgmmn9pzaMtn0EUUOej4Rtp3mIIp8HNjlvrsNws3dh13sSnN2z5zdezkaIJvwK+/7cEytcgNAcxr+3/p2qJ/8vNdvtsgaTKd4TnDkOzB3y5Hv0yplq9uSNadoW99p7LenVoaIiIiIiApHC6a3CSCdXdTfLiRb3Nbfe0JxsMRsGdTf/gBCWIoCpf6aFXULrew9fYXtyIZXCsyCWen/0V0kSODqzdt5WjJM//ANFXFDbUeUDHNhQKq/DRnm1RhYz3fnVl8BI9tD4/0KzYGtomiL8rOzZRMLW8LG0nfbMbzajaBTK0NERERERBVHC6bvkvo7hYszCUh6jgrL8i6AlDUNmqZBftCPfRmynL/qn524OMByYiGUDFw1BXD0eNoVjMSCFdY/iLGczbAMil4bBzOsQkAdH2qMBHcNnVy7MiCFq9224uAabiJhdFl0yFMrQ0REREREVUcLpm+3CSCdpwFwls6cjuDJOJeAZFuMS8tmKcU08uHsDYnJMBceFqYG04/g2VNMpzY8ry1VPB3RjJx6WrQHz8tei/qcaQ1OFMHRNDh+W31qdfYdaKYzfOp6owDr1gDuEWQNjt+dxixrJvyD5yc9h1HkwZAAyfCK7TUO4R4ivp3u/iNKg2NLcK8fPpqfTmGIENkqABX27lzmfW2//wMxbjYJpNHliZYhIiIiIqK6owXT8V0CSGe4ACCfp0mz5QAwyYbsZNOHZ0jY5Omw+gaS4TWm9UrGFGcrHYoywWSiQNGv0Rz2aHB8D6PEgjILKiPgeVq07h4eOlenY6zneTlANRbVlFfNqdZ5vsXUUEsFjqtyo2IwMsyFDTVZQc9TxOdrYHxZvUGgOfBsA8kqTQnO26uIbwPMFAWKosNNgMTNyvVOORfbTp/+00VzbEjuHMuG0eQmcpbKHa6L+sTLSVoPK6ym8O/SvC+QJmbE2U0mB/v3K06tDBERERER1R0tmMbtFmm4KuNyJCF0XSTSOWRc4ExKkA6EpZ8l5QAmXmLuHhgVSza4LqXZIm6Iei40OJENKbEw6RW8FZLNNfLdxDcbJJBQTP+WYU7Vxjo/TGn0sjS6+oBY8JGyoGp7W9x8iAMsZ8vSDYv02BFamO1OUHrs6rQ+yv8UevafNpoDWw2x6oqkS4vCebaE0NLxwG6WkXC++8/05tO+UytDRERERETHC6bjOySQcC5f4EwKsV7eIZHOcCGflxZ3Ko2KVf7XYlS7LNncdMyzlmDYNlQASWm0sK9KfeK77KZArqXOD9K0ANlEeHR0OAHWYZKlU/vwnTTFuxqQFgF32aH2Or6WtuhVHw2OrSK0ZgcyHUriJSZZO+nWBpL9sFFwAEAwq7Z106J8p1aGiIiIiIiAowbTuMU2kXB2eQ4p2eI2+/f55RmkAwszDSFxdehuAtX+EKO7T+NBC7gJCGYTKIoOy9pgAwmG7cFrmOdcmb+8mx/8jGljqADUqQ/fT1+2CkAysPD95tW6ka4I338U/DZd6f687f84tTJERERERFR3xGA6xl0CSKMRpOQOMWLcbIDRSCqNeDX/kJfTFZEeMCqWYHMTI15OYIUSjL0FxobQUucnoWFcm6c7rBhBsMRyNknnlavj0pzp9Nh3j+qqvARGdQfX0hZ9+s/tNSzLgrVaYZW93ARAEmKzWuFaeEMisuui8ti4LF19l3lxamWIiIiIiKjuiMF0ulCWJEm7wC++S/9djKpmqwaXF/iSTSyMx/+QD2bpI6SaRlaBbC60NMKllj0mq17goBjLVZjWOV+pKavz0ckaTN+Gmrh4xILTB2gwHbO0+FQaUFWD0vTYVbu6SJWsmXDM+nnOb6b0GbVt0radgfpPHCMIgsorzdrf4iYIsqn59fOTHnfvfQEIrl0k6nTXf2TtCoaU3gg61TJERERERFR11GA6lS82VixKVp5zGy/TEdCRl6UMeyMkro7JoycNB5hZIaDazWm62UJVIzt7TFZjoQOCWVpnO0t3Xpxhtf9g4sGodn5upjjbWNB3K0MPKcDNGhgv8vRtD6PE3d9XMINubUvlIizGwPpmP7oPrl2EMODl6eB9znFJ23aO13/q8vNTPDrMsx+4r3iJuVX0H28KuHptnvyplSEiIiIioopXr1+/vq+/2eXNmzd4+/Zt5b13795V/v2xkU0f3mizH3wSERERERHRi/MEI9MvUS3lV9Zw9YB0XyIiIiIiInqeGEw/SICb9RmmeaqzNwVcC3PmxRIREREREX0UmOZNRERERERE1BNHpomIiIiIiIh6YjBNRERERERE1BOD6Sdw/1tfw0+/N0LvfHoiIiIiIiI6SU8zZ1oe4f03gE/+xQavJiO8/43sv/uWaXH/W1/De+Mn+PRX/kD4/xnU5DP81Ebj/u8nI3x+/pf49Hf/tPbJE5l8hp/aF8W/wz/Ez/zmE9el5fw0+zLe/+DXAOsb+NSvf5Y5heNqcf/Nr+G9+oX0Hz/6E3zaoz8/qfp5LMvOaXp9ZcdS8sr9Nj793R/j/ptfx3u1/mlJj7bp2hf1JI/w/ju/ivumPih/Ge+/8Wu4/xIA/ASv3GDvHN9PPsPn9kV6M/BHt/j063+AV7W1Fp9jGSIiIqLHepKR6ft//ku4//O/xCsA9+fFf/ct81y98jcfLpAGAP8P8DO/8g38zK98A5+G9Q+fsVM+rslneK8Cn/56Wr+fqQcxJ+cWn2bnsvLKAuBXv/v76b+tWwA/2R1XHni9+s3S//Prf4JXpTLl7Yjo2tfL90Xcf+/reP9bX6x/8ABfxP03fvVAVsyX8f47vwZ8/w+ztg/wCf4x7vNH/iENxD+3v4BPrG+nbfAt4P13vvb8yxAREREN4EmCaZx9Aa+2fwHgi8A//QJerRt+WIuUeXa+iHs5f9U/o5fvJzj44HH5i7sA537y5fTFPkJDm/xjvP/zP2y82XT/zV/D/Y/+BJ/87p9mN3p+jFe/Wx3Bvf+ffxX34R/jlZ/dNPH/CJ/+6Av4/J8Xgf5zLENEREQ0hOMF0/II77/3tfSlAveGhvff0/D+S8C9/TW8/95nuBcpU9/uI93/1md4/4Ov46c/+Dp++oOvNYz+fLFW5ut4/80v79WjUuZ7n+H+vFYAwP03v4r338le36jPmf4y3v/g63g/+TLef6+tPg37+q3P8NMfDH9uUN9XY32GOj9i28F59/kRcT8ZtW9H/jLef+9ru7r89Huf4X7Sf1/3v5Vtw74AcFE6B+X2/yLuv/FVfP5bX05HIO1/hM9/49fw/jvVNm1vi6z/fC8rk/WLtPxLH4UTPXaxPrbXVxuur87+I6SrPulx/fQHX02/A42vFv3xm1+ubEnMl/He/gI+/TdNNya/CPwi8Or7/3tLxkRWZvsXpfd+DHz/J7j/p/9jVu/nWIaIiIhoGMcLpuP/HZ9864/xyfd/kqaQWn+MT76fzV+z/hiffOuPxMoMKJ+L+UmefvrrPwSMr1Z/GE/+R3yOP8Mnu5TVP8Qnv/hreF/6Mbu3na//FT439uec5qmvn7o/qX+0c/8bv4xPvp6XS28oVAKhyWdC+xrC3nEd8/wIbAcA7o1/tDs/jfURMfkM7+1fBb6Vpn3utjPJC3wR99/4Ndz/+R8Xqc5f/zNg3P/HdzVFuZQ63ZDmfW/8I3z+rW/jZ37l9/Hpv/gGfubX/2hXZu8cHjr27/8RPv2VP8SrL13g/dmf4dNf+TY+/dEX8P5/fkjw9cx0HbtIHxO5vjr7j6DO+vxp1l++jU9/lM4R/5m8bI80+dz9N38NcIMDc4X/Hj7/EoC7v1e7SVDuN3mZH6fz6n/wWcNNmudYhoiIiGgYxwum8WO88v8UwBeA8M+y/wbw5+l/v/J/jFdCZYaSpY+Xf1zGG3zi1kYssvnNu/3Gf4pX37oF1F8uRj4ObOchXn3/j3bbefXvf4hX+AI+/6X80y/i/jcuBttXu8PHdZTz07mdVNN2+o0wpecQ4R/i0yztc7ed38hHi9Mf4K+2f1Gtz2/uB8CD+tEP8UleJwCI8/8+fA73jv3uxwD+Ap/8KH/jx8CflwuIKo2i714nPsLddeydfUzk+hLpP4I66zOgyWd4r97ik4555uWbeelNgl/bv2GzU1oU7kt/t/xByXMsQ0RERPQwxwums7nC+VzoezkLEPL/Fi0zmNKIRcmru5/UfmR9MV2FuRxUVFY6btnOQ5S3E/9l+ZPh99WqZV9HOT9d28k0bafXj+IiUC6rbudP8Un4kyyt9mt4/800xXvwAKfmcIptyzlsOfbKMf7i6571b1qA7PcPjGqenuZj7+pjLed5R6T/iOqqz1C+jPf2BV5Z3Svnl2/mHbxhg3yxv1J/+NFf1Qo80zJEREREj3C0YHo3V1hN5/69/04xD/D9dzTcy18WKFPf6rF9Efff+yre/+IPi7TPX8lTdmm48zPUdsRV5p82BDGvfvP30/Ra64f4BF/Ae/ureynn9JwM28e6+k+3YevTapKOdN//RrYeRbYmBb70q/j8e1+rpqfXbiQA5RHcbNT/vO3G5nMsQ0RERDSMowXTn/5K/oicbMTLuk2ftbsb8crmB7aWqW/1MZp/ZN2ff6E0YpGNQn1rU9n3/Xn5mbct2xnciexr8PMjsp1M03Z6jTCl9Xll1Uddv4Gf2Xvm9Y/xyt/g1W/+fjrP/Rjpt0JazmGvY/+YifSxlvO806f/tBGpz0B++Ef41PpDfPqtP07XpPjWH+PTH6VrUXzyrT/GJz9Elo2xf+xAeQQ3TZu/P/t7pQ+z7KFdVsVzLNOfSKbUUGWIiIjo+ThaMA1kz44O/wyv8h+NDc+OFikzjGxF1/ICX/IInxvlH1npD+f7cTEX8n7yGT43yj94f4xX37pt3M4hr/79D/HqS78ETLLHZNULHFTaV76ydMe+Om2zIHFv1P8pz4/IdrL3GzvqpUoAAH9/SURBVLbz6lsNc5lbjuvVt25xb1cXIrqfjEqLLX0Z998clT5Pf3x/uMBVpC2onUgfE7m+RPqPCJH65LKAsCndWkScrkVRfqVzyf8K8P90F8y/Wt/i3ig9V7qhj736N3+CV+o/2p2f+8k/xvsv/QSf/PtiRPs5lunj/ptfx/vvfLV1RfWhyhAREdHzctRgWujZ0SJlhDUtovT13YI6r343HXH8/DvZZ9/5JcD9Nj7dLdLzY7z6+h/i1S/+6m47n4//Cp/UUzH9P6hu5xt/F5+4Lema2VzEz+0slb3Pj6l8X3aWZvqNv7tfnx5e/W6AT8Mv4H1W9/JiQ093fgS3A+CV+8f4/Bu1+vj1Uu3HBf8P8Kn1V8V2fvB1fD4GPvn3eV/7U2CN0udfxed//if4tGEF7qfS3RZPq/rIrwPneSDD7Euwj4lcX539R4RgfTKv/s2f4BWKskcJwPw/wKcW2vtYvMEnVnF+3v8G8Omv17KGnmOZB6jPm28yVBkiIiJ6Hl69fv269+DHmzdv8Pbt28p77969q/ybjuf+t76G9//0hx802CN6qXh9EREREZGI445M0wBqKcjyl/dSMYnooXh9EREREdHDcGT6GbiffIbPf+MC918CgJ/glfvH+KT8vFoiejBeX0RERET0EAymiYiIiIiIiHpimjcRERERERFRTwymiYiIiIiIiHpiMP1Isukj8k3sPd6YiF4cXu9ERERElHsRwbTmRIiilpej1f+X4dxtEG7u8MhHmA5CNv3jHuuRaI5ftNVRAxUNjt++j0edQ815un53iOYgihyI71mDE0VoreopHNdRCBx73Qld70RERET0Yb2IYDqYKVCU7KW7SJDA1UvvzYL6/zKYOFhitjze9p8vGaYfwTcPha0ZzYGtomivyfJIgYoM07ehSvX3BxTMdn3OCusfPmMv9bgegNc7EREREeVeRDDdiyzvRiVlTYOmaZA74r1mMmQ5f9U/O1GDHfvQEtwdJ4Le0RwPhhTCdZP6R0QCnuH1TkRERERH9ZEF0zLMhYeFqcH0I3j2FNOpDc/L02LT0dT9NNb9UVbN8eB52WtRTxvO00eztOIoQhT5cBpGaWXTgb9LcXagmX3TdEV1HXtWqlwfkTrvlUmPPYo8GBIgGV5jerBsZqndtgpAhb07B6VzKWtw/HIKuANT26+PiNttCFef4ab+wQfSfg4BQIZWKRPBd7S99PS9/nNeKyC4HZx391URsmbCb9vOUG3auZ2mFO6m98SOXeR69/3sPPsOzN0591FsTqwt9tq04Tuh8zwTERER0dF9ZMF0SjKmOFvpUJQJJhMFin6NNHEzxnIVAuq4GsxqVzCkBJubYvg0Ty3XW0Y61ekY63leDlCNRemHdZri7BkSNnmK83yLqaGWCvQTL+fQO1LaDx97GuBW6qNvIBle5SZCd5kAM0WBouhwEyBx9cZ0+3g5Sd+zQgAhrLzMLs1bhrmwoSYr6Pln8zUwvnzQjYZ4OcNSYPRb5Bw+Vvc5BKBdYow15vmx6xY2kg2vdkOis/8IbAcAVGOKbdZXG+sjQnPg2QaSVdbm2XaKXQ3VpkNtJyVy7CLXOzbXmCgWQkmFcbbGRNHhJhKMq6xWIm0h8p3QeZ6JiIiI6Cl8lME0kg2ug1JkFZf+O1gjhIpx+fftWAXClVAwVpZsrpHvJr7ZIIGEs4v8UxnmVEXizovtxkvM236sd4q75xsfPHYZlyOpsT7S6DIbPRMpM5QLnElAsr0tjikOsJwtd8H/cQicw0cRPIfZ3NzKsVdu9BzeTkXndlJN2+nXpml/Rmhhtuv06XbUaT6SO1SbDrWd1OOPPZXcxQBusd01QYy7cnN0toXId4LIeSYiIiKip/BRBtPJ5qYlYAqwDlH6YaphrALhuv/P9PTHdSa+QzXMyQKC2mThuPLre3iHj72lPtIZ0nsAImWGEmAdJlmauA/fSdN4m4KFvdXcW1br/vBEz6EM0/ErKcFpSnyuZTsVXdtJNW6nV5sWAW5ZdTvibdpuqO2kHn/s+yrnQTrf3YxqbwuRNhU5z0RERET0FD7KYLpLcO0ikUa4lAHZnEJNXFz3j6XpkYLZBIqiw7I22ECCYXt76clpuSwlNn8dbUXwpyLD9D0Y0gar8qr0vZfSHmo74ipz5PeCRfE27TLUdp7OsG3RdZ6JiIiI6PgYTDeJb7BJJIwutTSV9uBo7mOk6aDSeXU8TT4/5rOb2rTUJ9kiHQcTKTO0GEGwxHI2Seer1uezPzsi5zAdfQxXy900gV2ZnZbt7IhsJ9W4nV5tmtYntGo3NhQFijKrpV8P1aY9tyOfY//Ihzh2ESJtIdKmfc4zERERER0Tg+lG6UJkkmHvLTxWF99s0lFsLXtsTr3AQfk+FsUqxLKJhdH0c/8pxLjZJGl98oPI6lPcTBApk0vniz5k7mlKg+mYKBZoTucIPzzISdsnT4O9OPIjjm63WXC3tw+Rc5gGTOq4SFeXNafWN0r9p7adgsh2Uk3bCVf7I/xtx7VchVBtp/KZrJlwzDzEHapNRbaTHftuuoYM7WrUHEwLHjsedb2LtIXId4LIeSYiIiKip8Bg+pBgjRDoXngsW/xnZGePzemTahrMoGf/bxRFiBZnWD0w7XMI8TId4Rt5WeqoN0Li6piUToBImVxw7SKEAS9PRe1zbhDgZg2MF3kqq4dR4kJ/YAp3/mgjO31eF2zP23ss2JDi5RxuKMHOzlN5dejucxhjObcQSsW5W4y3mNf7Rt5/8u0szrByy2UEtwMgdFc4y891Vp+mRc3bjgvBDLq1LbVZhMUYWN/kGxqqTUW2E2M5L/U//wrn16v0mq4RPXbgMde7YFuIfCd0nmciIiIiegqvXr9+fV9/s8ubN2/w9u3bynvv3r2r/Pv50+BENmAph39YH4Fs+vBGmwcEGET0EvE7gYiIiOg0cWT6gKdZeKyWripruGpMmSaijwO/E4iIiIieCwbTdZqDKIrgGYA7P/ZIUICb9RmmuxTTKeBamDekTBPRx4DfCURERETPBdO8iYiIiIiIiHriyDQRERERERFRTwymiYiIiIiIiHpiMP3CyKaPyC+eZXtMT7kvIjqeU7uWT60+RERERE0YTJfJJvzsua3py4djas/rB93dBuHm7sgLp2Wecl9PJVuAbu+H/F7fyPtHqdSuTPX51bLpp+XLzySWNTj+ge3U5dut10mQrDlF3X0Hbbs6Hg1O/bnUJek5Ot5zv5uldRJ+VPRL9uBr+Ujn8MH1ESRrMJ3susyvi90S6i+DVjm+h313EBERUTsG0w1CS4GiKFD0FbYjG94z+iESB0vMlo95npcM0z8c9JQ9fl+nRxurQJIgkUa4bDgFu76hKNCtDSTDazhXKsa74ELG5UiqfgwNjmdD2ljQFQWKMscaVweCXBnmwkB9C8I0B54tYaNndV4Bhucf2Ncx3WKbANLZRf2DQrLFbf29VuJ9ldqd2rV83PrIMK/GwHpeXMsrYGR7w98UGJxgn9cc2CrgZte9wmeUExERHQWD6TZxgOXEQigZuPqQP7JkeRfMy5oGTdMg7/2WkiHL+av+2dCecl9PSca5BCSbFRJIaIv7kP3gn7sJpNFl5WZLGIZQ82havsQIIcKk+FxzbKiJi/kyyH7gxgiWMzQ+/Ui7gpFYsML6ByJkmFMViTvfbTsOruEmEkZNdwqOKsZd6RzUXZxJQFIaiRTq8/R4p3YtD1Sf1v4TYzmbYRkUF1wczLAKUVy3fbTu60NKcNf0nUJERESDYTDdKcC64UeWrJnw29J0ZQ2OL5BGKJuldN8IvlNPK5dhLjwsTA2mH8Gzp5hObXheNSVWczx4XvZa1EfSs1RMsy21OC0TRR4MCZAMr6h7bbimfV8p2SylFh/Yl6O11afQmCZ9DPIlRlKCzU1zmwtbrxGqY2gA5MsRsFlju/swD9hvBEaKNDi2BPf6oSN0F0hj1PKe0qC2GCEW6Rup9j7f3aa32wSQztP+kqXTp02anZNtPi7d1efF+6qQ88N1TsnQKv25fp12H3vqibcj0KYi17KQ1nP41PXp6j9DEttX+/ehSBmxPr/7rrRVACrsvEw5u0r0bxMRERF1YjAtoBIEIA0EPNtAstKzdPA03bf4TSPDXNhQk1WWxqtAma+B8WX1x5zmIPIMIN+OomC+Psdlwy8+yZjibKVDUSaYTBQo+jXKIVYwy9IV3cPDf6oxxXaep7DXU5QDzBQFiqLDTYDELeqkzKrBXNe+ZNOHZxSpxfv7SqnTMdZZfXQXUI3FB0g/LsiXI0jJBjcxEKTRdPuPb9nEwpAaAuMA61DFWNNwOQI2N+Xk5TzAvagEFr65vyfNsSGVRpV7k88b08P3+nNn3xDp86m2No3TKB4XAOTztGblGxbVoL+tz4v3VRHdx36JMdaY5/vQLWwkG17t4NuOHfgA2+k6LoFrWZTIvkTKDFUftPaffXKWFh2uD5Vo17Yvke/D7jJifT5eTtL3rBBACCsvs0vzFvzbREREREIYTPeWps4itDDL0wTjNN1XneZ3/7OAaXtbBFlxgOVsWfox17CdLHW4capgssF1qRzi/hFWOd03r3M9Rfnx0jnCIvtKNtfYncKbzcHU6ng5ga7rDwqUxGVzm/NU49stksrc55Rq5wFwhMgbIbF0TBqi3WAdQp1OMUIanNeVAyZF3wCGvRe82mqIVcO2j6G9vRr66l6fT7W26e0WaYiUnuvQdZFI55BxgTMpwW5gOjdAnxfRfuwAsvm7u73HAZZpTnAlAGk9dnyA7XQd14BE9iVSZlBd/ae0qKBnSwgtHQ/+ijm4L5HvQ5EyQxH520RERESiGEz3VvwYKSuPuqUjk0mWiufDd9I0uuqPonQ7oiMh+6Of/dVH/qp1HkpTanHzvipl4rss0GoW138ID02+xKjcHvENNsl+qnexAJkOK5Sg2lfNIzrBGqEkAQfarRww7f9w1uDYKkJr9mQ/cNvbS6TPp1rbNL5DAgnn8gXOpBDr5R0S6QwXB0bQh+jzItqPHenNBMevruZuq5X/B/Xt1I8d+LDbaTyu4YjsS6SMCM0pHXd0eKXqzv4TLzHJRmd1awPJ3h8pF3V4XyLfhyJlhiLyt4mIiIhEMZgWsLc4Empz1hp+zAazSRpwWRtsIMGwvb00TDod8uUIUmXkOZ2bWB/tK8QIZhZCqJg2/gBP0zKbRq3REFgAKH44a2OoANSpD99PX7YKQDKw8P291OqDGgOx5v4soqvPd7vFNpFwdnkOKdniNvv3+eUZpJNdLEmG6XswpA1WeQruLo22j1PbzvOVp4LvXgOsVH1oMcGXiH+biIiIhsNgupOGcWUuXfqIn/IjkopXfSQxRhAssZxN0jmAlcAs3U595POYpPPqz0Q5XfWp5+OIumSPQBpyX7IG03FwzDVy0gDTLeYR7gIUCbVDKQlw7SaQjAOj043Sxc3q5wdAcX5ur2FZFqzVCqvs5SYAkhCb1QrXwiexqS3qi32l6vWptlefPt8mW/xsNIKU3CFGjJsNMBo9om8MoP3YswyS1bLIJMjL9PL022k/rmGJ7EukzMvTdA3Wj12kzNDa/jYRERGRKAbTbWQNpp8+xqhYUDnGchVCtavBnayZcHaLSGkwHbP0eT4ft/zDKN0OVBtOaUOyZqJhLSph8c0mfUaylj1epvSZVF7I6ODiWXnA0z1C07yvGDebRHBfYrQrG4aqwj7a88nSGyZ79QvWCNH+GKl0Tuuh0elmwTpMA/BD5yeOEQRB5ZU+VmqLmyDYm/p5WNrHym0ha1cwpASb2kTu9vYS6fNibrcJJEna3ZyK79J/P2SkvE9fbdN07OEqH+3Mb3oVqcSy5mBh7Aev7Z5+O03HtdfHM83XsrimfRXn8HCZY9WnXf37Oe3LbfV5OJHvQ5Eyucf2+fqxN/1tIiIiIlEMphvsUn29Kc42FvR6GmEwg25tMV4UKa+LMbC+ySPuADdrlD73MErcxu0ougtMi/TZxfgOu808RDb/dmRnj5cppe+F7gpneZ28ERL3wOJZ1y5CGPDydN5DKYAH9hUv09GOkde9LxHB2kWSJMLzy3vTxlCxH2DuRpHbfrjGS6y6ytQFM+gWMB3o/LQKZpW28KaAq0/2Vgjv7Budfb6P0mJj2aJk9ZFyUcJ9tUXTsRcLUcVYztNnzef7WIy3mPdOq3767TQd18E+duBaFtW0r/piXk1ljlWfdvn3c/F4KM/uqM8jiHwfipTJPa7PC/5tIiIiIiGvXr9+fV9/s8ubN2/w9u3bynvv3r2r/JtOiQYnsgFL2fuBSx879o2X59Ta9NTqQ0RERDQMjkwTERERERER9cRgmoiIiIiIiKgnpnkTEVFNmprd/vCzEFav1dyJiIiIXhYG00REREREREQ9Mc2biIiIiIiIqCcG00QPIJs+Ir941i8REREREX1cmOZdojkR7LZJgqEFhc92eZk0B9Ghxm9od1kzcXV+h9my9H59Gw3/H3WTTR+eIdXfPvjcXSIiIiKiD4HB9CGyCd8bYaNPwN/vHwHNQfoo3GEWVNKcCDaeUzAtw/Q9jDYnFLBqDiJbgstrkIiIiIhOENO8iXqRIcv5q/4ZERERERF9LBhM9ybD9CNEjtb4vm/K2WNlIjimBsePEEURosiHY+5HX7Jmwu8og3yObtS0X3pKmuPB87LX4uFzpjvbXdbg+FmbRxEi34GplcuI9EOR7aR9NYo8GBIgGV5Rtrbt9jqn2/F9B36+HzP778hH/fAeR3RfMrTd++nLd7S9NpPLZXwHmukgihyUj7792ImIiIjoY8RgurcYy1UIqOPKj21oVzCkBJubIh9VNabYzhUoigJF30AyvCLIQZrG6tkGkpVeKbMXH9HJCGZpe+puUv9IXGe7yzAXNtRkBV3J+s98DYwvS31OpB+KbCfATFGgKDrcJJ2XrORlyynqnXXObK4xUSyEkgrjbI2JosNNJBhX9YID6NqXdokx1pjnx6Nb2Eg2vHKlNQeeIWGj5+dni6lRmzsveuxERERE9FFhMP0QwRohVIzLv8nHKhCuKnM7E3de/DteYu4mkEaX2ciYDHOqAqGFWZAVysqo0/0Rz3g5ga7rz2gO7nOkwi6NYuajkMMOQoq0+wXOJCDZ3mLXneIAy9myOp+7sx8KbqeTSJ1TyV0M4Bbb3b2GGHePuO/QpnNfwRKzZVA99soNiPS4mq7TgvixExEREdHHhcH0gwRYhyj9mNYwVoFwXQ1R0h/7hfguAaQzXACVQOdwmao4rm6PhhbCykcxd6+hF78SafcA6zDJUq59+E6amr0fuHX1Q9HtdBGp875Keen8AfsV17wvGabjV9K8qyu2Z8fVdJ3uPOzYiYiIiOjlYzD9QMG1i0Qa4VIGZHMKNXFx3W+4D0Btjurej316qbraPZhNoCg6LGuDDSQYtldNT87LdfRD0e2I6KrzaUlXJzekDVZ5CreiQLHCekEhz+vYiYiIiOgpMJh+qPgGm0TC6FLD5UhCsrkp0kkz0nl1LE4+l4Bki3SMK01PDa36SKgCpenxTLIG03FQWTuKnqE+7R4jCJZYzibpHO36/GiI9UOh7bTqU+dTkY4oh6sl8uxs5NfgTnpcjdfpznM8diIiIiJ6CgymHyxdAEoy7L2Fx3KSsSjm28omFkY52En/f9WuBsiyZsIx90Md7cqGoaqwj7GQE/UW32zSEWEte0xW7fPbbRa01j8QancNpmOWPpdxOSrfiClr64f9tnOXoDSnv/pZd51PTRoEq+NiXrOsOVgY5UA5P3eLYoXz7Dqtl3lex05ERERET4HB9GMEa4TA3sJjudBd4WyRpYV6IySujkm5YDCDbm0xzstEERZjYH2zP94VrF0kSbI3L5s+kGwRqpGdPSarljodL+dwQwm2l7ZrZRX3znYPcLNG6XMPo8SFPlk2jDq39cN+2wmuXYQw4OWpzOVj6qzzcHaPgbNVABKMpnPYKcZybiGUiuNZjLeY19O8gxn0rB2jKEK0OMOqqcwTHTsRERERPR+vXr9+fV9/s8ubN2/w9u3bynvv3r2r/PvjoMGJbMBSUF1k+9D7RMfA/jYk2fThjTYHbzoQEREREYEj04/TtOAT0VNjP3yMWiq8rOGqMh2DiIiIiKgZg+mH0BxEUQTPANw5R6/oA2E/HECAm/UZprvpGFPAtTBvmrdBRERERFTCNG8iIiIiIiKinjgyTURERERERNQTg2kiIiIiIiKinhhM04PJpo/IL57jS0RERERE9LFgMN1Ihulkz7qNIkS+A3O33C/t3G0Qbu648BUdn+YgihxUn+ZNRERERPThMJjeo8GJPIywgq4oUBQF+gowppccga2JgyVmSz6PiYiIiIiIPj4MpmvyZ/bOZ8FuxDUOZtBXd7WST0iWd4G8rGnQNA3yB43sZchy/qp/Rifn5PoPEREREdHzx2C6QsblSEKyudlLXY6DIrgGANl04Odp4JEPxyxHJxqcKILvZ2V8B+auvI+0aFrGMTU4/qHtIE05X3hYmBpMP4JnTzGd2vC8asqrrJnw27Yja3D8jtR1kTIANMeD52WvRfOcaZHz42hdx56SzaxOzrGSfPP6tL3Xo86yWSoTwXe0vXMkcn5eav/p3Ff9/PgOtPN6CSIiIiKiD4vBdMUFziQguauH0lWy6cMzJGz0NA1c0TeQDA9+PSjYXGOiWAglFcbZGhNFh5tIMK6KMEY1ptjOO7YDQDKmOFvpUJQJJhMFin6NXYK15sCzDSQrvbKdIhCUYS5sqEmRuq7M18D4shRQiZRJBbMs/d1Nap+kRM+POh1jnR277gKqscgCxdPVWWfNQeQZQN4WioL5+hyXpZMoen5eZP/p3FfD+ZlvMTXU8laIiIiIiD44BtNl8jmk+nt7stFrd47lLg98ibmbQBpV51WnQfkttruYM8ZdLf4U2Q4AINngOigF+XH+3zLMqQqEFmb559l21Gk+apzdJNjeFqPrcYDlbFkEVEJlRPQ4P5tr7Kp8s0ECCWcXpQKZeDmBrutQZv1qcgztdW5oi2xueTG1vMf5eXH9R2Rfh88PEREREdEpYTBdFt+h+yd78+h1fJcA0hkaYkEAaZCxI53vgh3R7TSlnqeKIKasup0A6zCBZHiIIh++k6bfVgMukTIixM9PpUzHuY93wd+H1V7n9NjDdVvQL35+yl5G/xHZV8v5ISIiIiI6IQymK9JRQOm8fwj5oaVBTDFPN7KrabHBbAJF0WFZG2wgwbA9eLU5yCJl6GV6yv7TtS8iIiIioueAwXRFjJtNc5qsrOWLSDUH3PK5BCRbVMfcuj1+O2l9QiubX1p5zWop2jGCYInlbJLOd1bHe/Ohxcq0Gfb8AABkDabjoGEtq+MRSvmvS49dHbedsWHPz+O385T9R2RfLeeHiIiIiOiEMJiuiZcrhJKBRWkFZllz4E3z5YSzgLu88JRsYmE0rwLe5fHbibFchVDtarApayYcMw9jNJiOWfo8nZdaDbpEylTFNxsk0giXWvaYrPTdQc8PAGhXNgxVhV1aeGtYWRBcmrerXY0eEEynbQHVhlNqDFkzsWuKgc/P47fzlP1HZF9pmabjIiIiIiI6JQym9wSYKTo2mMLL0lC9KeCuigAlXqajbiMvS1P1RkhcHZPdikniQneFs8UjtxPMoFtbjPPtRBEWY2B9k48rBrhZo/S5h1HiQp8sS0GXSJmabGGokZ09JitL6R3y/ABAsHaRJEnHXOTHiLGcuwhhpG3uX+H8eoWwXkxEMIOiu8C0SGVejO+wa4qBz8+z6z+d+8rKlM/P4gwr90GtQURERER0NK9ev359X3+zy5s3b/D27dvKe+/evav8m7pocCIbsBScwCLV9Oyw/xARERERfUgcmSYiIiIiIiLqicE0ERERERERUU9M8yYiIiIiIiLqiSPTRERERERERD0xmCYiIiIiIiLqicE0ERERERERUU8MpstkE3727Nv05cMxNcj1cidHhub4pbr7cDT5GdT7tMiaU5xD34H52BOY9yff3G8LWYPjl/tZtYRs+qV+WJR7dJ0AQHMQRQ7Sp4KnRI59qDJERERERC8Bg+kGoaVAURQo+grbkQ2vKRgSIsP0I/hHjig0x4MtbbDS83pvINkersrREvBk9Uk95b4GIJtY2BI2lg5FUaCvAMN7TPAqw1wYkOpvA+kzoj0b0saCrihQlDnWuNrfV+Jmn+evCZZxrcwQRI59qDJERERERC8Eg+k2cYDlxEIoGQ2B6anQMFaBcLVEkAda8RIT3cW2VnIwcjHqLWsaNE2D/MwDJu3KgBSusMxOYhxcw00kjC4feGDaFYzEghXWPwA0x4aauJgvA2R7Q7CcHSdQFiBy7EOVISIiIiJ6KRhMdwqwDgF1XEmKhWaW0lmjCL5TTgfX4EQRosiDIQGS4RWpuk6f7QiQz5tHP+MllkH+jyHrI8NceFiYGkw/gmdPMZ3a8Lw8bVh0X9nW8nTmhs+ejoxzCUi2t6X3YtxsEkijy+L4NWc/1brpPWhwbAnu9a4BSrJ9bW6yQPoxRNoLkMtlfAfaeeVTgWMfqgwRERER0cvBYFrA7TYBpPNSUHWJMdaY5+m3uoWNZMPbBYQBZooCRdHhJkDipmmviqJAmZUCrM7tCIhvsEkA1Y7g+w5MTYO2F7kMXx/JmOJspUNRJphMFCj6NdItCe7rpFzgTAKSu7iYT7x3DgEEM+guYJRvHNgqEndeGVXWHBtS7b1Cvq+Lypxp39w/x5AMeLsgOJ0HXyHQXrLpwzMkbPIpAPMtpoZa2ojIsQ9VhoiIiIjo5WAw/RDBErNdim6WDr4KAXVcWdSp0yDbibGc6LDcEIAKw7Zhe9kIZL1olz71STa43uWVA4gbI8dO8XICXddPLNCWsBu8lc5wUfokXs7hJipsx4Tp21BDC5NqJA1bDbFqjqR31OkY63kxxx2GXZ1ffreBm809TucfJ1BtD5X7Gp3tJeNyJFWD/XiJuZvk/0eDw8deGKoMEREREdHzxWD6QWSYldWzI0R2ebRP1FDbSefcTiZZ4GW5SCQVdsOIcjvx+gyTppyKHxiIH0Uwqy70lWxRTlxOb15YCFUDhhTCqtwESEeqQ2uWjdIflmyuK3Pc5241HToOlru5x+m/Z7BCQJ2WF8Praq/SaHFJfHcgmO489gHLEBERERE9cwymBVykEUkWPMowfQ9GefVsRYHStNJUq6G2sy8OstHHcmp6p+PV5/TdIs3kFzxb2hhpyCqh8r9k76tTH76fvmw1Tdde+H5lVLke4ALdI7jpdIO8zFDtJXLsQ5UhIiIiIno5GEx3ylbLXudjjeloX2X1bADyeeMyYC2G2o4Gc5BnDw1Vn55kDabzoefXxrhLAOmsHMpmKdJ7I/D5PGm9Nn8awO01LMuCtVphlb3cBEASYrNa4foWuwXtGoPOjhHc9KZOXkakvZoD3GoZkWMfqgwRERER0cvBYLqNrKXzYhMXxcLMaYCijot0W1lzsDCags4swGhczbjPdtqdGV5lFWdZM7EwmoKYp6lPqm1fBe3KhqGqsD/ws8eCaxeJOoWZRfWydgVDSrC5KZ9BuTJPejd/On8OeRwjCILKK82o3uImCHbTyoN1CMm4Km4gyPX20mA6ZuUGg6w5mGaPQEvLiLRXjOUqhGQsitXGs32ViRz7UGWIiIiIiF4KBtMNVDubf+pNcbaxoE/yAAZpgDJPnz2dr7S8GG8xP5BeG1y7CFFalXmX69tvO4cFuLZcJNJ0tx3PHiFx9erCWHnpo9encHhfpTJrF0mSlEb+P5B4ibmVYGSnj/LypoCrl+b9AtAcrzZPOps/LRlY9MkOCGbQLWDq5f2s3l4BbtZnmC6KudDeFNhYOoop2oLtFcyguwlG+b4WZ1i5tTICxz5YGSIiIiKiF+LV69ev7+tvdnnz5g3evn1bee/du3eVfxMRERERERG9VByZJiIiIiIiIuqJwTQRERERERFRTwymiYiIiIiIiHpiME1ERERERETUE4NpIiIiIiIiop4YTH+EZNNHlD8bmYg+evxOICIiIuqPwXSZbMLPn4kcRYgiH46pPYMfmDI0xy/V3YejyYfrfbdBuLkrPTubZNMvtXtxHsuPjxYqI2tw/FI5P22LqrS9ijJOZRtFMQ2OX+6L+4VkzSna/cB2RMq02rsuHridF0ykbwiRNZj1vrHXfzrs2stB+cnuuzo2PO+98TuB7U5ERETUisF0g9BSoCgKFH2F7ciG9+ARGxmmH8E/8q9PzfFgSxus9LzeG0i2h6uG38wAEAdLzJZB/W1KXOhKdg4VBYoywbJ+x6G1jIYrz4aUbGDlbTFfAbZX6QOa48FWk10ZfbXFyKsHXhocz4a0sbL9zbHGVbWMbGJhS9hYerYdwKhvR6SMoN118cjtPNV18eRa+4YIGebVGFjPK+d5ZHtoin+7qRjv/j8ZlyOp+nFJ23fCcO1ORERE9LIwmG4TB1hOLISScTAw/fA0jFUgXC0R5D/c4yUmuottrSQgQ5bzV/0zGsLW1TGZldsiwLWbQBpdZjdk0vZK3OtdmThYYu4CRqmTaY4NNXExXwbZaGGMYDmrBGfalQEpXGGZbSgOruEmEkaXpcBdoMxDDLUdKouxnM12bQUAcTDDKgTUIioWFoZh8f/JlxghRJjUS/X7TmC7ExERERUYTHcKsN77MStDM0ups1EE3ymng2twoghR5MGQAMnwijTJyhBT13YEyOdoHG+Kl6gPNGmOB8/LXov6aHs6WiiSqiprJvyO9GN0pZW+SAGWgkORyV1DOek8axMZ5xKQbG5aUvGzMtvb0nsxbjblwF2kzENd4KzS8bL+s9fW5VFo0etCoI/tpdM/IB36pVuvEapjaADkyxGwWe/dYGv/TmhSb3ciIiKijxeDaQG326QU6ADQLjHGGvM8nVO3sJFseLuAIMBMUaAoOtwESNw0xVZRFCizUoTbuR0B8Q02CaDaEXzfgalpOBRTBLMsVdPdG55KR8Um5RRVBVYIINngphzRaQ4820Cyyo5J30AyHpqGemIkA94uOGua6yxYpiJNr60HxtJ52/+XBizJ3UVlzrRvlk9yXiYGNCedH7u3SZEyDyObY6hIsNl1jhjLdAi1Mk8X2hUMKS8nel109TEZ5sKGmqyKtOr5GhhfVvfdRXMabh4Vr959unff6CZrDmwVCNfNKdjtAqxDFWNNw+UI2NyUb6pkJVq/E/bttzsRERHRx4vB9ENk8wt3PyfjoDmQ6DLIdmIsJzosNwSgwrBt2F46Uie+jX2y6cNWQ1iTZSkIlGFOVSC0MNvlKC8xdxOo0/1RrXg5ga7r1UDpVN1t4GbzitO5oQnU+lxVkTI1muPBgIv5bsQ6zXSQjKtdYCtrJhaGBEhnuCj9v+p0jPU8v9GyAQy7ZZ6xhPPdf1a3UxApc5hqF4GmZ0gIrXl1TnCwRliZpwto6RyEHnOHRfpYdpNge1u9dmZL9Oppwaxy86j+6tVtH9A3Diot/OXZEkJL71eXkmAdQp1OMULtplgPne1ORERE9JFiMP0gMszK6tkRIlutFxIw1HbS+bSTbGRZt1wkkgr7Qb/ks5FBA3D1WS04KYKYsvguORicxfHz+NUdB8u9uapWiMpNApEyZc03JIBgpsMKpfSmRxRhMQZWbgIkW5TPbLIp5lXnAWVjenYwqy52VdsOIFimQ3khqnyRu2pwn02J2J2PbD5/r1FVkT4WYB0mWZq4D99JU7z3zssT6ts3WsVLTPKg3Go6zz0Ea4SSBLROGWjX3e5EREREHycG0wIu0lzZ7MeoDNP3YJRXz1YUKFZY/986DLWdfemCVrXUdFGyCd9WEVqHVyKuzHV98A2A05em9zffJMgdKiObPjwjgbV3QwLpzY/ZZNfmk9kSTRNRm+dV5/u6RTr7oK2FRco80IHgPrh2kUgjXMqAbE6hJi6u909Ap64+lp4/HZa1wQYSDNvrNz0CR0jzrjnUN/rIr+X6eRaXptZPDl3MfR1odyIiIqKPEYPpTvXRtXTkrLJ6NgD5fD8YajfUdjSYg40SaXA8A1JoHUgrTYOzykjV7tUQNMoaTGe4ebpPLb2J0j6C21QmDaSzkX2hGCZb4Xs3epilgjcFwbt9xUgHa8uhWn1+tkiZgcU32CQSRpfaA/fTp4/FCIIllrNJOue31/SIgdO8GzT1jZwssnQ2EREREZ00BtNtZA2mnz6iqBhdS3/sq+MifVPWnHTO654smGkcxemznXZnhldZBTyfg3sokIlvNunooZY9EgfIRsrTY9UPRhHpIlOqXQ2QZc2EU1kcK6Vd2TBUFfbpPlcso8F0zNoxOZhmjxxLz6FImXIgfXhkH5pZWpxKTh+DhRCr0v8QrMPKvGrI+20aXLtI1OluFWu5stiXeJkHkTVcNfaxtI9Iht2yn7brQqSP1dsie4bygcD1+Or1ae4bOc2J4Hne3grmzdvZb/djaP5OaHCw3YmIiIg+Pq9ev359X3+zy5s3b/D27dvKe+/evav8+1mSTfieUXrUVILQXeG6vEgY0h+UzsKGmhVMQhfz9Rk8G7Dqo2eyCWdh7MoitIoFufpsp4WsmbiajqBK+U4ShO4cs4PRHCCbDhaGmh5raEGZAU5kYz9hO9kLDNP9FceUhC5W19URdiANGv3pCMlq8uhRvmOTNQeLqYriFIZwV9eVebDdZbQD5xAAwlKbytCcBezsBB46f7LmYGFnbXSgTStlkhDuvPosatEyrfauCxy+NoDiPJT7el3bdSHQx5o+n8/2A9en0t03CpoTwVbT1czr6dcPuZb3ZO2VWPXR9WxqSdLcLnvfCdfnPdudiIiI6OPCYJqIBpYG09gL5oiIiIiIXg6meRPRoB6z8BgRERER0XPBYJqIhpGtju0ZgDv/cCnX///27i9Gduy+D/z3evIQj+UHa68gbQSLbnfPOiDkGb4YqxUMplaooGMYYQ0wwF2YL1RQNraRrAugBEQo2OYD7aDgBZQCKHnRQVyI+EIjAQQMGQtJI4W4xATJBfRSIwvEOupWmWMYke5o7QfLozxofPeB/1ks1mF1dfW/7wco4F7W6cND8rCbP54fD4mIiIiIDoFp3kREREREREQdcWSaiIiIiIiIqCMG00REREREREQdMZgmIiIiIiIi6ojBdJlswl8u4Wj1xT6Wvgm5uviaNDgN67oR6cRQ+ecgK6WNZA2m4xfHw3dgatXeJcsaHL9cxodTK0NERERERLeHwfRjEIygKAoURYEV1r+kw5JhnvWB+Tg/JvoM6Nle6caKhjPPhhQvYOlJGWU8A2wPvsmAmoiIiIjoLmAwTdSFLOcZCrKmQdM0yJ3i2wjT0QjToHhxVBSMMAsBtV9kDKxcHYPRFHmxKMC5G0Pqne45Q4KIiIiIiHbBYHonMjTTgV9KnfYdrRrkrKXprqfyJjQ4flaPD2enkUeB9giSy/X4DjTTwXLpoJwYXinT0mbZTLf/vqSVy2bpWDTtQxnmxMPE1GD6S3j2EMOhDc+r7p/t9WwTYDrlW5qJiIiIiO4yBtO70E7RxxzjNE1X0S0sJBteHjTKMCc21HgGPSszngP902rQBUAd9jEfp+m+LqAaE2yITTfb2h5BmgPPkLDIU4tXGBpqpYhs+tUy+gKS8QDSjzUHS88AZnqefj2eH+O0YRdKxhBHMx2KMsBgoEDRzxFkX3aoJyNrDmwVCOd5LQ1knPYkxIsLMMwmIiIiIrp9DKYbqHYxqrhcLuEZUrVAMMVoGhRBTRRgmuTppsHyCY4kIF5dVsuMpkXQlYoX53kqb3SxQAwJRye1QttsbY8IGeZQReyOkQ+KRlOM3bhS5rQnNZZpSj+OpgPoug5lVN/quybZdoQWRpX06ymmTU2PFzgvlUOU/btDPelkd8vlEp4tIbR0tO0mzfFgwMWYI9ZERERERHcCg+kGoZWOumYTRFUCSiRBk+NX0qqXdnkEN8A8jCEZHpZLH76TpHjXg00AiK/KQdkV6msSs609ItIbAOX2AIiuyi1qKSMdoekeQJQHmndZsl3tI8OFzaPDHeqJphhk/ctaQGqZXEw2fdhqCGsw3bBeIiIiIiI6NAbTnckwfQ+GtMAsS3VWFCi1abKD0QCKosOyFlhAgmF73dOuhYi1h+6uKNg8up+k1cew9NFaVgMREREREd0eBtOdpaOPs9JMywDk41oqOAAgQhBMMR0NktHtTmnXorq0p80lVjEgHdem3KrU01ImXuGyshTp+5QdNM67dqck21WeTXs3+6onkQTSgKuPKseWiIiIiIhuH4PpzrKAySy9IsnBpPJctQbTMUtBZPKscWPAeW0i7SlcJoUbAtwI01kIyZgUs47LZq2eCBeLOCmTrywp05T6rJ3ZMFQV9tl+gsubk2w7VBtOacfImgmzU9NF6qn3jeT7+j4sAulB8Xw6ERERERHdGQymO4swHVsIJQNe+nzypL/CuJJWHeBiDvQn2TPMHnqxC/1GnnkVaU8hmo7hhhJsL31tU/k53WAE3Y3Rs72k3ZMjzGr1RNNklL2X/vzS6yF2dQwaIr5g7iKOY7FniG9bMIKiu8Aw3fblEpP+FS66Nn1rPVnfKF6b5tn1fajhzJAASDCy/Zx/aq/hIiIiIiKiW/Hk6dOnL+sLt3n27BmeP39eWfbixYvK/+lhkE0fXm9xQzcCiIiIiIiI7ieOTFNJLQVZTkZIm1K4iYiIiIiIHjMG01QS4GJ+hGGWnu4NAdfiu42JiIiIiIhqmOZNRERERERE1BFHpomIiIiIiIg6YjBNRERERERE1BGDaSIiIiIiIqKOGEyXySb85RJO7UW+sulj6ZsovZF5DzQ4Deu6NZpTfZ/xnWnY3SJrDvxsH/kOyq/pTgvAdIp3SC99B2Y+PXq5WFs9Sd+ovl96/T3TsllaT/7x19okm6V1LX049QJERERERNQZg2lKBCMoigJFUWCF9S8JSG62TGwJC0uHoijQZ4DhlYNXGeZZH5iP832pz4Ce7VVvmmytJ8Ao/fnio8ONAYRzBKWqELvQK+UGKE++Lps+PANY6On3+gKSUWsPERERERF1xmD6AZDl5pHGTctpN9qZASmcYRok0WoUnMONJfROs/0cYToa5d8nZUaYhYDaL6LX7fU0kE/Rk2K455VQegsZpz0JCOdFgB1N19pDRERERETdMZjeiQytkjq7hO9o1TRwWYPjb0/3BTQ4/nVScDWceQ0jjZoDzzvLU4KF2rxVU2p60zJA1kz4AtuVpyrXKzi4bftHxrEExKvL0s9EuFjEkHqnHfbjbvVoZwakeIGLG3rlt+jxIiIiIiKiBIPpXWin6GOOcZZaq1tYSDa8PCCUYU5sqPGsSMEdz4H+aSm4TajDPubjNCXYBVRjsvbMa7sA84aRRq2vVlOCt7Z5jzQHnm0gniVpzPcitXjr/jnBkQTEV1H6fLmDxnsjNbLmwFaBcJ4diV3q0dBXgXhxgbVYWjLg5TdsfDiVyiJMk2HovE/JmomhWhvhvo/Hi4iIiIjoljGYbqDaxejkcrmEZ0jVAsEUo2lQBDZRkActSfyRBkyry2qZ0bT6vCuAeHGOLCs4ulgghoSjk1qhLYIkmi4F6knwVQRwIm3eFxnmUAVCC6N8w6YYuzHU4fokbtF0AF3XoYzqe+bAOu8fCcf5P49QOWTpRHbL5RKeLSG0dGzevJZ6UrI5hIoQs/LD0ABwtYCbPnedPHsdQ60/nx2MoLtAz8va00NsjUvPVXc7XkRERERElGAw3SC0qpM/6W5cKyHDdPxKSvDSVkvfB5iHMSTDw3Lpw3eSFO+mwCS+KgVI0RXqaxISzBFCRT44rfWhIkQ5lt7e5n0pbiSURVfxxmAxitbGW29Bh/0TjKoTfcUrVLY2mmKQ9R1rAcn24DelG2yrB0D5ued6PB4F07Xns60QlSBYc3x4vRVm+QRkM6DSnu7Hi4iIiIiIGEzvQIbpezCkRRGgKAqU2hTYwWgARdFhWQssIMGwvZtJqQaKVO80iFpL8RZs8z4lNxIEAtM7QWT/XGIVA9JxQ1DcIgqSUd7ieeiO9cinSGLpeijd7HJVDoI19FUJ4WyaZz8gCnBeaU/ifh0vIiIiIqLbx2C6s2QkrxKgAJCPa6ngAIAIQTDFdDRIRrc3pgxfX3DuIpZ6OJUbUrw7tbkj+RjVWpJgsT66n3xGa6OryXuZRZ4bvkki+ydCMlhbHqtNRo0bn2XeqFs9ycRjLkQn8T5JhpkbRrhr8oC74/EiIiIiIiKAwfQukuBD7ReptLLmYFJ5rlqD6ZilADFN1RUJcnYVXWARS+hNkudrqwOZIm0uXCaFGwLctJ48jViGdtarBdPJpFeqXQ2QZc2EY67fStDObBiqCvts/bvDEds/wbmLWB3ms7LL2hkMKcYin2K7ftyT7Z4Y1UB5ez2ZlonHGtflYKgmNwWS8kXGQl5O1nBmlNPGux0vIiIiIiJKMJjuLMJ0bCEszaI86a8wrqQEB7iYA/1JljbroRe70AdZkHMT0tcrSRJi97w2oijS5kI0HcMNJdjppFXF87URpmMXIdJ6/DMcn8+wVkswgm6tStu/xKQPzC/WxzmDuYs4joXTmG+G4P6JphhbMXp2khLtDQFXLz3znB/34pVont1D7OoYlCcP21pPIpl4rCnIRrquIwxL+9gbAovaZGfBSIcV9/JjufSGkEILerWQ8PEiIiIiIqLEk6dPn76sL9zm2bNneP78eWXZixcvKv8nIiIiIiIieqg4Mk1ERERERETUEYNpIiIiIiIioo4YTBMRERERERF1xGCaiIiIiIiIqCMG00REREREREQdMZgmIiIiIiIi6ojBdJlswl8u4Wj1xT6Wvonsbcv7ocFpWNeN0Jz8/cHL5RLLg6z0obmJ46XB8Zc30LeIiIiIiOimMZh+DIIRFEWBoiiwwvqXdDtkmL4NVaovJyIiIiKi+4DBNNEt0BwPhhTCdeP6V0REREREdA8wmN6JDM104JdSp31Hq6bqyhoc3y9Sq30HptaUzJum+i6XWC59OGZTmW0E2iNILtfjO9BMB8ulg3J2c6VMS5tlM93+/eZG34y9HS+xY3G5CuHqI1zUlhMRERER0f3AYHoX2in6mGOcpk4ruoWFZMPLg0YZ5sSGGs+gZ2XGc6B/WglKAUAd9jEfJ2V0F1CNCdbis222tkeQ5sAzJCz0rM0rDA21UkQ2/WoZfQHJ8OB3bvRdssfjJXgsoukI06iyiIiIiIiI7hEG0w1UuxhVXC6X8Izag63BFKNpgDwWigJMZyGg9tPg6wRHEhCvLqtlRlME2f9T8eIcQVooulgghoSjk1qhbba2R4QMc6gidsdFkBdNMa6kIcs47UmNZaTe6droazQdQNd1KKP6Vt81ezxeezkWRERERER01zGYbhBa6ahi+tHXnmuVYTp+JZV3aZdHcAPMwxiS4WG59OE7ScpwPdgEgPiqNDwZXaG+JjHb2iMiDSjL7QEQXZVb1FJGOkLTPYAoug/Dr/s8Xvs4FkREREREdNcxmO5Mhul7MKQFZlmqs6JAqU2THYwGUBQdlrXAAhIM21tL9d0PsfZQu/0cLx4LIiIiIqLHgsF0Z8nobDib5um+ACAfN73jKEIQTDEdDZLR7RtJ9e3SnjaXWMWAdFwdj63W01ImXuGyshSArMF0HDTO43UnXfd47etYEBERERHRXcdgurMkoFT7Zp4GLGsOJpXnqjWYjlkKIpNnjRsDzmsTaU/hMincEOBGmM5CSMakmMVaNmv1RLhYxEmZfGVJmXhxUTwnnNLObBiqCvusW0h6ePs6Xl2OhQxZlvPU+BNZhrx2TIiIiIiI6K5iMN1ZhOnYQigZ8NJnYif9FcaVVN4AF3OgP8mem/XQi13og+lawHl9Iu0pRNMx3FCC7aWvbSpPRR2MoLsxeraXtHtyhFmtnmiajNr20p9fej3Ero5Bw9TUwdxFHMcI5/VpvO6afR0v8WOhOR48z4NtSIBkwPY8eF71FWRERERERHR3PXn69OnL+sJtnj17hufPn1eWvXjxovJ/ehhk04fXW+wQWBIRERERET1cHJmmklq6s6zhbEMKNxERERER0WPGYJpKAlzMjzDM0p29IeBaGDekcBMRERERET1mTPMmIiIiIiIi6ogj00REREREREQdMZgmIiIiIiIi6ojBNBEREREREVFHDKbLZBP+cgmn9rJf2fSx9E2U3si8BxqchnXdGs1J37Gcfu5Mw+6K5HhV9lH+aXo/tAbHXzb2G9n0G+rwUX7lNwDImgM/+9531r4HANkslVn6cOqFZA2mU1qf78DMp2vv4ND1yOn+27RdIg64LlnW4PjldflwmtaV0irtWu8jFZpT6mMivzdEynTYP63E1rW9z4udX133cyeV/ZzYen5tJbZ/GjW0J5f+rVrvO3KtbzX/3uhiU18VORYiZYiIiO4zBtOUCEZQFAWKosAK618SEGCU7p/io8ONAYRzBJWyMkzfhipVFlbFLvRKXQNUJk2XTUxsCQtLh6Io0GeA4VUDbtn04RnAQk/r0BeQDK904S7DPOsD83G+Hn0G9OxyGRGHrkeD49mQFla6j8aY46xjUHDIdWk482xI8QJWdizGM8D24DdVpDmwVcDNyt7KO9xF988etfZ5kfOr436+pu3n122RYU4MNP160RwPthrn+0efrdCr/d7oZGNfFTkWImWIiIjuNwbTD4AsN1+YbFpOeyKfoifFcM+robTmeDCkEK4bV5Z3oZ0ZkMIZpkFy6RoF53BjCb3TfFwIpz0JCOdFQBJNMQsBtZ9d7UeYjkZ5HQAQBaNaGRGHrUdzbKixi/E0SC/cIwTTUfVmw1aHXBewcnUMRlPkq4sCnLsxpN7phlHnGFcd17FfYvvnVjWcX933865Ezq9bop3BiK2Gm54a+ioQu+f5/omCKcYuYJxdp83NfVXkWIiUISIius8YTO9EhlZJ/1vCd7TqxcFaetumFMrrpphqOPMaRks0B553VkoRFGjzVk0pi03LAFkz4QtsV57+Wa/gNshm6Vhs3z/amQEpXuCidqF5uQrh6iNcVBd3IONYAuLVZWlZhIvFTV2E7qNvpDruw3Xpti8utozW7qPNouvatl0BpgLRd97XbRWACjv/3VBN1a2kFvsOtOPSl5ljgd8bImUECJ3Le1pX2fr5JbafgW3HKysisJ+3EuyHAvtHrD0aHFtau4FXFjdFvtJxqU3b27y9r4ocC5EyKYHjRUREdBcxmN6Fdoo+5hhn6Yi6hYVkw8sDQhnmxIYaz4q0xvEc6J+uPf+mDvuYj9OUPBdQjUnHlLwA84bREq2vVtOPt7Z5jzQHnm0gniUpyncnPbKF5mDpGUDWZkXBeH6M041tTkeBGgKxSGRkUzLg5Reo9ecIT3AkpRfF2XOTa30iwjQZJsv7i6yZGKrrI+Vlcpq2Gc5LZXboG831dN2HTfVk235SCT58s1bJXtosuq7u25WNbJb7RzQdJD9vhQBCWFnbS2neSWqxVKQWj1cYGmqp3oRqDLFKf29k51c9dVakTNn6/hE/l4XW1drn6zafX1Xr+1nkeG3fz4Lnl2A/3LZ/trcnoTk2JHfc+vtFOm7br2JtFumr6xqOxZqGMgLHi4iI6K5iMN1AtYs75MvlEp5RezotmGKUp4UmqWvZhVfy9z+9SF9dVsuMprVna4F4UUrJu1gghoSjk1qhLYIkmi4F6smFaOWieGub90WGOVSB0MIo37Apxm4MdVifLCe5aNN1HcqovmcOqaHNaYrkdEOzZHMIFSFmbVe1m1wt4KbPQiuKAn0WQ219VlVCPkglHSHvHsEIugv0vLSf2j3EVsOFdjZZ0XIJz5YQWjoqu1u0b7TW02EfttaTKN9kUvQFYNjV4GwvbU60r6vDdpVojgcDLsZrB6NNGmiUg6X03KlrKlPPWhAp075/GrZ9w7m8dV0d+7zo+bW+nxvavHa8BPezyPkl2A+b1lXsH8H2aA5stW2fJDdWJeMsv/kmayYmhlT7vSHW5q7Wj8W69TIix4uIiOjuYjDdILTSC+vswq9+UQMZpuNX0uSSdLhMgHkYQzK8ZKTLSVK864Ek6il50RXqaxISzBFCRT44rfWhIkQ5lt7e5n0pbiSURVdx9YKu/F20+eLrMJI2V24+tCqepxT9ibLkQrF84TiCFWItQAGSC/rKRE3xCtme1RwfXm+FWT5B0obJfaIpBllfthaQ1soI9o3Wejrsw9Z6EuWbTOvBB/bU5kT7ujpsV0o2fdhqCKt1FK9JKSOhJLpa/63QWKZ2fomUad8/4ufytnV16vOC51fzfhY5XmL7Wez8EuuHjevK949IezQ4torQGrXuk2Ckwwol2OkNgEkfmLlx5feGaJu7aD4WVc1lRI4XERHR3cVgujMZpu/BkBbFRZaSpcMVgtEAiqLDshZYQIJhe2upf/uTpnqnF6ZrKd6Cbd6n5EbC/i7W7hT5FMm1/v4uAC9X5YvrS6zibemaGvqqhHDWbXKfZEKi6qjYLn1jvZ7dbKqnHlgA5VH5/ba5fV3dJOm6MSy9Pei5izbtn5s6l6t9vkTg/Lr5/Sxyfu3WD3ei9aECUIc+fD/52GqSOj/x/dIIf5T+7UnaMhhNgaNyZtX+2yxyLETKEBER3UcMpjtL76SXL7IAyMdNLyqJEARTTEeDZHT7mml0bYJzF7HUw6nckOLdqc0dyce1V7QkgWB9dD/5NFxIyRpMp+mZ4ENK2lx/7nyTZGIkFy2PJnd2kgwBpqNHEZKBq3KY0fCs4SZNAcpG++ob3fbhZmmqatONhHz/7KvNIusS367sVUquPqq0S1zzTZSm7WosUxl9FCvTTvxc3mVd1T5f2HZ+te9nkeMlvp8b1UaURfph47pqfayxTObyHJZlwZrNMEs/bgwgDrGYzXBe34m5+rPn4m0W0X4sEu1lRI4XERHR3cVgurPsj3+RnihrTvJcWk6D6ZilADFNW2y4cNyb6AKLWEJvkjxrWB3UEWlz4TIp3BDgpvXkqZkytLNeLZhOJu5R7WqALGsmnPrETgC0MxuGqsK+1qtbriubbMiuTIokaybWm1y/OG0iQ5blPKA9kWUUbymr943kWAzV5AI3qzM4dxGrw3wGeFk7gyHFWORTGxfZCHldsoYzo5we27Su5BnKov0ifUOkHpF9KFJPMgdA+blPyPUy+2qzyLpEtqscMNTeF95Jsi6pPAlh2p66pjLl/rO9jMj+ET+Xu69rvc8n2s+v7ftZ5HiJ7GeR80ukHyaa1lVsu0B7oghBEFQ+SRb4ChdBgPxJGc0sbbecvPqt8uy5eJu32X4sRMqIHC8iIqK7i8F0ZxGmYwthaWbaSX+FcSVNLsDFHOhPstRID73Yhd7yPNn1pa9OkqTkPaO177a3uRBNx3BLz90VzwhGmI5dhEjr8c9wfD7DWi3BCLq1Km1/8uze/GJ9qCmYu4jjuDWl8yCCERTdBYZFSuukf4V6k5OJkcpB7TrN8eB5HmxDAiQDtufB85w0KyHAxfwIw9K+8YbAoj4xVjTF2IrRs5P2eMP1C9JgpMOKe/lxWnpDSKEFPa8o64fFK9o8u4fY1TEoZjoS6Bsi9YjsQ/F6dAsY5ttVL7PfNrevS2S70iALEoysnvyTHXdBwQi6G+eTXi0nR5i5a2cYQneGo6wPpW2uT6zWXqbL/tl+Lm9fl0Cf33p+Ce7nrcdLbD9vP79E+mGiff+ItUdIcIF5f5Jut4ch3FpqtXib24kcC5EygseLiIjojnry9OnTl/WF2zx79gzPnz+vLHvx4kXl/0REREREREQPFUemiYiIiIiIiDpiME1ERERERETUEYNpIiIiIiIioo4YTBMRERERERF1xGCaiIiIiIiIqCMG09ckmz6WfvHOzpt0yHXR/cK+QURERER0WA8kmNbgVN6HXPrGqb3Tct+uFggXV63vj9ac4l2u1wp4BNZ1o2QT/nIJp7YzbyaQS45pfV27kM3S/i99mvrLvXXbfeOxkzWYlfPcgalV+5csa3D8chkfTq3M4ezv/CpocPxr/o4T8HLwFj545wv40TtfwI/+7Vt4WV6Z3MMH73wBHwxKywC8/NKv4Ufv/Fq1LBEREdE1PZBgOsA8BKTeae0iTsaxBCCcI6gs358omGI0baldc2CrgKsrUBQFymC6c8CzdV3UKJoOkn1vhQDi/FgMprscCRmmf/cC8fa+cTfb/HDIMM/6wHyc9DNFgT4DerZXClY1nHk2pHgBK/tdMJ4BtvdAjosM07ehSvXlezZ4Cx/YH8aP/crv4m+98bt45feBD/6gPUh++blfwwcq8Mqv/Es82eWUJyIiItrggQTTQDAPAekIJ+WF8il6EhDONwUZG8hyHpTLmgZN0yCvXazJkOXsU/+uLsbVtS7iuqyLHoy990NqJLSf20SYjkaYBsVJHgUjzEJA7RdDvytXx2A0RV4sCnDuxg03Ae8fzfFgSCFcN65/tUcfxctfPcETN8iD4if+f8Yr734Yf/MPPlovDGSBtMFAmoiIiG7GgwmmcblCDBWla1fg5AgSQpRjaVkz4ftZqq8PZ21USIY58TAxNZj+Ep49xHBow/OqqeKa48Hz0s9kPa0xTy22VQAq7LU072S0cLmWZ7k+iti+rixdM02x3LhdgGw68EtpqJrp3FAKvAytvK7lEr6jVdu9lvK6nhab2L5d1yeyD5Myy6UHQwIkwyvaXjuG2/uYyLHYRz8UabN4P7yXZLN0TBv6oeB+3l7PNgGmHTIhrv3oxN7OL4FzGcDlKoSrj3BRW153ve36CP7mEwCuvlda9j3gT4GXRx8pLUskgfSH8cRiIE1EREQ34+EE09EFFnF1JEjrq0C8wmW+wIFnG4hnepJmqS8gGeVUzIJkDHE006EoAwwGChT9vJIqHozSdM4NIzHV1OIQVpr+WaR5R5gmQ1fVi3btDIYUY3FRXP1tWxcAqMM+5uOsHKAaE1RjQQeeIWGRp5iuMDTUUoE90k7RxxzjbJt1CwvJhlcO4CY21HgGPSszngP907XAfut27VH7ugKMFAWKosONgdhN+5CiQBmVeoZIH+twLK7XD0XaLN4P7x3NwdIzgOxYKArG82Oc1jvZtv3coZ6MnD7e0Z4VI+O0JyFeXOz86EezPZ5fW8/lRDQdocO9gt3IT+tLEqu/AH7mKV6Wl/XfSgJp9yt4xS9/QURERLQ/DyeYRoSLRQxIx/nI77GE0oWqDHOoAqGFUZZnGU0xdmOow4aRkniB81LaJqIbuFIM5ghro+laXwXCWecL03hxnqePRhcLxJBwlOe8J9seu+Oi3nTbd6HaxSjVcrmEZ9QelEyf3803IQpqAdsJjiQgXl1Wy4yma8+2t2/Xfl1/XSJ9rOOxuGf98O5oOBZIni1vfLR8437uUE86Qd9yuYRnSwgtHeX7LHWa48GAi/Hed/Iez6+t5/Ld9FI9wZN3gZfGL1aDbCIiIqI9ekDBdHoxKPVwKiN9Xro8slZcYFZ+5ipef9Ya5SD8JiUTpxWBlob+1tGsZnH5oezoCtXQLN322oPb0dWGAG6L0EpHqdLP+qioDNPxK6mhSbp7JsA8jNO0Yx++k6Sgrt3Q2Lpd+3X9dYn0sW7H4r71w7sj2c+i27B5P3eoJ5pikJ0T1gJSy+RisunDVkNYeaZKmm5fvkElGfDyc6jL4xj7PL+2ncvb7HO7xD1xv4JX/uHX8AQn+OBLn6x/TURERLQXDyqYTi4Gk5EV+bQHKV6gnqVaeW6084Xh/gXnbn4DQDaHUGMX5wLX7XeXDNP3YEgLzLI0ZiVLdy8EowEURYdlLbCABMP21lJH76u71sdEPLx+eLuiIMk2aJpcTDZ9eEYMSx+VRoojTAe1G1SxW6RpK+Wy2+3n/BI7l9vtcbui79eXJI4+DPzp9/GkvOzqewC+hVesS0D95bVXZRERERHtw8MKprMRtr6Gk2T4rzTadIlVvD6q2vmCbt+iCyxiCb1T7Yaen0S+7dJx9bJePr6J99ikI3mz0qzFG9cVIQimmI4GyUX2HU8d3U6kjx3yWHSw534oC0yHva8yzZL9XJ5DYTf7qieRBNKAq48q58fNuO751eVcPoT38GPvAjguz9z9UeBngCer90rLSvyv4pUQeGm/xXRvIiIi2rsHFkxnr8gaYriWpppMtKTaDsqT2sqaCcfsdolZlqeWa+nrieoFtkraJRn21gmfdl9Xto5JMaOvbGJSf9Z5L7Lgo3gOXdac2ro0mI5ZOg7JREyVyeLurAhXcdM7zZPvtvexmzkW7X2jrc0Z8X64jeYs4XlewwzhhX2V2SybWM2GUzoYsmai2+kuUk+9PyffT4zqTYkikB7c8LPo9fbsen6JnMuZpN9lj8uc3Mir2r6HJ79/iZeGlr9X+uXgF/HBJ/4CP/bvyzN8Vz35daZ7ExER0c14cME0gjlCSVp7JVby3Qi6tUJ/UqTgTvrA/KJesIN08qienb6eaJcL/2COENg+4dN11hWMoKc/u1wusZwcYdYpXVNUhOnYQlh6LnLSX2FcWVeAizlKx8FDL3ah58+P7lf1NWUSDC9Z76bnWbcJzl2EKD33WT4OIn3sJo7Flr7R2ua8kGA/FFR/drzJvso0CkZQdBcYFmn3k/4VOp/uW+vJ+nPxKirP7iF2dQzyHanhzJAq/a/4rD83HE0HpZn/u9rX+SVyLieyV7TZ6TPRtuetv17s2tuVjjS7f4G/+YMv4EfvfAEf/KrIO6SZ7k1EREQ348nTp087Z789e/YMz58/ryx78eJF5f/UhQZnaQOW0jr7777Jpg+vt9jhIpv27W4ci9vph0RERERE99HDG5m+hw4z4VMt9VNORsqu+2ws7eJuHovD9EMiIiIiooeBwfRt0pwkJdQA3PFNj0gGuJgfYZilfnpDwLVu4B23tN0dOxYH7YdERERERA8D07yJiIiIiIiIOuLINBEREREREVFHDKaJiIiIiIiIOmIwTTuTTR9Lv3gHLRERERER0WPxMIJp2YS/XKL+6lwGezfsaoFwcXV7E1ZtOO6a42O59LHja6RvVjrZV/6pN76D/P3Ztc+u789+9NL+1Po7o6WMrDnJd8sllr7T2P/uYxkiIiIiavYwgmm6FVEwxWh6t96jJJs+bBVw9QFua3LsVsEIiqJAURRYYf3LbqLpIKnLCgHEcPWk3sGd3PCuZJj+IW8MyDAnBqT64oqWMrKJiS1hYelQFAX6DDC82g2d+1iGiIiIiDZiMH0fyHI+CiZrGjRNg3yrF7wyZDn71L+7PbLpJ6932jWQvnP7mQ5GO4MRW+03OFrKaGcGpHCGaZB0vCg4hxtL6J0WHeg+liEiIiKizR5RMK3BWS7haBocP0uJ9eE0DcPIZqnMEr6jrad0mqX0yLV6knX5flrGd2Dm5bORn7Q95rb2yDAnHiamBtNfwrOHGA5teJ6DcoKwrJnw2+qRNTh+KS3Yd2BqO5QBoDkePC/9TOrpruL7ubIPfQea6WC5rG6XqCSQlhBazYH01v2zdT932K6t6zoUkX4IADK0Sn8W6PMbjtf1tz1p83LpwZAAyfCK/lhLiW8/B7vQ4NgS3PO2LIu2MjKOJSBeXZaWRbhYxJB6p+l+vI9liIiIiKjNIwqmE+qwj/k4SYfVXUA1JtW0Rs3B0jOAWZL6qCgKxvNjnJau47PAbZGm1Sr6ApLhraekLs4xUCyEkgrjaI6BosONJRhnRWWqMcQqbc/GegBIxhBHMx2KMsBgoEDRz5Ff1msOPNtAnLU5raeIPWSYExtqPIOebpMyngP901IgJFImEYyy/RfXvimI7OfKPhyvMDTUUoEO+kldsatj1BTrbN0/hdb9LLpdgus6mG39UDtFH3OMs+OuW1hINrxyo0WO1162PcBIUaAoOtwYiN3iPFRKB1f4HBSgOTYkd9x4EybTXuYERxIQX0XpM/EO1u9B3ccyRERERNTm0QXT8eIcaVYjoosFYkg4Osm+lWEOVSC0MMoKpc8GF48GyzjtSYjLF9bRFGN3fUQnvooAXGKVx5wRrmrxp0g9AIB4gfNSmxBl/25oc1qPOsxGjdML59VlMVlYFGA6mpYCRZEy4kT2c9O270JVVcQxIBlna4G/2P4p2bifEyLbJbyuA9naD9Nn3yvHfRYCaj/dnyLH65DbLn4ObqU5sNUQs+YoOSFSpkLCcf7PI+Tdo+I+liEiIiKisscXTF+VA6UrVMO3JKAM523hY2lEpyS6ilsvQivplNJxfsEvWk+8uNgwa3YRBJdV6wkwD+M0ZdaH7yTp29WgQ6SMOJH93LjtO4hdHYOBhRAq7LVhUJH9U9i8nxNC2yW4rtvQ3A9lmI5fSfNe2uVRZ5Hjdchtb2lPp3VpcGwVoTVquWEkUqYkGEFRSo8axCtU98g9LUNEREREax5dMP1QVZ4tXQuGgGA0gKLosKwFFpBg2F41jVewzF2UBFUBRlYIqHZjWvG2/bNPh1zX9ckwfQ+GtMAsS5lWshnCu7tX2671oQJQhz58P/nYKgDJwMT3k34kUiYd9ZeO22493ccyRERERNTmYQTTayOEu0ouMNV+QzSWa74IlZPZfDqP6Fy/nqQ9oVUKhPJPfTQtQhBMMR0Nkued8zTermWuq2UfXkcwQhJPlyfF6rJ/ruuQ69qXNBtjNs3T17F2LESO1yG3vaU9Xc6dy3NYlgVrNsMs/bgxgDjEYjbD+aVgmTRtXiry/YtU9DzT4T6WISIiIqI2DyOYRoB5iOqzmbKGM6PrhWGUPitqwynNxiNrJsw8OktnvC1PPCWbmHReV+L69SRtVu3qBEKyZsLJG63BdMzS98lFczXwEClTFV0sEEs9nGrpa7LqBTZK2iwZk2K28HTbrysY1dO9RfbPvnRb12Vy5+aWJ37KbiAV546sObVjIXK8um37dmmw1/gM9J7OwShCEASVT5K5vsJFECSPy4uUARCcu4jVYb5/ZO0MhhRjcVG05j6WISIiIqLNHkgwDQQjHVbcg5ell3pDwNUxEJ40KBWMoOguMCzSVSf9K1yUhtaiaTJq2/OydfWS53a7rgtA6M5wNLlmPcEIurVCP6tnucSkD8zzRge4mKP0vYde7EIfTEuBh0iZmnTSp56dviarKb96k2CU7EM73c+TI8x2TC2uakj33rp/9qjDuqLpGG4owU77UdeZqGUzfY1ZkncMY6d6IkzHFkLJyM+dSX+Fcf1YiByvDtsuIjh3EaJoV/nVWPs8B/cimmJsFfsn+fVTe03bfSxDRERERBs9efr06cv6wm2ePXuG58+fV5a9ePGi8n/aRoOztAFLaX6d0yMkmz683qI9gKc7g8eLiIiIiB6zBzMyTfdNLa18p7R8OhweLyIiIiKiMgbTdEsCXMyPMMxT3IeAa2HMHNM7iseLiIiIiKiMad5EREREREREHXFkmoiIiIiIiKgjBtNEREREREREHTGYPoBXP/uH+NTvfR6v1r94BGTTx9Ivvf+biIiIiIjoAXgwwfSrn/1DfOrtL+Np/YtD+cyXN6//3T/CX37jCu/Xlx+KbMLP3tW7XGK59OGY2mEC3KsFwsXVrc34rDnl7W74dHk39gMma07RR3wHTa+qfpxlNDjLZfHO8p0l9az1v+USy6WDrtW3t/nwZe48zXkQ+/nulLmb54U4DY6/3HKjd3MZWdbg+H7RVt+Hk7/q4H57OXgLH7zzBfzonS/gR//2Lbwsb5bcwwfvfAEfDErLALz80q/hR+/8WrUsEdEj8WCC6bvs/f/4RfzJV96uLz640FKgKAoUfYZVz4bXcJGwb1EwxWh6ey/SDkbpNisKFN1FjBiuXlp2p1/yLcP0l/CbrnT3STYxsSUsLB2KokCfAYbnVy+eH3OZvQgwyvpc/tHhxgDCOTr1QpE2H7LMQyWy7Y+5zF7s8bwQJsP0bahSfXlZWxkNZ54NKV7Ayv6WjGeA7d387+qbNngLH9gfxo/9yu/ib73xu3jl94EP/qA9SH75uV/DByrwyq/8Szy5rbvmRES3iMH0jZLx6nH2qX93i6IA04GFUDJw1vHWvyw3/1VdXy5DlrNP7au7SpbzmwuypkHTtPvT9mvQzgxI4QzTILkSioJzuLGE3mmx8Y+5zI2RT9GTYrjn3UIGkTYfssxDJbLtj7nMjdnxvBClOR4MKYTrxvWvctvKrFwdg9EU6e4BogDnbgypd3rjN6hvzkfx8ldP8MQN8qD4if+f8cq7H8bf/IOP1gsDWSBtMJAmosft0QXTr372y3jj7T/Gp97+Y3zq7T/Ez322/qdPxtNKmT/GG7/x5trzzpV6fu/LePqJWgEAT3/jX+P1L6afz9WfmX4TP/f2H+PnPvMmfu732trTsK7PtqSUCwswDwG1X42mZc2E72dpdj6cyp12DWeet57apznwvLNKSp7mePC89DPZMAIum0kaXZoq5zvrqeft7dknGebEw8TUYPpLePYQw6ENz6umGoq0R6RMuyz10YMhAZLhFemEtZ0vm6VUzJ3WJeNYAuLVZWlZhItF+cLwMZdJHacpny37uetx184MSPECF7WL0PZ6RNp8yDL71b7tWWqxwLEonxe+A63zzUyRbX/MZVJ35rwAABla5fdh89+Uy1UIVx/hora8rL1MgOn0IUaOH8HffALA1fdKy74H/Cnw8ugjpWWJJJD+MJ5YDKSJ6HF7VMH0q5/9Q7z+5s/gLz//83j+5s/j+ef/CH/7zX+NN8oB7Gd+Cf8T5vj2m1mZ38Jf/p3fxuu/8ebmev75Ch9/8+8VdaS+/8+S77/5dvPdbQD4qbf6+P/+eVYO+Kk3/298onzh95kvC61rF5erGJCOi4sNzYFnG4hnSWqfoi8gGeXguTkA1/rqWkpell6tb7izD83B0jOAbF2KgvH8GKfViHxLe/ZPMoY4mulQlAEGAwWKfl5sl0h7RMpslaU+JumOsVvso3Jaumz68AwJiyzVMF1Xt1TDExxJQHwVFc+Vrv34Yy6TUI0hVuOW/dz5uGvoq0C8uKjOJ7C1HpE2H7LMHm3d9oQ67GOeHgvdBVRjUkk/XjsvxisMDbVchQCRbX/MZRJ357wAoJ2ijznG2e9K3cJCsuHVVhZNR9gWC4uUqZJx2pPW232fyBtuz6/+AviZp3hZXtZ/Kwmk3a/gFb/8BRHR4/OIgmkZT39Bwg/f/qd49ypddPVFfPvtGD/+C79UjBqnzzfnk4VdvY13v/p14Bf66Ujw5np28cNv/D/4flrP+//pj/BDSPjx/DktGZ946+/tbV3tZJhDFQgtjLLctWiKsRtDHRYjy0ESTZdGa5OLn3DeJSWvYV0AomCK4vHqhjIN7dm7eIHzUpsQZf8WaY9ImX1JL97ccXHRl65rbfSoEwn5vRzpCCfVL1OPr0z7fu5+3GVzCBUhZpUr9u71tLW5cMgyuxLf9nhxnqfXRhcLxJBwlDdm83lxPSLb/vjKNO3nWzsv0vk58p+MAkxn9b9XN0NzPBhwMe4Wgd9bL9UTPHkXeGn8YjXIJiJ6hB5RMP2/4Mc/DvyPd6t/7N5/90+Bjx+VUrBlfOI3/rCS5v2pUXkkuKWeHVTqubrC/yh/ued1tUtHIyqpfUB0FVcvoII5QqjIB6e1PlSE6BRLp+tqD8AF27Nnm0cWRNojUmZfSqNHJddaVzCCogyKi+N4heqWPN4y7fu563FPAr56Nkfnera0GThwmWsR3/bKsYiuUA2TW86LXYls+yMt07ifb+28kGE6fiXNe2l3zUjoTjZ92GoIazDd8Lfj4XnifgWv/MOv4QlO8MGXPln/mojoUXlEwbQIGZ/4vX+Nv/N3/gh/nqVVv/nzeO58vV7wQThJrjorFwCV53MbL0bSVO90RKApxXuftrfnsETaI1Lm7rhEku3fNE6UecxlxAkfd/kUSczQfNa01yPS5kOW2a/2bT8kkW1/zGXECR/Ta50XMkzfgyEtMCu/rcEKS2X2L3mkIIalj27sb+DBRN+vL0kcfRj40+/jSXnZ1fcAfAuvWJeA+strr8oiInpMHlEw/d/wwz8H/vYnqhcIr37iZ4A/X6Vp3clI8F9+9Yt56nVeJtdSz97d5Lrq6dnJBVT++qzKp3qhEJy7iKUeTuV6HaKSddWfva4Sb89hiLRHpMy+NF/wysnMQesjTBtFSAZ4yuNE9ef/HnOZRPt+7nbckwmWXKxPVixSj0ibD1mm/JUG0zE3Pl/bTmTbRbScF52IbPtjLpNo3M+3cl6k2U6z0gzbOx13cUkgDbj6qLLOXa2/EWPdvso0ew8/9i6A4/LM3R8FfgZ4snqvtKzE/ypeCYGX9ltM9yaiR+sRBdMRvv+NGD9enuDr+PN47U0JP/zGv0uD6SR4/an/rZh5+9XPfBmvvVn+gxzh3a9+vbGeTd7/T3+EH378f8fTz6SvyaoX2Ki0rs+kfyC3rEuIrCXv0KxcuESYzkKodnWyGVkz4Zi1oDe6wCKW0Jskz7e1xdLRxSIJvLX0NVnJ0vRZNhtOaWWyZqJYVYf2HIRIe0TKdJFe1DY+A53OrluefEk2MTHWL3i3Cc5dxOoQZtpoWTuDIcVYlKbTfcxlADTu53CWpXV2Oe4bJlgChOsRafMhy2S0MxuGasDeNHt/K7Ft3y6pp+l4dSWy7Y+5DO7UeZHdoC36nqw5G4578rcou1Vw0vj6xvYyRSBdSoG/Bs1ZwvO8tbc1lO2rzGbfw5Pfv8RLQ8vfK/1y8Iv44BN/gR/79+UZvque/DrTvYnocXvy9OnTzjcUnz17hufPn1eWvXjxovL/Q0tm2G76wwn88O3/A+98JfmL9+pnv4zX3vx7+HEAQIy/fPuf4k/S7wAAx2/i5z732/ipj6c/+42v4Nv/9Qivj4DLN/8vZIlQlXr+/Ou4/AZw8ma1TFml/Dd+C8//GfBzb/824Pw8/uQ/ZqXebFjWsK6vAie19rSSTfiegWLvxAjdGc7Lk7WkZM3E2dCAmhaOQxez8+rdfuQXExJiV8dgy9WEbDqYGGqy/tAqZqSWTTiT8rosjEfVNom2R4hswvd6WDReACVpgr1F+/aItEekjLDaPqrsv/q+RYzQHWPU0v5NZM3BxE7riUO44/XZbB9nGQ3O0gZcC+jZ6XFo3s8ix13kIlyontY2H74MAEDW4JwNoUoL6Ds+P9q+7emxsBQUp0DTstp5EYewFoBtAFbDiGgbkW1/nGXu4Hkha3AmWVuS78fzI3h29bhrzhLrmeZhhzLJtq99DazVIypbX9vf032V2ebl597C3xgnyUjzu5d45QtfLV59JffwwR/8r4D1u9VZvAdv4Uf2CZ7UlxMRPQIPJph+TF797B/i9V/4I3zzn3yxmHWciOi2aQ6W/Xnlhg8RERHRQ/WI0rzvqzfxid/4PJ7mKeVv4qcrqelERHeAbMIfSnDXH3olIiIiepAYTN95b+P7//UIH/9c+pquL/4q8PZv4dvl1HQiolslwzw7wmy8OU2XiIiI6KFhmjcRERERERFRRxyZJiIiIiIiIuqIwTQRERERERFRR482mJZNH0t/l/ehEhERERER0WN3Y8G0s1zCN5tDVdn0sVw60OpfXIfmYLn0sWGV664WCBdXO70LdW80B8vlsvnjaMnsuJXlPhxTq9wA0JyGn63XQ1tocJZLXH9XJfWsHYPlcqf+LmtOcfx9p7FvH7IMEREREREVbiyYXsWAdHRSX1yIV7isLzugKJhiNL0Lr3AJYSkKlPqn9J7W0EqX6TOseja80oh6MCr9jO4iRgxXb67nsGSY/uYbKuL2Vc8hBBjVj6Oiw40BhHN0OhKyiYktYWHpUBQF+gwwvNrNokOWISIiIiKiihsLpq/i+pLCyZEExB1HhWU5DyBlTYOmaZB3utiXIcvZp/7dHRcFmA4shJKBs67DnHQ75FP0pLjzu3e1MwNSOMM0SM6SKDiHG0vonRad9pBliIiIiIio6saC6ctVDEjHSQCcpjMnabQyjiUgXhXj0rJZSjFd+nDWhsRkmBMPE1OD6S/h2UMMhzY8ry11NhnRXDr1tGgPnpd+JvVnprN0Xw2O39aeWpt9B5rp7JTK212AeQio/RtYk6zB8f0iNdl3YGoN266Z8DfunyzV2YMhAZLhFfV1yqMWr2d7/xF0LHDcW7d9nXZmQIoXuKjdOWqvZ/0cASJcLGJIvdO0zx6yDBERERER1d1YMB1dxYB0hBMA8rEEoBoAxldJdCGbPjxDwiJLTdYXkAyvMa1XMoY4mulQlAEGAwWKfr4hdVaD43voxRaUUVAZAc/SonV389C5OuxjPs7KAaoxqaa8ak61zeMVhoZaKnCzKjcq9kaGObGhxjPoWYryeA70T6s3CDQHnm0gniUpwdnxKuLbLNU5SW+O3bRc55RzsXq69J9tVGOIVXrcG+vZuu11GvoqEC8uqlkYW+s5QZK8EaU3ohys39M4ZBkiIiIiIqq7sWAalysk4aqM056E0HURS8eQcYIjKUYyEJZ8F7tjTLNoI5pi7G4YFYsXOE9TUQEAUUOi+IkGZ2lDii0MOgVvhXhxjmw10cUCMSQUj3/LMIdqY5t3o8LOR1WLkcodYsFrSoOq1WUR+EUBpqNp6YZFsu0ILYzyHZRsuzqsj/IfQsf+s0V7Pd23XTaHUBFilleKneoBJBzn/0xuUK07ZBkiIiIiIrq5YDq6QgwJx/IJjqQQ8+kVYukIJ/IxknFqVEfFKj9ajGqXrY3wrZFg2DZUAPF8t0AapVFzINuOspY276RpArJBEdQdTIB5GKfp1D58J0nxrgZ3RcBdtul43byWY7FDe9rr6brtSaC/PvFYx3qCUbU/NE3cd8gyREREREQE3GgwjUusYglHp8eQ4hUu0/8fnx5BQoxa3LI3satDd2Oo9m2M7h7GThO4CQhGAyiKDstaYAEJhu3Ba8hhrjy/vFxiaR8uxf22CW+7fIoklm6+qdNez2UyG/5xWwc+ZBkiIiIiIqq7wWA6wlUMSL0epPgKESJcLIBeTyqNeDVfyMvJjEg7jIrFWFxEiKYDWKEEY22CsX1oafNBJM/hbgrSri9CEEwxHQ2S58rVfumZ6WTb81d1VT6jDc+v36SWY7FD/2mvp9u2JxOPuVifxFuknvTcqbxaLk1pz7MzDlmGiIiIiIjqbjCYTibKkiQpD/yiq+T/xahqOmtweYIv2cTEuP6FfDBKXiHVNLIKpM9CSz2caulrsuoFNoownYVJm7OZmtI23zhZg+nbUBuDtOvSYDpmafKpNE25EpQm267a1UmqZM2EY9b3c3Yzpfuzy1Vt9ey3/zTVE86meV8V3/YNE48BwvUE5y5idZj3MVk7gyElN4tuowwREREREVXdaDCdyCYbKyYlKz8vGk2TEdCel6a7ej3Ero7BtR8aDjCyQkC1m2dbTid96tnpa7IaC20QjJI222mq7uQIMyusl9ob1c72zRBHCwv6IAvw9inAxRzoT7LUYw+92F1fVzCCbq1K5ZaY9IH5xXp0H5y7CGHAy1KZu+zjkrZ69tl/QneGo2y70noqc9gJbnsy8VhLMCpSTzTF2Cr6mDcEXL32LP0hyxARERERUcWTp0+fvqwv3ObZs2d4/vx5ZdmLFy8q/39sZNOH11usB59ERERERET04BxgZPohqqVEyxrOdkwtJiIiIiIiovuHwfROAlzMjzDMU4KHgGthzLxYIiIiIiKiR4Fp3kREREREREQdcWSaiIiIiIiIqCMG00REREREREQdMZgmojvr9dc+jT/79Gt4vf4FEREREdEtO0wwrTnJRF2+iWwC7Faag+XSQetbiUXKbCCb/s7vPKYS2YTfcFxlWYPj+/k7lJe+Dyef+nyd5pTLNveRtjKy5iTtWC6x9B2YDRUcsgzueh+7xrkj6tkbn8af9fvJ5zrB8F+9h/l7f4Vvlpd97I2i7n4ff/bGx8rfXt/H3sCf9d/As/ry68p+DzZ9HK04n/KPD8fUKn1dcxp+tl6PiLV1lT7Z+dVYxodT7vQiZUQ01lNrDzQ4y6ZtrC6XzdLvitLHr7RJhub4pXUmv6OyEuL7ub0eIiIietgOEkxrfRWIY8RSD6e8yrjjGi4OGy+MZZgTA1J9MTSceTakeAFLV6AoCpTxDLC92sVsVtyBrQJuVrbpPd1tZWQTE1vCwtKhKAr0GWB4fjXIPWQZAj72Br74EeBfPJ/jp+dz/PR/+XY1GO7gm9/9Nv7Rt79bXfjdd5J653N8/r3qV3dfCEtJ+3H5MwqKEla6TJ9h1bPhlW4eBaPSz+guYsTFeVGrR0S+rvKndg6Wy+jWApKxfi6LlBHR3p4AIysEVBvleFo2h1ARwkq3PZoOkp+zQqC0fwalty1ojgdbWmCW7Tt9Acn2cJbWK7qft9VDRERED9sBgmkZxxIQL2aIIeHopP79HSQXIwuypkHTNMjdrwvvIQ3O0sMQM4y3XRhrZzBiC1ZYXQwAK1fHYDRFkF27RgHO3RhS73TDiE2Mq7UIuq65jHZmQApnmKYri4JzuLGEXumuzSHLUOav8d9+UF/WxYfw+oeyT/27RyIKMB1YCCXjzgRnUTDFuPVcFiuzs2AEKwTUYTF6PjEkhNYI4rcRNPRVIJyVf0dNMdBdrGol2+2rHiIiIrqvbj6Ylk/Rk2IsLgLMQ0Dtr18VymY1dVY7rpcQK7MfMsyJh4mpwfSX8OwhhkMbnldOi5WhlduzXMJ3yumYSdqh76dlfAdmXr46klnZrg2jwO1lknU5pgbH31QGwFrqtQOzlnqtOTbU0MJgFOQjU1EwxSxE7cJYg2NLcM+bLl8DTAXet52nYtoqABV23q5iFG57mfRGzeqyVHOEi0X5Qv6QZfYlPabalmO6tW80lNlw7siaCX/LurZ5/bU0tfuTHwHwEXyxMc37Q3j22hv4eilN++tvfGwtDfzZG5/C1z6Vfl7fPU389Y+9hq9/OlvXp/GvXluPzF8vt+fTb+DZT9ZLJPL+uJZmfJM2/958rIJRcoNhYsrpDS4LnQbk5eOGjJokEJ7eRj1ERER0b914MC2f9iDFC1xEQJBcFVae1ZRNH54hYZGnBK8wNNRSCbEyXUTTMfQtV1+SMcTRTIeiDDAYKFD082LkQztFH/N89FbRLSwkG179IntxjoFiIZRUGEdzDBQdbizBSIeZ1rZLXx8FFikDAKoxxGq8qYwMc2JDjWfQszaP50D/tDgWsomhGucBcvFssI8+4qwUkAbdkjuGQMycknHakxAvLoogvZKKWUp9LaWYbi9zgiMJiK+i4jngtRjwkGUKIn1sG3XYxzw9proLqMakdiNme99YK9N07mgOPNtAPEvS17N66t15m29++78k6dffeg/Ae/h8mopdSfP+2P+MX8L38OvZd8+/hf/wE5/E12rPPf+bd5Lvfzl+v7K8k4+9ga99UsJ3vvM8Xdd7+FnpU/hXpVW9/tqn8TXpJ/AfspT0b76PfyJ9pFzLrbtcxYB0vOcbNjtKR4LL5/IakTLXkma6GB5stUjvFhZdYBEDqp3c8DQ1rfVc3mhf9RAREdG9dcPBdBJEIb5KLqouV4ihohhkSYOscmAWJSmCBZEyXUXbL/LiBc7z3D0AUenfwRSjaTF6iyjAdLZ+oyC+igBcYpU3NcJV/u/N21UeDd1eJtFeJg0EV5fVNo+mxQ2CkyNIWSq1bGJiq4gtHYoyxkoqjb9oDmw1xEw8kobmeDDgYtzhZ3YjIR90lY7Q/ETBocoI9LEt4sV5nj4aXSxqj0mI9I3NZQoyzKEKhBZG+cqSMnkq7T6lz0DnwfUPvovf+c57wEc+uucJvz6E3/zZjwDvfQv/6LtpvvkPvo1fj99H/2ezke4PQfvIq/hO/E38TpaSnpZpEk0H0HW983PJVaUMi1JGwQ6JAHuh2vW21CfqqpXxeogtvfL8sWgZESLtQX4+AIhXKOeKiIkwHeiw3BCACsO2YXtp1ka9aKt91UNERET31c0G0/IpehIQztOLz+xOfh5Nl0b7SqIi4hQss3/toyoyzMokXVkq8maV9GDpGHLbduXBmUiZRHuZAPMwGclZLn34TpLiXb5ElZMc5uTC9OQIEkLMgwhZKnNCg2OrnZ5PlE0/GT1qmlhsn4IRFGVQBI1NF9mHLLMHlWMaXdXyA0T6RkuZXHGjpaypj+3Hh/Cbb3y6kuadpIXv24dw/CrwnferD25/86/+Gnj1Vfzdcpm/aiizQVS+qbaTpgnISn3pwJom/KoHwUUZHVYoQbXP1oJFkTIiRNqTZNoYkMIwT/fuLkIwHSVZR4oC3XIRSyrsrukYe6uHiIiI7qMbDabl0x6kymiDB0PC2gju/SLD9D0Y5RlclSwV+e4KRoPkQtdaYAEJhu2tp6Vvo/WhAlCHPnw/+dgqAMnAxPfX0oKTFOMYli4efHeTjPpLx20X04csc38lN1rEbw7t5kP4zU9/Cv/nT7yH38vSqvO08Jvxs9Knqq/RupHA/WadJHdEbvZmlJAoeV4ZKoYbA1iRMtekncGQYrjnozTde7fAvSybNO266fT7qoeIiIjuhxsNppOLQLd4TjcPOiUkMUlzgCIfl6d1ESlzSMlIXmUG153a07Jd+UinSJmESBkgQhBMMR0NoLtx5aZGZSQyT8eX81RhAMDlOSzLgjWbYZZ+3BhAHGIxm+G8tLIkkAZcfVTZT/uVpM1LlSni689nH7LMIYn0jZYyuaRM04igouz7JkgyEjz/zrfxb0qDwa//5E+UC+3JD3D1PjD/Vilozz/v4N+UyvzsT1YnJdvYHlmD6bQ/K79/6YzRWXbPrcueV24LYEXK7CrJjskeXYimY7hx15FgDeZeAv191UNERET31Q0G08lF4FqgEcwRInudUITpLIRUnlgpnbymIFLmkJLgQ+2XZp3WnB3ak84E3bBd5QBue5lEexkNpmOWgoDsWfZSsF1+nj2aYmyFkGwPy+UER3GaFhxFCIKg8kkyhle4CIL8sfIikL759NXg3EWsDvOZyeV01GpxUaz4kGUOR6RviJw7SRnVrgaJsmbCMbsEKCKS4LX/0WJ27tc/9ga+JL1aK1f45n9/D9959SPQPpa+Jqv2/f/7/vvJ89Zrk3T/AL/znffQ/+Qble9e/9hr+FevZTOQJWV+Vnodv5mV+dBrG9ujndkwVBX2od5TJWswfRtq7KJx4vxbkjyv3D7yLFJmF5pjQ0V5zoak/9bfPb3NkeFV3sAga/VzR8y+6iEiIqL76eaCaa0PFU2BRvKql3ySpGAE3Y3R89L00skRZm4tZVqkzMFEmI6TV7N4aUrspL/CeIc072iajBDn2+X1ELvViXtEygBA6M5wNNlUJsDFHOhn3y899GIXevk55ih5BVY26VQUjDBQFCjKAKPRoDLLdjsNZ4YEQIKRtTn/3MDEPNEUYytGz07SlL1hQxB/yDIHJNQ3RM6dYATdWpX6xxKTPjC/2HcE9wP8zje/hflPSPhamnb9pY++j19vS/P+wbfx6/Ff4+9/Mn1NVm3W729++5v4F+/9BL74qaS+r5dfffXdd/DL33ofv/R6keb9pY8C/+6/f7daJv5r/P305//s9Vfxe3Fze4K5iziOb3yUOH8sxhviaGFVz9M9a5rwq/x6ukbp74r6JIgVImUatLZHNpHMlVfLmMjePW0nv1+qr9Qrfg8VE5kFOLdcxNIw/x3u2Q3nzlb7qoeIiIjuqydPnz59WV+4zbNnz/D8+fPKshcvXlT+T4eiwVnagKV0e9dqo/R5cISwxjeZnk1ERERERHS/3dzINN1D6ateFsCwNErZ9GoaIiIiIiKix4zBNNVUX/XS/GoaIiIiIiKix41p3kRED0by2Ef7i81CWHufqX2Tu9YeIiIiov1hME1ERERERETUEdO8iYiIiIiIiDpiME0Phmz621/rQ3TD2A+v7zHvQ1nTKu98J7qTZA0aOyoR0WMPpmWY/hJLp8vbjzU4yyU6/cidtMu23wGas/l91VcLhIur3d7JqzlYLn3cn4nLH0o/vKduqh8+Jje1D2/7XG7brm1kExO7jx03/PZ/J5S3XXOq7ws/QMNkzYGfv5/c2bkPiNRz38rk71+vfOrniQzNKZVrqCcXAX17svl7IqJH4h4F00nwt9fXNMmn6Ekx3PNHOPXNndj2/R7TKJhiNL3N7cnsd7vujoe6Xft1d/rhIe23bzzOfQhoZwakcP4wJmMLRvkbIayw/uUNkE1MbAkLS4eiKNBngOHVg0UBIvXcxzIAELvQ02OSfAYov6xDczzYagxLT77XZyv0muoBAAQ4dwHj7OZvkhAR3WX3KJjev+TCZVb5Y/JYbNx2Wc5TK2VNg6ZpkBv/kN4lMmQ5+9S/o4O6l/1nX+5YP7yXx+KO7cNDkk0M1du+wXl/5X/TguSPWhScw40l9E67dSSReu5jme009FUgds+RVoMomGLcEjBHFwvE6nBDsE1E9DjcbDAta3D8WspQwzM2smbC94u0I6fymzlJXVsuPRgSIBleUd910sbaLlxkE07eniV8R2t4dk8rlam3OSGbpbSrpjJ73D+Otr09uY3bLsOceJiYGkx/Cc8eYji04XnVlMWt27W1jPgxrdTjO9COK18D6d10z0s/k4bnLAX3c1WRBr+tZGHH7VrbPx0cbz/uIutqLyO6XfvoP8m6fD8t4zsw8/KbRkiaiNfTfn6lZfbRDyFDq2z7pt8tKFIyd/4dt49jIVJGtG/saR8e7FwWX5fIdomQT3uQEOOqfoMTKH7Pm9vP9+1/m7b1Q/G/KXvbdoFzsJ2MYwmIV5elZREuFjGk3mmxbU2PAFSWidRzH8uIi5s6oHTcXE90gUXnoJ2I6GG5wWBahjmxocazIq1oPAf6p9VnyTQHnm0gniXpSYq+gGR4pee+AowUBYqiw42B2E3LKQqUUT0YFLdxZFZzsPQMIGuPomA8P8Zp7ZpWHfYxH6epUC6gGtVnh2TTh2dIWKTpUtl2FWmQ+9o/iW3tKdu47SnJGOJopkNRBhgMFCj6eZ52uH27RMqIHdO1esYrDI31N9YGo2y74/pX4vu5QoPje+jFFpRR0OHxxR23a23/iFONIVbpcW+qR2Rd28uIbVfmuv0HALA4x0CxEEoqjKM5BooON5Y2jpBstK0egfNrrc079UMA2in6mGOc7TvdwkKy4dVP5j267rHYXkasb6zVs9M+POS5LLYu0e0ScXIkAVtSvLed7xD5WyDYD7fVs7dtFzgHtzvBkZQGgtlz202/ToMRdBcw8ptKGhxbReyO07+HIvXcxzIpyYCX3/zw4TQUlI7Xl20W4SoGpKOT+hdERI/GDQbT6S/41WVxARMFmI6mpYsFGeZQBUILozyvaIqxG0MdNoxK7EvbyGy9PWmqU/3xvXhRSoW6WCCGhOLviYzTnlT6A11sV3GneL/7p709JRu3vSRe4Ly0/Yiyf4tsl0gZEZvr6UZkP5ecaHCWNqTYwqAhULy+zdvVbf8k2usRWZdImY6u1X8SyejIJVb54U4u2rpqr0fk/Nrc5s7S54Ar/XAWAmp/LRiMpgPout54s6KTax0LkTIiNtfTzSHPZZF17Wu7AKSji9s0rat+LLb+LRDsh+317GvbRc7BXUjIB8mlI5Q3P5qO4cYqbMeE6dtQQwuDfCPqNtdTuCdlrhZw02eqFUWBPouh2tWBi3kISMZZHozLmomJIbWsK7Vp5JqI6BG4wWA6wDyM07Q/H76TpMhVf+EWFyxlUXKrs/2X9zVsHplN2hPOt194VVKhoitULyFKd4pLqtu13/3T3p7C5m0vxIuLDSM4ItslUkZESz2diOznjATDtqECiAX6wG5atqvT/km01yOyLpEy3Vyv/6yr9P9rXLSt1yNyfrW0uTMZpuNX0muX9uaRvCgPfHd3vWMhUkZESz2d7Pdc1pzScVgua6/iElnXvrZLXOO6Ov8tEOuH7fXsa9tFzsGOglF1Yq14hVrtmA4shKoBQwphbbrRsrWe+1UmGRQojlcUjGCFqNy0CEY6rFCC7SX9YtIHZm7cvK7UZXGnkojoUbrBYBoIRgMoig7LWmABCYbtraWSAbXn7Db8Yd8b2cRQFQuYb9rB988d2vZDEt3PQJKmqrsxVLvL87l0n+3t/Golw/Q9GNICsywtVlGgHGSa44djn+dyllKefwbTyo2HLuu6P+5mP7z+OZhknwinKGt9JGuQUP0RkXruY5lml6v6TYso7fdJvxiMpsBRe8rEyZbviYgeuhsNphMRgmCK6WiQPAdXSSVL/giEVu2iRlGgKKPm1L1rkk97kGIXzVnOSXvU/nUvmJr/uMnJLCFrd8kPtX/at12EyHaJlBHRUs9O2vZzJsbiIkI0HcAKJRhNEyBdW8t2ddo/ifZ6RNYlUmZfDrkuESLnV0ubO0lG4MLZNE+dRVs9sgbTaXn28dpatmvvfaOlnp0c8lxuW9c+tyt9/GBL5kXjujodi479cKN9bbvIOSii6dndNBV9LTsje05arz0/DcF67mOZZidJWkBL/0ln+N5YT/p4QrzjO+GJiB6AGwymNZiOWboYTH65V39xR5jOQqh29aJR1kw4Zv3yKP2D0elZvToNZ4aEcFYdgSgk7YFqVybmkDUTa81plc6kWZ6wRU6ePSr+KO17/2yzbdtFiGyXSJlM2zFNtr2pnk2iiwViqYdTLX21DiC4n9cFIwuhZOw4EtW+XeL7Z7umeopjLLIukTKZtu0S0WVdhyByfu2rHyZBg9ovgjpZczbWo53ZMFQVdtcJ14SJHAuRMpm2vrGvfXjIc1lkXd23q00wD7emNjeta/1YtOnWDzfrtu2XyUobbg6JnINignM3eU1TWpGsncGQkpsqBbnynHT+/HQpxV+knvtXpt6fk+M+VJMbK3lNmlm69pGhOTZUhJhtfC4svTnzyLLdiIjKbjCYDnAxB/qTLHXLQy92oddS6RCMoFurUrnkOZ35xfov5+DcRYjSbJSdLo4A2RxC3TYyG4yg6C4wLNLOJv0rNDSnVTRNRjJ66bNHS6+H2NVLE53sf/+0Edp2Adu3S6xMpvWYBqNqPZMjzNyWdMR04pqenb5ax9HE9/OaACMru7FS/267tu3qsn+2Cd0ZjrJtS+spPwIosi6RMpm27RLRZV0HIXJ+7aUfRpiO06AuX88K4w3ptcHcRRzHN3qRKnIsRMpkWvvGXvbhIc9lwXV13a42wRwhVLQlRjWd703HYrNu/bBVh22PpmO4pWdxKzOQi5yDIqIpxlbSZ5bLJbwh4Oql54eRvHqt+px0+vy0ZGCStUmgnvtXJsDF/AjD0j72hsDCqv69QHCBeX+SlvEwhAtLb8kQ0PpQEeIGf00REd15T54+ffqyvnCbZ8+e4fnz55VlL168qPz/7klmdoWlVP94PAqPeduJiO4H2fTh9RbrQTt/h9MdpDlLDFddb+gQET0sNzgyfdck70N9nBcij3nbiYjuh2g6QygZuLHsfqJ9kU0M1bYUcCKix+ERBdNERER3GW980j0RTTHoNEkcEdHDxGCaiIjoTmOQTUREdBcxmCYiIiIiIiLqiME0ERERERERUUcMpomIiIiIiIg6YjBNRERERERE1NGTf/yP/3Hn90wTERERERERPWZPnj59ymCaiIiIiIiIqAOmeRMRERERERF1xGCaiIiIiIiIqCMG00REREREREQd/f/eWCB03LM1jQAAAABJRU5ErkJggg=="/>
          <p:cNvSpPr>
            <a:spLocks noChangeAspect="1" noChangeArrowheads="1"/>
          </p:cNvSpPr>
          <p:nvPr/>
        </p:nvSpPr>
        <p:spPr bwMode="auto">
          <a:xfrm>
            <a:off x="1708354" y="21650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46" y="467756"/>
            <a:ext cx="5897577" cy="54397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0810" y="2009190"/>
            <a:ext cx="5412664" cy="26829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" name="Ink 9"/>
              <p14:cNvContentPartPr/>
              <p14:nvPr/>
            </p14:nvContentPartPr>
            <p14:xfrm>
              <a:off x="5579620" y="1125931"/>
              <a:ext cx="1387440" cy="317880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71340" y="1117651"/>
                <a:ext cx="1404000" cy="31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" name="Ink 11"/>
              <p14:cNvContentPartPr/>
              <p14:nvPr/>
            </p14:nvContentPartPr>
            <p14:xfrm>
              <a:off x="5507620" y="2649811"/>
              <a:ext cx="1397520" cy="188028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99340" y="2641531"/>
                <a:ext cx="1414080" cy="18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" name="Ink 13"/>
              <p14:cNvContentPartPr/>
              <p14:nvPr/>
            </p14:nvContentPartPr>
            <p14:xfrm>
              <a:off x="2506660" y="3391771"/>
              <a:ext cx="4379760" cy="86220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98380" y="3383491"/>
                <a:ext cx="4396320" cy="87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585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Kernel</a:t>
            </a:r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data:image/png;base64,iVBORw0KGgoAAAANSUhEUgAAA9MAAAOHCAYAAAAkEhCkAAAAAXNSR0IArs4c6QAAAARnQU1BAACxjwv8YQUAAAAJcEhZcwAADsMAAA7DAcdvqGQAAP+lSURBVHhe7P1/kPT4fR/4ved5Vvwl2iUuH3plUl5wPA+PJ2jlRZzINGMG11S1b3ThCc3KXp4rdtUd9tzcZOycugKqKnsdnbsquHI6mzqxy6B0mpjbMftcwcZOMUVgRR+n3LlttXnho3JO1WuuoOLtzA2xtmjvI3JFybIoWTvP5A8AjR+NBr7oQc/0zPN+VXXV83R/B/gC3y/Q+PT38wV27ty5c44K7t27h3/wD/5B9u0lH3nqL+LPP/lB/PEf/kH2o0If/ehP4D/+j9vpN7/2XwPu30m/9+zfBP7SfuqtX/7lX8Z3vvOd1HuiHnvHO/Ejf+bH8N1/fpL9KOXuT38KX8SPAQAefuArAADpj76L59/1j/FnHv9jfOtb78Hf/btPZP4q8Oyz/wleeeWV7NtEtKb3vve98DwP//Jf/svsR7luP/ZD+N/8Zybe/Z73pN7/wR/+If7Jf/8N4F1/Ct/xXsW/+B9eS30eOa90trxG7v1XePnP/x387P9lnv2EttEnfx5/64mv4Bf+n8XfV9fFn/7Tfxof+9jH8Hu/93vZj1I++clP4kt/9+9m317yUx/9N/iRHz7DP/qNdy/ee/Y/4fdvZdIn8IUfeQ0/9+r3s5/UZu/p/yXuff8fYuBnP6Hr4rF3vBPf/f0/wvz+r2U/wmM/9EP4Pw3/73BfehH/4p+dZj+u3e3HHsN/+gv/JX6+87/KfkS0Mbeyb9Th9mM/hB/7c1LlQFrUe3/0z2bfurC3/80f46233sJj73hn9qOUf/s9O/j41/42Pv61v42/8vd8/JW/5+PH/l//Gv+Pv/cXMfzbH8c//NrTeOLP/mju64d/+IeziyOiNd26dQu3bt0SDqQjD77zz7Jv4d3veQ/ecXaGf/m6hzdPvpX9+Ob7B38H/91f+S/wnynZD2grveLimz/51/Af7GY/uJ5+//d/H3/0R3+Exx57LPtRyjvf+U488aM/Wvp64/eexD/9zm7qvXe+s/i7nXL4r+H/96H/OfQfyX5Qkx95Gv/7D/02/gED6Wvt7X/zx3j88cfxrvcsX+O+/Sd/Autv9fCJv6rhE39Vw+2SY/yizt5+G4/90A9l3ybaqJ1NjEz/2J//KH7yJ34cP/hX1X/N/OhHfwJP/9S91Hs/+hsv4Yn/7v+Weu+Nf/f/iN/96L+beu//c/RFfO93/nnqvSre+Z734l3v/RH83oPVy/j4xz+efauSb3zjG9m3iGgNP/zDP4xvf/vbOD0V/7X7mb/2NyDd/Sj842/hz3zwzy1GqH/j67+GX/tv/t/Z4ktu7Mg00RX70R/9UciyjD/4g9U/wvP7l2g7vfM978X/+MZ38Pprv5H9aOGv/uz/Gj/z6c9sPNj9ox/8IZ7/3/6H2beJNqb2YHrn1i18ovnv4/af/Ku1rjw/+tGfwF/6X/y11Hvv+/9+cSmYfus/+D/jwW46mP6HzvBCwTQA7Lz7fcAf/z7OH55lPyKiLfK+970P/+gf/SM8fPgw+9FKH/63fhz/0098El/5r78IAPjh974XAPCvfu93MyXzrXFKIyJBzWYTf/AHf1DpmCai7bDz7vdh9o9+FWdv/0n2I6IbrfZg+gN/9sfwF/9nfwl//K/eyn50Lbz7T/0IHnvHu/CvvlctdZSILs+73vUufO9738Nv/uZvZj8iomtqd3cXH/7wh/Gv//W/zn5ERFvu3X/qR/DN3/wt/PP/8RGcKkWPtFrnTL/jXe/G3Y8+hX/zr4tvIrLNfvAHv4f3/un3lc6dJqKr8dhjj2FnZwfHx8fZj4joGvN9H+94xztK504T0fb5wR/8HvY+8m/nzp0musl2/sbf+BuVRqYB5I5M/8j7/wx+8n/yU3jnrbfx9r/54+zH18rtH3oHzm69C+9+x6215n0T0Wa84x3vwPn5Ob75zW/i93//97MfE9E19973vhdPP/00bt26hT/+4+t9LUH0qImun1979b/Hd//lb2c/JrqRKqd5R+7dC24StnPrFt75w+/DOYAf/P53cX5T5jrt7ODdf+r92Ll162ZtF9E19fDhQ3z/+9/Hb/zGb+BP/oRzsohuqlu3bkFRFHzgAx/A7du3cc6bFRBdH+H1863bt/HHf/AWr5/pxltrZBoA7t+/n/r/gwcPUv8nIiIiIiIiuqnWGpm+d+8eg2kiIiIiIiJ6ZNV6AzIiIiIiIiKiRwGDaSIiIiIiIqKKGEwTERERERERVcRgmoiIiIiIiKgiBtMXJBsO5o4BOfvBBlzmuuh6Yd8gIiIiIrpcNySY1mDN53CM5VBCs+aYzy1o2Q/qcjLFbHoCL/t+gmY5mM/nwesiAY/AujZKNuDM57AyO3MzgVzQptl1rUM2Evs/8crrL9fWVfeNR52swUgd5xYMLd2/ZFmD5STLOLAyZS5PfcdXTIPlXPAcJ+C89QzOXn0eb7/6PN5++RmcJ1cmN3D26vM4ayXeA3D+hefw9qvPpcsSERERXdANCaZdTGaA1NjPXMTJ2JMAzCZwU+/Xx3OH6A4Llq5ZMFVg3FagKAqU1nDtgKd0XZTLG7aCfd+fAfAXbdEartMSMgxn+wLx4r6xnXW+OWQYB01g0gv6maKgPQIapp0IVjUc2CYkf4p+dC7ojQDTviHtIsNwTKhS9v2atZ7Bmfk4bn3mBTz29Au4/SJw9lJxkHz+uedwpgK3P/NF7KxzyBMRERGtcEOCacCdzABpF3eTb8r7aEjAbLIqyFhBlhdBuaxp0DQN8tLFmgxZjl7Zz7J8nFzoIq7KuujGqL0fUi6h/VzEw7DbxdCND3LP7WI0A9RmPPR7Om6j1R1iUcxzcTj2c34EvH40y4YuzTAe+9mPavQEzj97FztjdxEU7zhfx+03HsfDn3kiWxiIAmmdgTQRERFtxo0JpnF8Ch8qEteuwN1dSJghGUvLmgHHiVJ9HVhLo0IyjIGNgaHBcOawzQ46HRO2nU4V1ywbth2+BstpjYvUYlMFoMJcSvMORgvnS3mWy6OIxeuK0jXDFMuV2wXIhgUnkYaqGdaGUuBlaMl1zedwLC1d76WU1+W02ED5dl2cyD4MysznNnQJkHQ7rnumDcv7mEhb1NEPReos3g+vJdlItGlOPxTcz+XLKeNiWCET4sJTJ2o7vgSOZQDHpzOM210cZd7Puth2fQAPnwRw8mbivTeBbwPnux9IvBcIAunHsdNnIE1ERESbcXOCae8IUz89EqQ1VcA/xfHiDQu2qcMftYM0y/YUkp5MxYxJege7ozYUpYVWS4HSPkylirvdMJ1zxUhMOrV4hn6Y/hmneXsYBkNX6Yt27QC65GN6FF/9la0LANROE5NeVA5Q9QHSsaAFW5cwXaSYnqKjq4kCNdL20cQEvWib231MJRN2MoAbmFD9EdpRmd4EaO4vBfal21Wj4nW56CoKFKWNsQ/447APKQqUbqJniPSxCm1xsX4oUmfxfnjtaBbmtg5EbaEo6E32sJ/tZGX7ucJyInI4vaM4K0bGfkOCPz1ae+pHvhqPr9JjOeANu6jwW8F65DvZdwKnbwEfvoPz5HvNZ4JAevwl3HaSHxARERHV5+YE0/BwNPUBaW8x8rsnIXGhKsPoqMCsj26UZ+kN0Rv7UDs5IyX+FIeJtE14G7hSdCeYZUbTtaYKzEaVL0z96eEifdQ7msKHhN1Fznuw7f64Fy833PZ1qGY8SjWfz2HrmYmS4fzdxSZ4biZgu4tdCfBPj9NlusOlue3F21Wvi69LpI9VbItr1g+3R05bIJhbnju1fOV+rrCc8AZ98/kctilh1m8j+TtLlmbZ0DFGr/adXOPxVXosb6dz9S523gDO9U+kg2wiIiKiGt2gYDq8GJQa2JcRzpdOjqzFF5ipvznxl+daIxmEb1Jw47Q40NLQLB3NyucnJ2V7J0iHZuG2ZyZueycrArgSs344ShW+lkdFZRiWk0oNDdLdIy4mMz9MO3bgWEEK6tIPGqXbVa+Lr0ukj1Vri+vWD7dHsJ9Ft2H1fq6wHG+IVnRM9KeQCm4uJhsOTHWG/iJTJUy3T/5AJemwF8dQlekYdR5fZcdymTq3S9zO+Eu4/bNfxQ7u4uwLT2U/JiIiIqrFjQqmg4vBYGRF3m9A8qfIZqmm5o1WvjCsn3s4XvwAIBsdqP4YhwLX7dtLhuHY0KUpRlEasxKlu8fcbguK0ka/P8UUEnTTXkodva62rY+JuHn98Gp5bpBtkHdzMdlwYOs++u1uYqTYw7CV+YHKH8dp2kqybLl6ji+xY7lYjdvlfTf7TmD3ceDb38VO8r2TNwG8htv9Y0D91NKjsoiIiIjqcLOC6WiEranhbjD8lxhtOsapvzyqWvmCrm7eEaa+hMa+tqH5k1hsu7SXvqyX9zbxHJtwJG+UuGvxynV5cN0hht1WcJG95amj5UT62GW2RQU190NZ4HbYdZXJF+zn5D0U1lPXcgJBIA2M293U8bEZFz2+qhzLl+F3cOsNAHvJO3c/AXwY2Dn9ncR7Cc6XcXsGnJvPMN2biIiIanfDgunoEVkddJbSVIMbLammheRNbWXNgGVUu8RMWqSWa+HjibIFSgX1knSz9IZP668rWscgvqOvbGCQnetciyj4iOehy5qVWZcGwzIS7RDciCl1s7it5eHEz3umefBZeR/bTFsU942iOkfE+2EZzZrDtu2cO4TH6iqzWnRjNRNWojFkzUC1w11kOdn+HHw+0NM/SsSBdGvDc9Gz9Vn3+BI5liNBv4umy9zdyKPa3sTOi8c417XFc6XPW5/A2ZNv4dbXknf4Ttv5OaZ7ExER0WbcuGAa7gQzSVp6JFbwWRft/imagzgFd9AEJkfZghWEN49qmOHjida58HcnmAHlN3y6yLrcLtrh387nc8wHuxhVStcU5WHY62OWmBc5aJ6il1qXi6MJEu1go+GP0V7MH61X+jFlEnQ7WO+q+axl3MMxZkjM+0y2g0gf20RblPSNwjovCgn2Q0HZueN56iqTy+1CaY+BTpx2P2ieoPLhXrqcqD/Hj6KyzQb8cRutxY7UcKBLqf4Xv5bnDXvDVuLO/1XVdXyJHMuB6BFtZjgn2rTt5ceLXXi7wpHm8Vt4+NLzePvV53H2WZFnSDPdm4iIiDZj586dO5Wz3+7du4f79++n3nvw4EHq/1SFBmtuAn2l8O6/dZMNB3ZjusZFNtVtO9riavohEREREdF1dPNGpq+hy7nhUyb1Uw5Gyi46N5bWsZ1tcTn9kIiIiIjoZmAwfZU0K0gJ1YFxb9Mjki6OJrvoRKmfdgcY9zfwjFsqt2Vtcan9kIiIiIjoZmCaNxEREREREVFFHJkmIiIiIiIiqojBNBEREREREVFFDKYvwXue/VX85V/+ebwn+wERERERERFdSzcmmH7Ps7+Kv/yVX8Kd7AeX5ad/afX633gFv/tPTvCH2feviGbFz8OdOwYKn7asWbnPwa1TpfpcMVmz4CzqamHNR1XHZCNYXt52yxosJ3pWsAMrs7LF87NTL2etOols12WW2Ta113lVu8sajNTxYMFY3PZ9WdGxI1LnbStDREREdJ3cmGB6m/3hf/uL+NaXvpJ9+2poFkwVGLcVKIoCZa3nGsswnDmcOq6Ga6nPJZENDEwJ034biqKgPQJ0e73gNSDDGOiQsm8DwTOfbRPStI+2okBRepjgYHld/jj8PHq1UPmm4CLbdZllhNXYD4vUWmcUtLsM46AJTHqL9myPgIZpw8r7Navo2BGp87aVISIiIrpmGExvlIz37EWv7GdXycdJ1YBrowrqI8uL0TZZ06BpGuQrugDXDnRIsxGGblBZzz3E2JfQ2F+zQtoBdL+P/iz7AaBZJlR/jN7QDQMkD+6wWz1QFiCyXZdZZtvUXueV7e5h2O0u1gMAntvFaAaozbxoGiuPHZE6b1sZIiIiouvmkQum3/PsL+Hpr3wTf/kr38Rf/sqv4qPPZi/mZNxJlfkmnv6FTy/Nd04t55d/CXeezBQAcOcX/j7+wi+Gr89l50x/Gh/9yjfx0Z/+ND76y0X1yVnXswUp5SssUoJNFYAKc1VqqJFOxdRSPwJosOZzzOc2dAmQdDtOMc0dOltNrD4yjIGNgaHBcOawzQ46HRO2nU47T9V5KR06qLPjhGUcC8aifJWRMRl7EuCfHife83A09SE19uM6a9bycvPegwbLlDA+dJNvhsJ1TY9qGKWXoaX2zxyOpaX2cfl2XWYZEeL9sLhviBCsc14b571X2O5iyo8dkTpvWxkiIiKi6+eRCqbf8+yv4i98+sP43Z//Sdz/9E/i/s+/gnd9+u/j6WQA+9P/Ht6PCV7/dFTmb+J3P/hf4C/8wqdXL+fzp/jQp/+deBmh7/6t4PN/+hU/+9HC+55p4nufj8oB7/v0/xVPJgPYn/4loXWV8YatIBW0PwMwQz9KC06khsqGA1uXMI3SRnun6OhqYikuuooCRWlj7AP+OEjZVBQFSrdacCBSn4ikd7A7akNRWmi1FCjtQ0RrW6pzewpJt5dTf6eHaCl9zCQV+u4ELaWNsS9BPxD9EeAudiXAP/HieeR5UYDbRXsM6IuAX4NlqvDHvdSosmaZkDLvxaJ13U3NmXaMnLpKOuxFMOXAylZK20cTE/Si/dvuYyqZsBdBp8h2XWYZEWL9ULhvFBKscy3tvkwOU7lnk3i7yo8dkTpvWxkiIiKi6+cRCqZl3PkpCT/4yv8Bb5yEb538Il7/io93/9S/F48ah/ObFzcLO/kK3vjyrwE/1QxHglcvZx0/+Cf/Fb4bLucP//Er+AEkvHsxmVLGk8/8O7Wtq5iM/YaUvvj3huiNN7GuivwpDhOpr/AW4f/KOmdHvPwTD8AxTheb4+HkQpsmYfGbh7SLu4lPvGEPY1+FaRkwHBPqrI9WOqKCqc4wKomo1E4Tk14cCEI304HgyRTjcA6qoihoj3yo2fm17hDdRao4AM/FMMgbXnFTudXbFbvMMusS7xvVrK5zXe2+uDnZfA7blDDrt1Hxt6qM1XWObVsZIiIiou33CAXT/xbe/SHgj95IX8j+4RvfBj60m0jBlvHkL/xqKs37L3eTI8EFy1lDajknJ/ij5Ic1r6tYYvQowbtYxFmL1enOBXUuuEhPpZtKe9UDK7ebvtGXf4pkAivgYdjqY6bq0KUZ+qlIKBixnPW7i9H1VfzpIRa/IeQEgp47XJpf258BaieTKm85qTTvID04R+l2XXKZC1mvbxQqrXM97Q5viFb0A0l/CsmsOpqeUFrnLSxDREREdE08QsG0CBlP/vLfxwc/+Ap+O0qr/vRP4r71a9mC9MgJRrWlPcGgRmsiCFklpP4kfF/tOHCc4GWqACQdA8dJjSpnA0GgfCTv+DQZLMowHBu6NMUoSnVepAcv/kJguy6zzLapWOca2j3Jc5d/RCknUudtK0NERER0/TxCwfT/gB/8NvCuJ9MXdO958sPAb5+Gad3BSPDvfvkXF6nXizILBcup3WWuK/+CV95bfoDP9iioc+0jXkFauLSbDGXDVOKlkfNovmw7M48WwPEh+v0++qMRRuFr7APwZ5iORjg8BgAXk9nydgHlI3l3d5PbHozOzkbDeIR7qU1Ftusyy9Slrr5Rpc4Xbfe6iNR528oQERERXT+PUDDt4bv/xMe7kzf42vt5fOTTEn7wT/6bMJgOgtf3fTy+8/Z7fvqX8JFPp4OPN778a7nLWeUP//Er+MGHPok7Px0+JitbYKXEun46DApK1rU+D8PRDJI+iO8+LBsY6HnrCi+OK42WbUJ4R+CcOm/iIt09HMNXOzDCuyfJ2gF0ycf0KLkmOTVfdjGPNrrTsufBdd3UK8ikP8WR6y6mg7uTGST9IL5R09J2aTAsI3UjJ1mz0FGD4DkoEwSUajNO+5Y1a6lNRbbrMsuIK+qH9fUNsTrX0e55bbq5Om9bGSIiIqLr5oYF0/8O7ibnOkePtgrv1v2HX/r38U+/8m287xfDz37xk/ijr/yHePVL0QWdhzc+/zfxux98Fn8h/NuPfPwUr2fTvP/b/zS9nM/t4re/UpAKfvKLeP0r38b7uuFjshJ3Bi8Vrav79+N1ZetTF7eL9thHww7n1g52MRovPQwXCC+OZ0jcSXpVnuqGecNWus52A/64nb7xU128IXp9Hw0zeBST3QHG7cT8TwCaZWfmy4bzaCUdgyrzXt0u2n2gs3K7XBxNdtEZxHOh7Q4wTd2sysOwF6w7aqdB8xS97AOOBbbrUstUUNQPa+sbAnWup91dHE2A5iB89NV8DtvcXJ23rgwRERHRNbNz586d8+ybZe7du4f79++n3nvw4EHq/7Q573n2V/EXfuoV/NP/3S/Gdx0nIiIiIiKiS3PDRqZvok/jyV/4edxZpJR/Gn8ulZpOREREREREl43B9Nb7Cr77jV186HNRavpnga/8Tby+SE0nIiIiIiKiy8Y0byIiIiIiIqKKODJNREREREREVBGDaSIiIiIiIqKKGExfgvPPPYe3X26gcj49ERERERERbaXLmTMtN3D2AnDrZ6fYaTVw9tnw31XLFDj/3HM409/C7ae/LPw3tWo9g7dN5K7/vNXAw73v4vbnX8t8cjXOv/AcztTHg/+88eu4XbSfC7arLpXqc5Vaz+Bt82723cDsq3js514L+2G4LQk74y/h9uffxPkXnseZmv00IVyOiLJ1UUVyA2cvfQzneX1QfgpnL3wK508CwFvYGbtL+/i89QwemneDH83eOMbt57+Mncx9Aq9jGSIiIiLKdykj0+c/8xGcf/u72AFwvhf/u2qZ62rHmW5NII3WMzhTgdufeQGPPf0CHssGDUKewPnLz+Psc09kP6iulvpcpmPcfjqsa/IVBsA7n/9i8P/+MYC3FtsVBV47P5f4m8/8OnYSZZLLEVG2rpuvxn6IJ3D+wsdWZI88hbOXPgW88tWw7V3cwidwLieKyA08NB/Hrf6XgjZ4ETh76bnrX4aIiIiIVrqUYBq7j2Pn9HcAPAF88nHsTHICBpEy184TOJejV/azq/QWsFWjTwX1kZ9YBDjnraeC11btS7oRWp/A2be/ituz7AfA+Rc+hfM3fh23Pv9a+EPPm9j5fHoE9/yvfwzns29gxwl/NHG+jttvPI6HPxMH+texDBERERGttrlgWm7g7OXngpcKnOsazl7WcPYkcG4+h7OXn8G5SJnsci/o/HPP4OzV5/H2q8/j7VefyxnVeiJT5nmcfeGppXqkyrz8DM73MgUAnH/hWZy9FL5eyM6Zfgpnrz6Ps9ZTOHu5qD456/rcM3j71Wr75vxzzwV/b94FcDexvHS9ltaV2q6gzm+/+mzQRvqzi3309heeShYsJVafJ3D+wrN4+LmnghFI8+N4+NlP4eyl9LYXt2m4n18Oy4T7Lyh/00fhRLd9zT6f0w/PW43S/lyurD719cPAUzgzH8ftX8n7Ae8J4MPAziu/VZAxEZY5/Z3Ee28Cr7yF80/+eFjv61iGiIiIiIpsLpj2fgu3XvwGbr3yVpAa2/8Gbr0SzsvrfwO3Xvy6WJkaRXNMb0VptZ95HdCfTV/wt34cD/Et3Fqk4n4Vtz78KZwlLtKXlvP89/BQX55LG6X03h6/lf1o4fyzH8Wt56NywQ8KqQCv9YzQusqkU4ITqcqJtOry7Xot/Lsv4fYbwdzcx9ZIT4ZgfSLn+sfx8MUv4bGnv4jbP/sCHvvM11fXOa9NAeCVr+P201/FzpN3cbb7Ldx++ku4/cbjOPvr6wRf10zZtgv0eaF+2HoGZ+bHgBfDfhG1RStdrFRpferrh0Aw8oyxu2Ku8Afw8EkAJx/I/EiQ7DdRmTeDefWvPpPzI811LENERERERTYXTONN7DivAXgcmH0r/DeAbwf/3nHexI5QmbqE6ePJi2ZvilvjzEhMOL95sV7vNey8eAyoH41HdFYsZx07r3x9sZydr72OHTyOhx+JPn0C55+9W9u6itW7XbV643XcClNRAQBe9O/VdV4aXTt5E8Dv4NYb0RtvAt9OFhCVGEVfvLZ8hLts2wX6fHk/DMpg9lXcjtoqaovPZrMySpTWp0atZ3CmHuNWyTzz5I9ewY8En1r+wWYhcVO4J9+f/CDhOpYhIiIioqTNBdPhXOFoLvS5HAY+0b9Fy9QmMRKTsHPyVubi8Yng7tLJYCl1B+eC5awjuRzvu8lP6l9XoctcVzWrU2wL6lwQEKRSWz98p2KAlncDsi+uGNXcPvnbXkefD8qk04bL2yJfWX3q8hTOzLvY6ZffqT75o9fKH2wAwPlyuj+88b1MgWtahoiIiIiWbCyYXswVVoM5jWcvxfMbz17ScC4/JVAmu9RNewLnLz+Lsw+/HqezPh2lIhPdRPX2+dT85bWC4HrrU6gVjHSffza8b0N47wY8+TE8fPm5dHp65ocEIDmCG4767xX9AHgdyxARERFRkY0F07efjh79E47k9Y+DZwgvRvLCeY+FZbJLvYj8i8fzvccTIzHh6NqL09S6z/eSz/ItWE7tbuq66lJQZ46uCaqrzwdldvrZUfsX8FilZ5SL1Kcmr38dt/tfxe0XvxHcu+HFb+D2G8E9G269+A3ceh0AXsOt2fK2A8kR3CBt/nz3A4kPwyybRVbFdSxTnUhGUV1liIiIiK7axoJpIHx29Oxb2IkuhnOeHS1Sph7hnWqTN/iSG3ioJy8eg4DgvBnP8TxvPYOHevJC/k3svHicu5xVdr72Onae/AjQCh+TlS2wUmJdrfDismRd66uyXeGFeF6a66USaVMqVrHPr+yHYRkzfSOr81Yjc7OuMiL1iVywH3rBPRuSr2Au+fcA57VFML8zOca5nniudE4f2/mVX8eO+vHF/jlvfQJnT76FW1+LR7SvY5kqzr/wPM5eerbwjup1lSEiIiLaBhsNpoWeHS1SRljezaGeX9woaOfzX8Tt8Vt4+FL42UsfAcZfwu3FzYfexM7zX8XOhz+2WM7D5vdwK5ti6nw5vZwX3o9b44I01HCO5UMzTGWvcpEYrcsM02dfeP9yfepSYbt2fuXXsYN4P13VhW95m16u9CO/HsdZWK/VN6taXz3rqtjni/qh82Xc7n8PD1+Ij72HTeDW16oc04L1CV1KP3S+jNt9FPcxb4pb/Xj/nH0WuP2ZTHbNdSyzhuy8+Tx1lSEiIiK6Sjt37typPKhz79493L9/P/XegwcPUv+nzTn/3HM4++TruJ3zGCmiy8J+SERERESPss2OTFMNnsL5FxqJFNOnllJMiTaP/ZCIiIiIKIkj09fAeesZPPzsXZw/CQBvYWf8DdxKPoeX6BKwHxIRERERxRhMExEREREREVXENG8iIiIiIiKiihhMExEREREREVXEYLqAbDiYOwYSj80lura2rT9vW33o4m5qm97U7SIiIqKLuRnBtGzAmc9hadm3L3gBdDLFbHqCCz52tRay4WCe3cBaabDmc8xzXxbiNcvQLCf+zLFg5Oxg2bDgLP7egZVbSIPllJS5sGC7Nrrrrou1+/OG9uHa9REkazCyfVXbRB9bQbMyx05g88fyZqSP+xXn1U236VW5qdtFREREF3IzgukN8dwhukM3+/Y1JsNw5nByg1YXXUWBknq1MfYBzCaI9oJm2TBVH/12UKY9OkXDdlIBtWw4sHVgGpZR2lNIup0JxjRYtglp2kdbUaAoPUxwkBuYUz22rT9vtj4yjIMmMOkt+nN7BDTMbD8kIZoFUwXG0THdGuYGlptt07oVnQ/Trtd2ERER0WVhMJ1LhixHr+xnjxB5Hw3Jx/hwEUqjqQL++BBueCXtuUP0xoB+EEUoMvYbEjCbYBhdbXtDjGaA2oyjGM0yofpj9IZueFHuwR1247+hGm1bf66pPrK8GB2VNQ2apiWW52HY7WIYdVQAnttd6odUhY+TlcdnTW0qorDd63aJ20VERETXzqMVTMsaLKc87VOzbNh2+Bpk0xmjlNfyFOVUqrNjQTPy0z4vJqiP44TrciwYi/VGI8ZRCrcNXQIk3Y73QcEwnXagQ/KnOMpcQPt5V9TSXn7aZy4ZexLgT49yR7diMrRUuvgcjqVVWE/CXll7la1LtN0veTlG2XLK+nMFhfvwsusjwxjYGBgaDGcO2+yg0zFh23UfX+LnjaXjfS9bokaykdjP2b4RFSmaaiHWD2Uj3G5TBaDCXGxfut1E2nRp/6TOh3lTCfLeE2l3sWNH5HxYebuW9qHYfiYiIqLr6REKpmUYAxOqPwrTihUovQnQ3F+6+Ha7YVro2M98ElM7TUx6UTlA1QfpFGXNgq1Lcapz7xQdXU0UqMYb9tDuFqQZTg/RUvqYSSr03QlaShtjXwpHjKMU7iBt2x+341TulcsMR6FzAl5pr+hC0MMwGP5b7A9ZM9BRkyPcd7ErAf7J3dQFpmNkWkLbRxMT9KK6tvuYSibsgh8AVlH1Dk7D9orSzlPpnYLrKm/3S15O2XYJ9mcRIusSKVNXfQBA0jvYHbWhKC20WgqU9uFiSkKWHKYqzyarSuQRO28EUxvEjvfSY7mMZmFu68AoPo57kz3sJyq0VJ8VbVHWD71hK/j7/gzADP1oH2TSvEvbtObzYWG7lx474ufDsu2qaz8TERHR9fQIBdNhAHd6HF8Eei6G3eHKi+8i/jSR6nw0hQ8Ju3ejT2UYHRX+uJdKde6tuCAT4y0FtUnBaPExTher8HBygdXJRgcqZhil8q5dTGaApB8gGpiTNQMDXQKkXSw23+2iPQYadhAo22YDfj+xL0LJC0ylPQV0M30RGs5TTLVXGKhXDafz2kJq7McjTYLrKm73K1hO2XbVSGRdImVq5U9xmEjlhpfpZOHNCYN+KGHWb6NaHCty3gimNuRte77iY7lYcG7BrI9uKoV9iHhK7+r6ZNuitB/WYgPnw6J2Fzx2Lm7b9jMRERFdtkcomHYxmflhSp8DxwpSNde9yE+lOnsnSF8WRiOv6Utm7yLRbQX+6XH8n0rp15F43nM27nC7bfRnEswwUB40gdHYB/xTRGvVLAd24xSjxWjNCDCXR2uSF5j5F6EyDMtJpWsG6aZpmpX4fL6cgopse0VtkfwBQHBdxe2Oq11O7naJqWcfipURIVIfID9zIsUbohWOOrb7U0g5/bB4XSLnjcs83oN1FY+uF9SnqL1y+2EdCuqzpuJ2Fzt2Lq5gu65kPxMREdFle4SCacDttqAobfT7U0whQTftpbRZQnjjsVUX7F64H4MApdUdArtS4nMNTVXCbDRMBMouDpcC5eWLUACJi1AZhmNDl6ZxUL5IN02LUjEXrxV3Gl5NfF3Ftm054i6+D+u1ifoEN8tb7odl6+J54zq5/GOHiIiIHl03I5iu9Eu/B9cdYthtBfPgak/9wyLdOju3WN5LBp3bK7jx2BiLKc6FVs+tXrIIlMN08by514sR7nAELhmUX2AfZtcl70kbWNflL6d4u+olsi6RMtdT0XnjMo/3YF3FdyQvqM+VtEVBfYrIeygpkUP82Lm4gu26kv1MREREl+1mBNNhcKZ2EumZsoYDXUoEeRoMy1jM9V2kMhdc9HhHU/hSA/ta+GiUbIGVgptwSfogvuuvHM4tvlLBPOrsyFxaSXCsGbAWO1EOHnGVmlsdt0VcLGiLZNq4O5ml5l5H+ydebxQ0xG0qa9ba+1BK3vAnXNdsFI1A1rWuy19O3natarv1+3Mgb13xPlxdZlP1KZY93uP5/avqky+7nLzzRuJ4z2x7/aIb/JmJ4zDYtvj+fR6Opn5ufapte3X5bSpyPgz7/OIcLkM7aKwRTIsfO2Lnw8Cq7bqq/UxERETb4YYE0+FcXr8BO5ojZ3eAcRutRJB3NAGag2genY2GP0a7KH00nMfbMMNHo1RJ7XS7aId/O5/PMR/sYrQFqYbu4Rgz6PF+ymxTcOMxH9Ps87Ai7hEmzcFiH3YwRr/dTc2tjtoimlc9tzuQZv30HYzdLtp9oLMo04Cfai8Pw14fMymu66B5it6a+3A2HmE3avtwXXF16lrX5S8nb7vifZhxkf68Yl3Zm3nlldlUfYpFx3v8SCvbLKlPLsHzRnS8R/15sIvReLm9auF2obTHQCd+pNOgeYKjRFt4w2AEfVGfsraoy6o2LT0fehj2Eucm5wB7hyNU34Pixw4EzocLK7bryvYzERERbYWdO3funGffLHPv3j3cv38/9d6DBw9S/6dlsuHAbkyXL8SJKtNgzU2grywFtFdj2+pD247nQyIiIrrubszI9PbJpIcupZ0TET0qeD4kIiKim4fB9Ma4OJrsorNIee0A4z56TP8jokcOz4dERER08zDNm4iIiIiIiKgijkwTERERERERVcRgmoiIiIiIiKgiBtMXJBsO5k7i+dZEVJttO762rT50vbD/EBER3Sw3IpjWrOgZsCteq54dWoeTKWbTk624I61sOELbqlnxs3dLL+w0C/O5hfKlXgUNVratF69kneXMNlswcjZaNiw4i793YOUW0mA5JWUuLNgugaa8+dY+vja0D9eujyBZg5Htq4tbYF+CFce76LlFxE07/1TaLZvuP0RERHSpbkQw7XYVKEr4ao/hw8e4nXhvgw++9dwhusPNLb92mgVTRbx/1nrGqwzDmcPZSCCZVbQuF92ojRevNsY+gNkEUatolg1T9dEPt7k9OkXDdlIBtWw4sHVgGu2X9hSSbmculDVYtglp2kdbUaAoPUxwkBuYUz227fjabH1kGAdNYNJb9Of2CGiY2X54jV2780+9Ntt/iIiI6LLdiGC6EllejITImgZN0yCvdU0mQ5ajV/azbefjpPoV7PUg76Mh+RgfLkJpNFXAHx/CDbfZc4fojQH9IIpQZOw3JGA2weJJPd4QoxmgNuMoRrNMqP4YvaEbBgAe3GE3/huq0bYdXzXVp/D842HY7WIYdVQAnttd6ofX3w0+/6xUU/8hIiKirfKIBdMyjIGNgaHBcOawzQ46HRO2HaURBiMey+mMyyMhmmXDtsPXIJuqGKX/lacEp1KLHQuasZm0RtkIUytNFYAKc0Wa5VJ99hIfLtKqbegSIOl2nK65tM+KBMtxnHBdjgVjsd5oxHi9dWkHOiR/iqPMxbqfd/Uu7RWnmKbI2JMAf3pUMpImQ0uli8/hWFqF9STslfWfsnWJ9sNLXo5Rtpyy46uCwn142fUpO//USNZgOeXp4sXHe3226/wjsn/yUrjz3ivrY4Hi/iNyPoTA8RWWyu7DnO8UWTPglNSZiIiIyj1iwXRA0jvYHbWhKC20WgqU9mGYEuxhGAwDpS9utQPoko9pIkKLUsvbYz9ZMkXtNDHpReUAVR+kU4I1C7YuxanFvVN0dDVRoBpv2EN7RUq7N2wF6+jPAMzQj9KiE2mWQapzUX2itOogldoft+P06hXrLTQ9REvpYyap0HcnaCltjH0pHDFeZ13hKHROwCvtFV0sxu0etY+sGeioyRHuu9iVAP/kburC2TEyV9baPpqYoBfVtd3HVDJhL12Bl1P1Dk7D/hOlnadSWwXXVd4PL3k5ZdsleHyJEFmXSJm66oPC888yOUyLnk1WlcgjwxiYUP1ROB1BgdKbAM39dEBVerzHis4tIrbr/CO2f0TV1n8Kz4eCx5fId4pmwTZ1+KNw/+VOaSEiIiIRj2QwDX+Kw0QqJbzEv90JZlCRzKrUmiowG1VO5/WnidTioyl8SNi9G30qw+io8Me9VGpxr+hiq5S3FESKC1Kd661PsWC0+Bini1V4OLnA6mSjAxUzjFIN5WIyAyT9ANHAk6wZGOgSIO1i0RxuF+0x0LCDQNk2G/D7iX0RSgaUSnsK6Gb6wjmcE7n4M8/N/4FGQF5bSI39eCRKcF3F/fAKllO2XTUSWZdImVoVnX8AQDYWI4u2KWHWb6NSrBj98HN6nG6L7jARtFc93i9ybhFRtT4XIbJ/xOXVeZ3+U3o+LD2+RL5TgjKY9dFdHMxBGbWTHTEnIiKiMo9kMJ03chkLgq/4wiIY7aw2MhRIpRZ7J0hfFkYjnemaeBeJJi+k3vos3WG95K69/ulx/J9K6deReN5ztqXcbhv9mQQzDJQHTWA09gH/FNFaNcuB3TjFaHEDshFgLo8wJQPK/AtnGYblpFIxg9TWNJH9k9sWyR8ABNdV3A9xtcvJ3S4x9exDsTIiROqD0vNP0K9a4ehjuz+FlNMPi9flYjLzwzRoB44VpDCnl1Dv8X5xl1kfkf0jLrfOa/SfpPzzYdnxJbIP4x8SkuqoMxER0aPokQymy7iHY/hSA/tyONrpj7HI9iUhqTusK+vetbcCeR9BLJ3XUB7cbphmqihodYfArpT4XENTlTAbDROBsovDpUB5+UIVQOIiVIbh2NClaRyUK1Fqa9rF94/4uopt23LEXXwf1msT9QlulrfcD8vWFfT3Nvr9KaaQoJv2Urr9o+z67Z96j6/UfPOloJyIiIhEMZjO4x1h6kto7GtB6mHZSNJagnS+7FxeeS8Z5F2mbatPNcGNx0R/9Fg9t3rJIlAO08Xz5l4vRriDUZ9UUH6BfZhdl7wnbWBdl7+c4u2ql8i6RMpcTx5cd4hhtxXM1U2l22/b8X4V9SnaPznkPeTVJrfOtfcfkeNLZB8GZWb9zI8xigJF6S5l9RAREVExBtO5ghtSSbq5dOOxLO9oGoxia+FjT7IFVorWMYjvIiuHc3mvRKI+0UasrE8wly87WrYZIusqCY41A9biTr1y8Iir1NzqOLU/LqbhQE+njbuTWWrudbR/4vUGF6pqM065lTVrxT4sl9cWs1E0AlnXui5/OXnbtart1j++Annrivfh6jKbqk8xDYaV6IOI5/evqk++7HLCKRCpAK/K8X4ZqtRH5JxQRGT/hP15Md1HhnbQyA+mc+qc7WOR9fuPyPEl8p0SlFFNa6mfWdmbKRIREVEpBtOruBPMgPIbj4XzZhtm+NiTKqmCbhft8G/n8znmg12M1kzbq0VUn3Bu8Xywi9E4vz7u4Rgz6LCjNMEq211R2bqCG48V/OjhHmHSHIQpjTY6GKPfTo/CuN02+n5jMa96bncgzfrpOxi7XbT7QGdRpgF/3EYrvtsPhr0+ZlJc10HzFL0123Q2HmF3kF5XXJ261nX5y8nbrngfZlzk+FqxruzNvPLKbKo+xVwcTYDmIH5kk22W1CdXtJxwm+Y2Gv4Y7WzaeYXj/VJUqE/ZOaGYyP7xMOwl1uEcYO9wFHwnZOT1n2wfW1i7/wgeXyLfKW4X7f5pYvuD+0hMjlZVmoiIiFbZuXPnznn2zTL37t3D/fv3U+89ePAg9f/rT4M1N4G+svrCaANkw4HdmC5f+BJde1dzTK22bfUhqh+/U4iIiDaHI9MrXM6NxzLphmFqcbWUTiIiIvA7hYiI6JIxmM7SrCC9UgfGvU3/ku/iaLKLziJFsAOM++hVSukkIiICv1OIiIguGdO8iYiIiIiIiCriyDQRERERERFRRQymiYiIiIiIiCpiMH3DyIaDuRM/i3STLnNdRLQ523Ysb1t9tg33DxFdlW07/2xbfejRw2A6STbgRM8tnc8xnzuwDO16HaAnU8ymJxu+cVroMtd1WcIb0C2dmJf6RtQ/EqUWZSwknx4rG+Fzg5PPlJU1WM6K5WRFy83WSZCsWXHdHQtFq9ocDdZ8DmfFyoN9lN5vmxfUSfhRvzfZ2sfyhvbh2vURJGswrPh53nPHgrG4BfYFadbm+/Km9w9tXvRdE71qP4iuSnBOSH9XRq/kcSFDyx6DOYegbCS+v1Z9V1b5Pl3bhs5119Ha558N7cO16yNok98XIi7jO4UuhMF0jllfgaIoUNojnDZM2GsGMVfBc4foDi/yPC8ZhrM66Em6+Lq2j9ZUAd+HLzWwn7MLFn1DUdDuTyHpds6+UtFcnPVk7Dek9MfQYNkmpGkfbUWBovQwwUHuhQQgwxjoyC5BmGbBNiVM22GdR4BuOyvWtUnHOPUBafdu9oOYf4rj7HuFxPsqFdu2Y3mz9ZFhHDSBSS8+lkdAw7Trv8jbkM3unyp4DK7N7S76X3+W/XDbFbW7i264XfGrjbEPYDZB1Gs1y4ap+ugvvptO0ch8N8mGA1vH4vtLaQffuenjtMr3KdVhe84/gc3W5/p/X9DmMZgu4rkYtvqYSToOrvKgkeVFMC9rGjRNg7z0RSFDlqNX9rO6Xea6LpOMPQnwpyP4kFAU9yE8gffGPqTGfurHltlsBjWKpuV9NDDDzI8/1ywTqj9Gb+iGv6R6cIdd5D69RjuA7vfXvNiSYXRU+OPeYtmee4ixL6GR90vBRnk4SeyDrLu7EuAnflkW6vN0cdt2LNdUn8L+42HY7WLoxgec53YxmiE+bi+ZvGJjl9+vaf9cpsK22D7L+zyw6v1C12zbN0beR0PyMT5chNJoqoA/PkR0GAbfp4C+uNgKf4ieTeLvRm+4dJxW+j6lC9q2809N9Sk8Trfv+4K2D4PpUi4mOQeNrBlwitKKZA2WI5AWIhuJ9KQ5HCubVi7DGNgYGBoMZw7b7KDTMWHb6ZQPzbJh2+FrkB1JD1NrjKJUqCg1y4YuAZJux3XP/PxWvK5AcWpWlOpTVJ9Ybpr0JoRf+NOj/DYXNplgpjahAZD3G8B0gtPFh1HAfiSQkqTBMqXEBUhVdxHEqMk1BUFtPEIs0jcCxX2+vE2PT31A2gv6S5jiGDRpuE9Oo3Hpsj4v3leF7K2uc0CGlurP2eO0fNsDl7wcgTYVOZaFFO7Dy65PWf+pV+pc51jQ9rIlyo+dAztnlEOzYNsHFc7zodLvlLL6iBA9BsXaQqQ+ImVElH03ibZFeX3Etr1c2fEejBIvn/uKRo/zBG3qOOG6HAvGYr3RiLFou6dpBzokf4qjzJde+rspFH1HCBH9Pi3bhxUUnusgsK6az/N1LefSzs9l+/Cy61PXcSpAMC4Q+U6h7cJgWkAqCED4xWrq8EftFalHMoyBCdUfhWlHCpTeBGjupw9OzcLc1oFoOYqC3mQP+zlHsKR3sDtqQ1FaaLUUKO3DRboUALjdMP1kvHr4T9U7OO2l06XiL9ooNStIx/LHcZ2UbjqYK1tXkJoVpxYvryugdpqYhPVpjwFVH1xpapa831h84btBNF18MpUNDHQp54vcxWSmoqlp2G8A06Nk8nIU4N5NfVE4xvKaNMuElBhVrkzey00PX+rPpX1DpM8HitrUC6J43AUg7wU1S/5gkb2wWt3nxfuqiPJt30cTE/SidbT7mEom7MzGF207cAXLKdsugWNZlMi6RMrUVR8U9p9lsmbBVIHZZFWJfEvnut4pOrqaLlR67OT/eKc11VRaLET2j8h3Sml9RFQ7BgvbQqQ+ImUELLXXUj8UbIsK9SncdhGlx7uHYTBMlrm+OIAu+ZhmI9gy00O0lD5mkgp9d4KW0sbYl8IR42rtHghHoZe+JwFpr+gLP96uqHlkzUBHTY5wC36flu5DcaXnMcF11Xaer2s5Zdslcv4RJLIukTJ11QcVj9P1vi/E4oKlc1TedwptHQbTlQWps5j10V3kJwXpvmon+mUsPMGfHsdfHp6LYXeYODhzlhOmOuVO/fCnOEyUg5f9WiqXTPeN6pxNUb64IDVLZF3+NJHidTRdmVrtDVtot9sFX9Z1CFPKolTj41P4qbnPAdWMf92d2w34/TZaOdGuO5lB7XTQwPKv8ch8ASrtKaCbS8Grqc4wyln2JhS3V05fXerzgcI2PT5F8JUX7OvZeAxf2oOMu9iVfCwGpiM19HkRxdsOIJyPtVi75+ZevBZuO65gOWXbVSORdYmUqVVZ/0ncVNA2Jcz6bVQ7xaw+1yXLiBw7yz/eBQFI5Yu17LqQ/U7JKZNTn9qtbAuR+oiUEbG6vZL9sLwtKtZn5bYLEjne3Qlmme+r4AeAUeUfY4MfNYN7XASKp+iUkY0OVGS/y4IfLST9ANHAnKwFP05HP7gGxbpoj4GGHR2nDfj95R+YS79PRfahoLL+I7qu2s7zdS2nbLtqJLIukTK1KjtOL/x9IRYXrDpH0XZjMF1ZfEAkJUfdgi8KH5JuB7+SWkEqR/okECxH9GIp71fdqrIjf+k61yUvtTh/Xaky3kkYaOXzsie2usn7CKZnhe3hHWHqL49QxDcga6M/k6Ca6dS/BXeCmSQBK9ot+QW4/EWhwTJVzPrdlb+M1q24vUT6fKCwTb0T+JCwJ9/FrjTDZHgCX9rF3RUj6HX0eRHF247g4tlyUmlyc3P5l+LCbQeudjm521UfkXWJlBGhWYntnq++y31p//GGaIUjBO3+FJK5PPJRrOBctyB47GSDIa0JFTMIfj2ERL5TBOtTs9VtIVIfkTIiCtqrUltUq8/qbRclcryHI+qLYD77A8B6UttYKf06Es97ztbE7QbfoWYYKA+awGjsp25EqVkO7MYpRotMghGQc5wWf59CcB+KnVtK+4/gujZynq9rObnbJaaefShWRoRIfSBynAp8XxSvSzwuyN122moMpgUs3RwJmblCOScnt9sKAq7+FFNI0E17Ka2Gtoe834CUGnkO5oRlf72NeXC7fcygopN7AR6kw+WNWiPniwJA/EWhNaECUDsOHCd4mSoAScfAcXJTCXPlfrHm92cRZX2+3DFOfQm7+3uQ/FMch//f29+FBB95u+TqyTAcG7o0jS/oFAVK5TvCbdtyrq8otW/xag0r9+WsVTcTrEv5sZMOhpbSimtWXp/LJVIfkTL1EGuLy6mP+PHuHo4XT6GQjQ5Uf4y1b7dRl+yP1CleeJ0UbFOrOwR2kz+ramiqEmajYSJQdnGYc5wWfp9W2YcXPreIr6vYti1H3MX3Yb02UZ9V3xdl62JccHMxmC6V/YU3SH9KPiIpfmVHEj247hDDbiuY05EKzILlZEc+Nyk7P0kO7vpU8XFEZcJHINW5LlmDYVmLdLBNCALMcTyXZfGFI2H1tK7wi11fMTqdK0xvy1totH+OD9Hv99EfjTAKX2MfgD/DdDTCofBOzGuL7M2+Atn6pNurSp8vEt78rNGA5J/Ag4ejKdBoXKBv1KB428PRvuQFXVSmkstfTvF21UtkXSJlrpe84yvbFuLHThwMZb9zRIl8p4jX53KI1EekjIiC9sr0w+K2qKs+IsSP9yCbSkJjXwtSRctG2i5BcOMx0aB+9dzqJYtAWeD7tMo+FJBdF78vqhNZl0iZ66k8LsjddtpqDKaLyBoMJ3jsQvxlENwUQzXTwZ2sGbAWN73QYFhG4vNoPm7yRBDdXMOElViQrBnI3jujCu9oGlwEaOHjAhKfSckbU6y8eVYU8JSP0OSvy8PR1BdclxjtwISuqjA39nyyFV/i7gQzFD9GKpijtGp0Op87maXmii3tH8+D67qpV5Dlc4oj112ayrNa0MeSbSGvuClNcXuJ9Hkxx6c+JElaXJx6J8H/1xkpr9JXi+Rt+2wU/aIcBShxupasWcHcvkoufzl527XUx0P5x7K4vHXF+3B1mU3Vp1j2/BzP11xVn3zLx1e0XdkyQsdOFAwNgjmmRbF0/v4R+U6pUB8hFz0GReojUkZEhe+mwraoqz6x4+CgzvnBWPx4j/ujmXuOr5dIu6/4Xo1oRqKfysEjrlJzq+MMgbiYhgM9nTZe+n1aaR+Wy+s//L6oJm9dN//7Iruc1XFB3rbTdmMwnWOR6mt3sDvto51NC3G7aPdP0RzEKV6DJjA5WpzecTRB4nMbDX+cuxylPQY6cbrYoHmCxWLWEc4Xapjh4wISKSSz8Qi7UZ3sBvzxiptnHY4xgw47Sl9blYayYl3eMPjFLbppSNG6RLiTMXzfX2OkRpDWhIq8i4/wV++iC4bwuZeFZbLcLtp9oFPT/inkdlNtYXeAcbu1dAOX0r5R2uerSNxsLLwpWXakXJRwXy2Qt+3xjUU8DHvBs+ajdQyap+hVTpO7/OXkbdfKPrbiWBaVt67szVnyymyqPsWi83P8iBLbLKnPKpnjaz7YxWicaQvhYycM9iQpeP5u5tOUVftH5DtFuD5iLnwMitRHpIwA8e+mkraoqT4Rb9jDODF/OJ6LKX68Awh/AMZaNx6rqqzdgxuP5X2vhtwjTJqDcP/Z6GCMfjuTrdFto+83FvtlbncgzfpoJ08upd+nFfdhibzzGL8vqh3zeeu6+d8X4nFB6XcKbZ2dO3funGffLHPv3j3cv38/9d6DBw9S/6dtosGam0BfWTph0aOOfePm2bY23bb6EN1UPNaoqm3rM9tWH6JyHJkmIiIiuua25sZjRESPEAbTRERERNeVZgXppzow7l38bsVERCSOad5ERJQRpNoVP+xnhn7tdy8mIiIiuj4YTBMRERERERFVxDRvIiIiIiIioooYTBNRJbLhYO7Ez60kIiIiInoUMc07QbPmMIsmCc76UHiv/ptJszBf1fizPpRJM/35VfcF2YBj65AWb/iYjUc4HLobv/mMrBk42DtBd3g128/jlIiIiIi2AYPpVWQDjt3AtN1Cpeey0/WkWQgebVh+QyXNmsPERQM2GYZjozFto7VOBwuDaT96FqOswRiY0DFGu/UI3c2VxykRERERXRGmeRPdBJ6LYauPmaTjQMt+WEyW8xO2l9+XIcvRK/PRtpLlRTq6rGnQNO361J2IiIiIthqD6cpkGM4ccysbsQTvO4YcPlZmDsvQYDlzzOdzzOcOLGP5Kl7WDDglZRDNU53nrZe2iwzNsODMozadw7G0xPzioG/M5zZ0CZB0e1Hu4m3rYjID1GZ6OcV9TMOBbWNp1ZoF2z5A8m3NsmHb4WuwYs60bCT6fHbbwyKF9amTDGNgY2BoMJw5bLODTseEbVup7RKpj0gZIiIiInq0MJiuzMNwNAPUZuqCHNoBdMnH9CjONVX1Dk57ChRFgdKeQtLtMNiO/saCberwR+1UmaXAhq4PbR9NTNBTonbvYyqZsBeN6qKrKFCUNsY+4I/DtleUC6aNB45PfUDaiwPY0j6WH4BrTRWYTVIp7243qGd77CfeTdAszG0diNalKOhN9rCfjshL6lM/Se9gd9SGorTQailQ2ofxdonUR6QMERERET1yGEyvw51gBhXJ+CMIPkapeZv+uBf/3xuiN/YhNfbDQEeG0VGBWR9dNywUllE7y6N+3rCFdrtdS8BFq6gwEyPK0ShkpUFId4hu8iZgnpv/48ulEOtjbhBNJ+qnIYilq/S1nHUB8Nwh4vuU5ZTJqU/t/CkOE3WCF/1bpD4iZYiIiIjoUcRgei3haN7iYjo/+PBP0ndE8k58QNrFXQDAXexKgH96XFAmzVsEAbQZM/SjUeLFq+qNrWQYlpNK8155l/CNE+xj2R+HtCZUzFAplg7XlT0G0gTrUzN/erTihmwi9REpQ0RERESPIgbTa3IPx/ClBvZlQDY6UP0xDoviiBVSc2avNPCiiwvu0K1LU4zaiYC8P8sW3Ji7uxLgn6SCx/I+lv5xKC/Fu07l9blcIvURKUNEREREjxYG0+vyjjD1JTT2New3pNzRL2kvnQQq70mAf4pgjOsYpz4w62dHQhUoeY9nkjUYlgWNeaVbLBydHQ2RzCqW9+KnQW9WNkNCvI/FPw5llyEqWFd27nWaeH0uh0h9RMoQERER0aOIwfTaghuRSbq5dOOxiKQP4vm2soGBngy6g79XzXSALGsGLGM5INEOTOiqCrPqc4+odsdB1Jjzw0YUUMZzaWXNwkDPC6Y9nPhIzKG/IFmD4ZiZDIkKfSz6cWjQKU3x9o6mQeCthY/JCt4N54absBIrkzUD8aoq1OdSiNRHpAwRERERPYoYTF+EO8EMWLrxWGQ2HmF3EKaF2g344zZayYJuF+3+KZpRmfkcgyYwOVqOZNzJGL7vrzFiSHXzhj2MZxJMO2iz+A7tHoa94FnP9qI9T9FbkebtHo4xQ1x2nUdjqWbUvzrYnfbRbg3TGRLCfczD0dSHJEnwx4m7XecJb8DVMMPHZEX1drtQ2mOgE6dED5onSK1KuD6XRKQ+ImWIiIiI6JGzc+fOnfPsm2Xu3buH+/fvp9578OBB6v+PBg3W3AT6CtI32V71PhEREREREd0EHJm+gIvceIyIiIiIiIiuLwbT69AszOdz2Dow7mXSaomIiIiIiOjGY5o3ERERERERUUUcmSYiIiIiIiKqiME0ERERERERUUUMpmltsuFg7sTPVCYiIiIiInpUMJjOJcOwnMUzZeeOBUNjyLjkZIrZ9IQ3YKPN0yzM5xaqP4mbiIiIiGgzGEwv0WDNbTQwQltRoCgK2iNA7+xzBDbDc4foDvlcMCIiIiIievQwmM6Inh3d67qLEVfP7aI9OsmUvESyvAjkZU2DpmmQrzSylyHL0Sv7GW2dres/RERERETXH4PpFBn7DQn+9Ggpddlz4+AaAGTDghOlgc8dWEYyOtFgzedwnLCMY8FYlHcQFA3KWIYGy1m1HAQp5wMbA0OD4cxhmx10OiZsO53yKmsGnKLlyBospyR1XaQMAM2yYdvha5A/Z1pk/1ha2bYHZCOsk7WpJN+oPkXvVaizbCTKzOFY2tI+Etk/N7X/lK4ru38cC9petgQRERER0dViMJ1yF7sS4J9kQ+k02XBg6xKm7SANXGlPIek2nGxQMD1ES+ljJqnQdydoKW2MfQn6QRzGqHoHp72S5QCQ9A52R20oSgutlgKlfYhFgrVmwTZ1+KN2ajlxICjDGJhQ/Th1XelNgOZ+IqASKRNwu2H6+9jPfBIQ3T9qp4lJuO3tMaDqgzBQ3F6lddYszG0diNpCUdCb7GE/sRNF98+N7D+l68rZP71TdHQ1uRQiIiIioivHYDpJ3oOUfW9JOHo97mG4yAMfojf2ITXS86qDoPwYp4uY08NJJv4UWQ4AwJ/i0E0E+V70bxlGRwVmfXSjz8PlqJ1o1Dj8keD0OB5d91wMu8M4oBIqI6LC/pkeYlHloyl8SNi9mygQ8oYttNttKN1qNdmE4jrntEU4tzyeWl5h/9y4/iOyrtX7h4iIiIhomzCYTvJOUH7Jnj967Z34gLSLnFgQQBBkLEh7i2BHdDl5qeeBOIhJSi/HxWTmQ9JtzOcOHCtIv00HXCJlRIjvn1SZkn3vLYK/q1Vc52DbZ5OioF98/yTdjP4jsq6C/UNEREREtEUYTKcEo4DSXvUQ8qoFQUw8T3duptNi3W4LitJGvz/FFBJ004admYMsUoZupsvsP2XrIiIiIiK6DhhMp3g4muanycpadBOp/IBb3pMA/xTpMbdyF19OUJ9ZP5xfmnp1MynaHlx3iGG3Fcx3VptL86HFyhSpd/8AAGQNhmUh515WmyOU8p8VbLvaLNpj9e6fiy/nMvuPyLoK9g8RERER0RZhMJ3hDUeYSToGiTswy5oFuxPdTjgMuJM3npINDPT8u4CXufhyPAxHM6hmOtiUNQOWEYUxGgzLSHwezEtNB10iZdK8oyl8qYF9LXxMVvBurfsHALQDE7qqwkzceKteYRCcmLerHTTWCKaDtoBqwko0hqwZWDRFzfvn4su5zP4jsq6gTN52ERERERFtEwbTS1x0lTam6MAO01DtDjAexQGKNwxG3Rp2mKZqN+CP22gt7pgkbjYeYXdwweW4XbT7p2hGy5nPMWgCk6NoXNHF0QSJz200/DHarWEi6BIpkxHeGKphho/JClN669w/AOBOxvB9v2Qu8kV4GPbGmEEP2tw5wN7hCLNsMRFuF0p7DHTiVOZB8wSLpqh5/1y7/lO6rrBMcv8MdjEar9UaREREREQbs3Pnzp3z7Jtl7t27h/v376fee/DgQer/VEaDNTeBvoItuEk1XTvsP0REREREV4kj00REREREREQVMZgmIiIiIiIiqohp3kREREREREQVcWSaiIiIiIiIqCIG00REREREREQVMZgmIiIiIiIiqojBdJJswAmffRu8HFiGBjlbbuvI0CwnUXcHliZfg3pvF1mz4n3oWDAuugOj/uQYy20ha7CcZD9Ll5ANJ9EP43LV6qTBms8RPv67kMi211WGiIiIiOgmYDCdY9ZXoCgKlPYIpw0Tdl4wJESG4czhbDii0CwbpjTFqB3VewrJtHGwFERdTn0Cl7muGsgGBqaEab8NRVHQHgG6XTV4TZJhDHRI2beBIMi1TUjTPtqKAkXpYYKD5XX54/Dz6NXC0MuUqYPIttdVhoiIiIjohmAwXcRzMWz1MZP0nMB0W2hoqsBsNIQbBVreEK32GKeZkrWR41FvWdOgaRrkax4waQc6pNkIw3Aneu4hxr6Exv6aG6YdQPf76M+yHwCaZUL1x+gNXYRrgzvsbiZQFiCy7XWVISIiIiK6KRhMl3IxmQFqMxlNy9CMRDrrfA7HSqaDB+m187kNXQIk3Y5TdVM5t2XLESDv5Y9+ekMM3eg/ddZHhjGwMTA0GM4cttlBp2PCti0ESxJdV7i0KJ0557PLI2NPAvzT48R7Ho6mPqTGfrz9mrWcap33HjRYpoTx4aIBEsJ1TY/CQPoiRNoLwF5RSrnIttdVhoiIiIjo5mAwLeD41AekvURQtY8mJuhF6bftPqaSCXsRELroKgoUpY2xD/jjIO1VURQo3USAVbocAd4Rpj6gmnM4jgVD06AtRS7110fSO9gdtaEoLbRaCpT2IYIlCa5rq9zFrgT4J14YHFs5+xCA20V7DOjJHw5MFf64lxpV1iwTUua9WLSuu6kA1zGW9zEkHXYUKDvBPPgUwfZS9Q5Oe4kpALqdSL8X2fa6yhARERER3RwMptfhDtFdpOiG6eCjGaA2wyBLUC3L8TBstdEfzwCo0E0Tph3c/El8GaEq9fGnOFzklQPwciPHUt6whXa7vWWBtoS9xT93cTfxiTfsYeyrMC0DhmNCnfXRSkfSMNUZRvmR9ILaaWKSCHChm+n55SdTjMO5x8H8Yx+qaadvJibYXqlg3xuiNy4aLV697bG6yhARERERXV8Mptciw0jdPXuOualmCwmoaznBnNtWKwy8+mP4kgozZ0S5mHh96klTDnhrBuIb4XbTN/ryT5FMXA5+vOhjpurQpRn6qR8BgpHqWb8bjtKv5k8PU3PcswGu5w4Xc4+D/3fRnwFqJ3kzPLH28k/S+9c78fMD3NJtr7EMEREREdE1x2BawN0gfzUMHmUYjg09efdsRYGSd6epQnUtZ5nnBsFZKjW91Obqs/2OEWTyC+4trYkgZJWQ+pPwfbXjwHGCl6kG6doDx0mNKmcDXKB8BDeYbhCVqau9RLa9rjJERERERDcHg+lS4d2yJ9FYYzA3NHX3bADyXu5twArUtRwNRi3PHqqrPhXJGgzrqufXeggGa5OhrIz9hpQzAh/Nk25n5k8DOD5Ev99HfzTCKHyNfQD+DNPRCIfHWNzQLjfoLBnBDX7UicqIt1d2XXJwp7BwOSLbXlcZIiIiIqKbg8F0EVkL5sX6Y8Q3Zg5G4NRmnG4raxYG+nIQswgwcuenVllOsV3dTt3FWdYMDPS8IOZy6hMoWldMOzChqyrMK372mHs4hq92YIRRvawdQJd8TI+Se1BOzZNezJ+OnkPueXBdN/U68QHgFEeuu5hW7k5mkPSD+AcEOdteGgzLSP3AIGsWOuEj0IIy4u0l6YP4buPhuuLliG17XWWIiIiIiG4KBtM5VDOcf2p3sDvto92KAw/Aw7AXPHs6utPyoHmK3or0WvdwjBkSd2Ve5PpWW85qLg77Y/hSZ7Ec22zAH7fTN8aKSm+8PrHV60qUmYzh+35i5P+KeEP0+j4aZvAoL7sDjNuJeb8ANMvOzJMO509LOgZVsgPcLtp9oGNH/SzbXi6OJrvoDOK50HYHmPbbiKdoi7fXbDzCbrSscF2pqd4C215bGSIiIiKiG2Lnzp0759k3y9y7dw/3799PvffgwYPU/4mIiIiIiIhuKo5MExEREREREVXEYJqIiIiIiIioIgbTRERERERERBUxmCYiIiIiIiKqiME0ERERERERUUUMph9BsuFgHj0bmYiIiIiIiCpjMJ0kG3CiZyLP55jPHViGdg2CThma5STq7sDS5NX1PpliNj1JPDubAEA2rPQ+zD47WtZgWE7cPxwLhpazl2UNllOwnDJL/TBcV8XF3HRsLyIiIiK6Sgymc8z6ChRFgdIe4bRhwl57FFeG4czhbPiqWrNsmNIUo3ZU7ykk08aBli0Z8NwhukM3+/YjTTYc2DowTe5D3Ya12IcyjIMmMOkFnysK2iOgYSbLAIAGyzYhTftoKwoUpYcJDtYKrBb9MFyXbjtrLeey+uFlYnsRERER0VVjMF3EczFs9TGT9JWB6dXT0FSB2WgINxpq9oZotcc4zZQEZMhy9Mp+9iiTsd+QgNkEw8Q+HM0AtRk1vIdht4vhYicDntvNlAE0y4Tqj9EbuuHIvwd32I2XuybPPcTYl9DYZ8OxvYiIiIhoGzCYLuVikrkAB2RoqRTTORwrmQ6uwZrPMZ/b0CVA0u04/TM1LFa2HAHyHqTsewiCi+zgs2bZsO3wNciOtgejYalU1TDtNTtAJmsGHIG0WNkIU2zTQ4E3mIw9CfCnRxtIob+L3VRDh+21tG+To5qi/VCgTWUNliOQMn2tsL2IiIiIaH0MpgUcn/qAtBcHn9o+mpigF6Z0Ku0+ppIJe3HB66KrKFCUNsY+4I/bi/RPpZuIcEuXI8A7wtQHVHMOx7FgaBpWXTO73TAFdexnPwpG8lpxmqqiKOjPAPhTHCUjDc2CberwR+E2LaXXXkcehsGQ5eKHA1kz0FF9jA9Xp8PLmgVTBWaTqEwQQPknd1NzcB3j4jtHNppQ4WO6aIy4zqmlawfQpaicaD8sa1MZxsCE6o/CVGgFSm8CNPfT6y6jWZkfatIv8T7E9rqU9iIiIiKiQgym1xHOOV7EmJ6bf6FcppbleBi22uiPZwBU6KYJ0w5GosSXsUw2HJjqDP3WMDFqJ8PoqMCsj26UPusN0Rv7UDvZkW7AG7bQbrfTgcC2crtoj4GGHQRVttmA3+8tp/smbjZlmxJm/Taym6d2mpj0oh9IpoBurjX/VTXjQNPWJcyy9XEnmEFFMmlCC3L+l+u9kkibhkHn6XG6r3aHqNSybjf1Y032ld2Phdhem28vIiIiIirEYHotMozU3bPnmJtqtpCAupYTzPNshSPL7f4YvqTCFB/qS9Ms2DowbnczF9/xRXqSd+ID0i7upt4NP/OEo4QrpVkO7MZp4iZuI8C0l4Mqb4hWGPy1+8GN3rJl/Olhav56b+xDauwv/dhQJnlDq+imcul1hVMQFkFUOH9+MfIqQqRNXUxmfph27MCxgpThqttTJ7bX9WovIiIiopuIwbSAu0EuaDjKI8NwbOjJu2crCpT+LPtnJepazjLPDQKCVGq6KNmAY6qY9VsrR8tScznX/gFgm2hoqlLmJm4uDkuCqmg/Z8v4Jzk7bsWPDcJWBHnu4Ri+1MC+DMhGB6o/RkGm80plbep2W1CUNvr9KaaQoJt2tekIqDPNm+11Ke1FRERERIUYTJfKjh4FI0OpC3kA8l7ubcAK1LUcDUZ2NG5tGixbhzTrL6XCBo5x6mdG4Bav7Cg2wuf8WivncF8LlYKqYORR2svZYP8U6bHEmnhHmPoSGvsa9hvSGjfTqtKmHlx3iGG3Fcy7rzQdoeY071XYXgkXbC8iIiIiKsRguoiswXCCR+fEo0fBxazajOcIy5qFgZ4XBHs48bE0OhWospxiu7qdugu4rBkY6Ksv1L2jaTA6poWPyQLCkfJgW9sro5rgJkqqmQ6QZc2AlXPTJu3AhK6qMLf3uWKhOP12sV2yhgM9ePxSsDc0GFbi8xX72Z3MIOkHieUsl1lLWJ/l5QRtIulm4kZWWUX9UKRNs9sePppqUwFnKbbX9WovIiIioptp586dO+fZN8vcu3cP9+/fT7334MGD1P+vJdmAY+uJR035mI1HOEzeJAzBhbI1MKGGBf3ZGL3JLmwT6GdHh2QD1kBflMWsH9+Qq8pyCsiagYNOA6oUrcTHbNxDd1WeNgDZsDDQ1WBbZ30oXcCam1hO2PYxbqdTvoP1xdvkz8YYHaZH2AEAmgGn04A/atUz6rhRMjRrAHPRUD782Qi9btz2ovtZ1iwMzHDfrihTaKkfYnVfBIKMgrkJNdm3sor6oUCb5n3e6yZvTnfZ2F7Z9tju9iIiIiK6eRhME117QXCGfk2p0rRhbC8iIiKim4Bp3kTX3EVuZEWXj+1FREREdDMwmCa6rsK7Y9s6MO4xhXfrsb2IiIiIbhSmeRMRERERERFVxJFpIiIiIiIioooYTBMRERERERFVxGD6GpENB3Mnfi41ERERERERXQ0G06uENwvaXPCqwZrPYWnZ9wucTDGbnvDGRZsk0u4iZS6kQt+QNVjOPKjP3IFlFNRINuBstN5ERERERI8OBtMraE0V8H34UgP7WxJ5eO4Q3eGq5+nIMJw5nKJgqjaXua7LJdLuImUuhwbLNiFN+2grChSlhwkOkN8sMoyBDin7NhERERERrYXBdC4ZexLgT0fwIWH3bvZzALK8GN2TNQ2apkHODWLqIEOWo1f2s2vsUvehCIF2FylzSdulWSZUf4ze0A2zFTy4wy6GeakL2gF0v4/+LPsBERERERGtg8F0HnkfDcnH9MjFZAaozWy+rQxjYGNgaDCcOWyzg07HhG1bSJWUjUQK7hyOpeWk15an6WqWDdsOX4Nsim6QEjyf29AlQNLtxfrmmTxhWTPglKyruM4i68pLUc57T2wfCtUZ4XzynG2upLTdRcqIbVfxfo4U9Y0oqD8SSPvXYJkSxoershqIiIiIiKgqBtM55P0GJH+KIw9wg4gpHQiFJL2D3VEbitJCq6VAaR9iEa5oFua2DozaUBQFiqKgN9nDfmZBaqeJSS/4vD0GVH2wlKbrdqPP/fQHwafoKgoUpY2xD/jjeH1KNxE8aRZsU4cf1ac9haTb6QC3tM6C66qgbB+W1rlGIu0uUgYC21W8nwPFfeMudiXAP7mbCrgdY7k2mmVCGvfyR6yJiIiIiGgtDKaXyNhvSIAf3ujr+BQ+VCwNQAKAP8Whm4hQvOjfMoyOCsz66CY+99whslOe/ekhoiLe0XR16vCF5NTHG6I39qF2opHunDIr6lyrKvtwqc4xb9hCu91eO6gXa3eRMqEq27ViP4v0jWTArbSngG6m57JrFkx1hhEjaSIiIiKiWjGYzpL30ZCA2SSMbLwjTP28dN6iFNtg1HCxjAL+STLgOkHe2PPFhaOYp8epd70TH5B2EcRn4nWuU9k+LK5zmrcIWNcg0u4iZUJl2yWyn0X6RjLgjn5skBr74Y8NGixTxazfjUfFiYiIiIioFgymM+T9BiQAqhmlzgbzg1el814nqTnO8znmppotsnUuq84i7S5S5rKlAu5I9GOD1oQKQO04cJzgZaoAJB0Dx9lYujwRERER0aOAwXTG3V0J8Mfho4bCV38GQMJeNrd4pWOcrhixvBpBfWb9xDYtXtGo5QbrLO+t8UgmkTonyBoMy4Im3EZpIu0uUqZcXfs5uAGalLdi/xTHAHB8iH6/j/5ohFH4GvsA/BmmoxEO04P+RERERERUAYPpFA1NNSdF151gBgkN4YcKexiOZoBqwkpEd7JmIOf+UMK8o2nwbGMtfExW+lOc+Eik+KY/G45mUM10sClrBqxFharUuWhdYbCYmIutHQQjutWI1DmmHZjQVRXmwfJn5UTaXaSMiCr7uZg7mUHSD+L9IxsY6FJcR8+D67qp14kPAKc4ct14GjcREREREVXGYDpJa0KFj+lRNsoIRwFzg8cV3C6U9hjoxGnKg+YJjpaGVCsI58Q2zPAxWZk8XfdwjBl02FFKdPJzt4t2/xTNQZwyPWgCk2SFKtR59bo8DHuJz5wD7B2OsNbjjUXqHBWdjOH7vtBc5CUi7S5SJvPJShX2cyG3i3Yf6Njh/rEb8MdttHizMSIiIiKijdu5c+fOefbNMvfu3cP9+/dT7z148CD1fyIiIiIiIqKbiiPTRERERERERBUxmCYiIiIiIiKqiME0ERERERERUUUMpomIiIiIiIgqYjBNREREREREVBGDaSIiIiIiIqKKGEwnyQac+RyZxzdDNhzMHUP8OcJCNFg569oIzVo8z3jp+dN0+WQNhuXE7eFYMLR075JlDZaTLOPAypQhIiIiIqKrw2D6UeB2oSgKFEVBf5b9kC6XDOOgCUx6izZpj4CGaSd+WNFwYJuQ/Cn67aCM0hsBpg3HYEBNRERERLQNGEwTVSHLiwwFWdOgaRrkSvGth2G3i6Hrxe+4XYxmgNqMMwZOx220ukMsinkuDsc+pMZ+zRkSRERERES0DgbTa5GhGRacROq0Y2npIGcpTXc5lTegwXKi5Tiw1hp5FKiPIDm5HMeCZliYzy0kE8NTZQrqLBvh9l+XtHLZSLRF3j6UYQxsDAwNhjOHbXbQ6Ziw7fT+KV9OGRfDYRxsExERERHR9mEwvQ5tH01M0AvTdJV2H1PJhL0IGmUYAxOqP0I7KtObAM39dNAFQO00MemF6b5jQNUHWBGbrlZaH0GaBVuXMF2kFp+io6upIrLhpMu0p5D0G5B+rFmY2zowai/Sr3uTPezn7EJJ72B31IaitNBqKVDah3CjDyssJyJrFkwVmE0WS8khY78hwZ8egWE2EREREdHVYzCdQzXjUcX5fA5bl9IF3CG6QzcOajwXwyBPNwyW72JXAvzT43SZ7jAOukL+9HCRyusdTeFDwu7dTKEypfURIcPoqPDHPSwGRb0hemM/VWa/IeWWyUs/9oYttNttKN3sVm+bYNsx66ObSr8eYphXdX+Kw0Q5eNG/KywnvNndfD6HbUqY9dso2k2aZUPHGD2OWBMRERERbQUG0zlm/XDUNbpBVCqgRBA0WU4qrXpuJkdwXUxmPiTdxnzuwLGCFO9ssAkA/kkyKDtBdk1iyuojIvwBIFkfAN5JskYFZaRd5P0G4C0CzW0WbFfxyHBs9ehwheV4Q7Si/tWfQiq4uZhsODDVGfqt4Yr1EhERERHRZWMwXZkMw7GhS1OMolRnRYGSuU22221BUdro96eYQoJu2tXTroWI1Ye2l+euHt0P0up99NvdpawGIiIiIiK6OgymKwtHH0eJOy0DkPcyqeAAAA+uO8Sw2wpGtyulXYuqUp8ixzj1AWkvc8ut1HIKyvinOE69i/B5yhZy77u2VYLtSt5Nez11LScQBNLAuN1NtS0REREREV09BtOVRQGTkXhEkoVBal61BsMyEkFkMNc4N+C8MJH6xI6DwjkBrofhaAZJH8R3HZeNzHI8HE39oMxiZUGZvNRn7cCErqowD+oJLjcn2HaoJqzEjpE1A0alqossJ9s3gs+z+zAOpFvx/HQiIiIiItoaDKYr8zDs9TGTdNjh/ORB8xS9VFq1i6MJ0BxEc5htNPwx2huZ8ypSn5g37GE8k2Da4WObkvN03S7aYx8N0w7qPdjFKLMcbxiMsjfCv5/bDfjjNlo5EZ87GcP3fbE5xFfN7UJpj4FOuO3zOQbNExxVrXrpcqK+ET82zTaz+1DDgS4BkKBH+3nxyjyGi4iIiIiIrsTOnTt3zrNvlrl37x7u37+feu/Bgwep/9PNIBsO7MZ0Qz8EEBERERERXU8cmaaETAqyHIyQ5qVwExERERERPcoYTFOCi6PJLjpRerrdAcZ9PtuYiIiIiIgog2neRERERERERBVxZJqIiIiIiIioIgbTRERERERERBUxmCYiIiIiIiKqiMF0kmzAmc9hZR7kKxsO5o6BxBOZa6DBylnXldGs9POMt6ZiV0izVj/XOewr2X4hyxosJ36G9NxxYC1uj75Ms5Jl42VVXc5FyYYVbM98jvncgZV8/jgRERERES1hME0BtwtFUaAoCvqz7IeUJsMY6JCyb0PDgW1C8qfot4N9qfRGgGnDyQtONQumCoyjsotneVdczgXJhgNbB6bRutpTSLq9PT/0EBERERFtIQbTN4As5wdYq96nC9IOoPv93B8dTsdttLpDuNHTxDwXh2MfUmN/RWaDj5OcJ49VX866ZOw3JGA2weIJaN4QoxmgNhlNExERERGtwmB6LTK0VFrsHI6lpYOcpTRdC0Zumq4Gy7lIeq2GAztnFFGzYNsHiRRlgTqXyktNz3sPkDUDjsB2yUa4j7ILuAKpVGfHgraXLYFge00J40M3+wEAF0OBZ3IvttlUAagwF+uM0rzFliPapqJtQURERERE4hhMr0PbRxMT9MK0aKXdx1QyYS8CQhnGwITqj9COyvQmQHN/af6t2mli0gvKtMeAqg9QLdZxMckZRdSaKjCbYBHylda5RpoF29Thj9rXJm04SHWW4lTn3ik6upotBs0yIY178ShuqWDk158ehSncgDdsBevozwDM0I/aZJHmnWd5OUJtWtoWHobBMPSi38magY7qr/jBgIiIiIiIwGA6n2rGI33z+Ry2npkd6w7RHbpxUOO5i4AkiFHuYlcC/NPjdJnuMA5uQ/70cJHK6x1N4UPC7t1MoRJuEE0nAnUNQSydWFtpnesiw+iowKyP7mLDhuiNfaid5Zu4ecMW2u02lG52z1ymMFBNBslhnVM0C6Y6w0g8koZm2dAxRq/C3+TJXU5pmwq2hdtFeww07LC/mw34/So/GBARERERPXoYTOeY9cORvvDVzgZVkGFYTiq9NkjZjbiYzHxIuo353IFjBSne2UASAPzkhFnvBNk1CXEnmEHFYnBaa0LFDMlYurzOdYl/SEjyTnxA2kXe7wSed9VRW1jnzORl7yTZGhosU8Ws3136QWQV2XBgqjP0C0ecy61eTlmbirWFZjmwG6cYLW5AtrmbnRERERER3RQMpiuTYTg2dGkaBx+LlN2Y221BUdro96eYQoJu2ptJqQbiVO9wtHEpxVuwznUKfkhYFeRdQ1oTKgC148BxgpepApB0DBxnKYU9SBv30W+LB995Vi9HvE2L20JDU5UwG13Gzc6IiIiIiG4OBtOVBaN9qeADgLy3/KAkwIPrDjHstoLR7dpTqmPu4Ri+1MC+nJPiXanOFcl7mUdEHePUXx7dD17ZgBCArMGwLOTem+3SBHWW9tKVSO2f40P0+330RyOMwtfYB+DPMB2NcJgY/I0eNTVud1P7u6ri5Yi0acW2yFqRSUBERERERAym1xAEKGoznnMqaxYGqXnVGgzLSASI4eOH/FOkE25r5B1h6ktoDDo5Kd4idY4dB4VzAtxwOYv5tjK0g0YmmA5uaKWa6QBZ1gxYxvJPCdqBCV1VYR4sf3Z5gjpLyZu/yUZ6/3geXNdNvYIs8FMcuS6iTPU4AG5daM5x+XJE2lSkLeKshkUZWcOBHjwuqzTgJiIiIiJ6RDGYrszDsNfHTNJhh2mzg+Ypeqn0WhdHE6A5iFJrbTT8MdpLc17r5OFo6kOSJPjjw0wQJFLnmDfsYTyTYIY3pIrnznoY9saYIVyOc4C9wxGWluJ20e6fJrZ/jkETmBwth2buZAzf9zMj6VfA7aI99hc34ZoPdjEaL21ZiTAIhQQ9Ws7iZVXIShBZjmCbCrSF222j7zcW7T23O5BmfbSv9KZwRERERETbbefOnTvn2TfL3Lt3D/fv30+99+DBg9T/iYiIiIiIiG4qjkwTERERERERVcRgmoiIiIiIiKgiBtNEREREREREFTGYJiIiIiIiIqqIwTQRERERERFRRQymiYiIiIiIiCpiMJ0kG3Dmc1iZBwLLhoO5YyB62nI9NFg569oIzUo/q/hSVnrTbKK9NFjOfAN9i4iIiIiINo3B9KPA7UJRFCiKgv4s+yFdDRmGY0KVsu8TEREREdF1wGCa6Apolg1dmmE89rMfERERERHRNcBgei0yNMOCk0iddiwtnaora7AcJ06tdiwYWl4yb5jqO59jPndgGXllygjUR5CcXI5jQTMszOcWktnNqTIFdZaNcPvrzY3ejNraS6wtjk9nGLe7OMq8T0RERERE1wOD6XVo+2higl6YOq20+5hKJuxF0CjDGJhQ/RHaUZneBGjup4JSAFA7TUx6QZn2GFD1AZbiszKl9RGkWbB1CdN2VOdTdHQ1VUQ2nHSZ9hSSbsOpXOltUmN7CbaFN+xi6KXeIiIiIiKia4TBdA7VjEcV5/M5bD0zsdUdojt0sYiFPBfD0QxQm2HwdRe7EuCfHqfLdIdwo/+H/Okh3LCQdzSFDwm7dzOFypTWR4QMo6PCH/fiIM8bopdKQ5ax35Byy0iN/aXRV2/YQrvdhtLNbvW2qbG9amkLIiIiIiLadgymc8z64ahi+GovzWuVYVhOKpV3biZHcF1MZj4k3cZ87sCxgpThbLAJAP5JYnjSO0F2TWLK6iMiDCiT9QHgnSRrVFBG2kXebwCedx2GX+tsrzragoiIiIiIth2D6cpkGI4NXZpiFKU6KwqUzG2y3W4LitJGvz/FFBJ0015K9a2HWH2oWD3txbYgIiIiInpUMJiuLBidnY2Gi3RfAJD38p5x5MF1hxh2W8Ho9kZSfavUp8gxTn1A2kuPx6aXU1DGP8Vx6l0AsgbDspB7H6+tdNH2qqstiIiIiIho2zGYriwIKNWmsUgDljULg9S8ag2GZSSCyGCucW7AeWEi9YkdB4VzAlwPw9EMkj6I72ItG5nleDia+kGZxcqCMv70KJ4nHNIOTOiqCvOgWkh6+epqryptIUOW5UVq/F1ZhrzUJkREREREtK1WBtPvfve78cEPfhAf/OAH8e53vzv78SPMw7DXx0zSYYdzYgfNU/RSqbwujiZAcxDNm7XR8Mdot4ZLAefFidQn5g17GM8kmHb42KbkrajdLtpjHw3TDuo92MUosxxvGIzaNsK/n9sN+OM2Wjm3pnYnY/i+j9kkexuvbVNXe4m3hWbZsG0bpi4Bkg7TtmHb6UeQERERERHR9tq5c+fOefbNH1d+HN//j76P78jfAQB80Psg/sXP/4vF5/fu3cP9+/cTfwE8ePAg9X+6GWTDgd2YrhFYEhERERER3VxLI9M/rvw4fvOF38Q397+J7/257+F7f+57+Ob+N7PF6EbKpDvLGg5WpHATERERERE9ylLB9Lvf/W58/z/6Pt760FvJt+mR4eJosotOlO5sd4BxH72cFG4iIiIiIqJHWSrN+4Mf/CB+e/Tb+N6f+166FIA7T91Z/Jtp3kRERERERPQoW0rzJiIiIiIiIqJiqWD6d3/3d/FB74PJt4iIiIiIiIgoIxVM/+AHP8CP/L0fweO//XjybSIiIiIiIiJKWErz/q35b+Ennv8J/OTRT+L9/+z9eP8/ez9+8ugns8VuJtmAM5/DyjzsVzYczB0DiScy10CDlbOuK6NZ4TOWw9fWVOyyabCceU57B+2V2keLV8nzoTVrZRnNcuLlpNYpZz6zkHwk+JKw7y7VW9ZgZJezuF07xLerdDkXkLN/ZMMKtmc+x3zuwMpsvCxrsJxkfRxYIvXJWVcthPZPeZtW265VfXUFkW0XKbOk7u0qILSfBcnh/lvRx2Kr9vMVnsNXHe8bsPocVX6cxlbtwxXW6odERESXbymYRhhQf/8//z4+1PkQPtT5EL7/n38/W4RuGrcLRVGgKAr6s+yHjwoZhmNClbLvA4CLbrh/4lcbYx/AbAI3W1yEZsFUgXE7XF7iWd6aZcNUffTDz9qjUzRsZylICcgwBjqWqy3DOGgCk96izu0R0DDtRAAgsl0iy6mPbDiwdWAa7Zf2FJKeXJeGA9uE5E8X+0fpjQDThpO/gzZMbP+Ut2mV7Srqq5er3u0qIrafxWiwbBPStI+2okBRepjgIOf42p79HFt1vG9AwTmq/DiNbOM+JCIiqkduMI0w5fs73/kOvvOd7+AHP/hB9mPaIrK8dAUIFLxP+TTLhi7NMB772Y/yyftoSD7Gh2uF0iEfJ0tPHtPQVAF/fAg3/Mxzh+iNAf1g6UoV0A6g+/2cH0E8DLtdDKOFAPDcLkYzQG3mLCeytF1rLmctMvYbEjCbYPFENm+4tK7TcRut7nCxf+C5OBz7kBr7YiNftRLZP2JtKrpdlfvqxtS7XcVE9rMYzTKh+mP0hm4YHHpwh924zy3Kbct+Tlh5vG9K3jlK7DjFtu5DIiKimqwMpqmIDC2V3jaHY2lL6bXptMZV6YiiqYaraDiwc0YDNAu2fZBIkxOoc6m8tMa89wBZM+AIbJdshPsou4ArcHw6w7jdxVH2gxW0Ax2SP8VR5kIzlfroWND2sp+H22yqAFSYK1Io/eUrWEDaW041NaULBvRpq7ZLiGwk+nN+HyvbP+VcDLNRzwoi6xLqqwLbJaK4TcW3S6SvCm27QBmRba9ru0TWVa7sXCdjTwL86dFilHUVkf2MPYFzuMh2iZQROd4FllPW50XPUSJE9qFQPyQiItpCDKbXoe2jiQl6UVpsu4+pZMJeBIQyjIEJ1R+FKYQKlN4EaO4vzQFTO01MemHK4hhQ9UFOqmERF5O80YCmmk4/Lq1zjTQLtqnDH7VL0v+2i5czMrVaOCKXuSAPUh+lOPWxd4qOriZKAN6wFXzWnwGYoR+1SSKFEgCkvfKOoFkmpHFPuN5ymLY5m6y6GM/frqzc5WgW5rYORO2uKOhN9rCfaPfy/eNhGAxvLY4DWTPQUcsyAIKRsmS9y9cl2FcFtisrd/8Itmna8nZBoK+KbLtIGdFtr2W7BNeVlLufS891d7ErAf7J3VQQ7BjLKyrbzwCg6h2chufwqP+k0tdFtkukjMjxLrIcgT5ffo4SP07L9qFQPyQiItpSDKZzqGb8q/58PoetZyZ7uUN0F+mBQcpidGERXI+EF2unx+ky3eHS3Fp/mkiPPJrCh4Tdu5lCJdwgmk4E6kFAlLrALK1zXWQYHRWY9dFdbNgQvbEPtbM8quENW2i321C62T2z3WSjAxUzjFJXiWGAkLzYDbe9muAHEkk/QJTMIGsGBroESLtYdA/Ngqlm65AjulnRfA7blDDrt7Fqd+dv1+LDguXktDuClN9hoozQ/nG7aI+Bhh2tqwG/XxBAIEwlxRi9RSGRdeXUeamv5pRZ2q5Q4f4RbNOM5e0SIbbtImXKt72u7RJZV6hwP4uf65I/ZCrtKaCbFedwB/L2YZy+LrJdImVEjneR5eSUWerzgtY4TpeJ9EMiIqLtxWA6x6wfXmCFr/bSF7sMw3JSaYRBOlzExWTmQ9LtYMTDClK88y5UUumR3gmyaxLiTjCDinh6ZhMqZkgPipXVuS7xDwlJ3om/8uLa8ypdfW2BeL5g+jo/GvFKb493Ur1V3W4b/ZkEM7xQHTSB0dgH/FMEe1aDZaqY9btLP9As8YZoRX25P4W08sZPq7YrVLicYNuzI7FpYvtHsxzYjVOMFjc2Kr5ZlWw4MNUZ+qmRfZF1ifRVke0KFe4fkTZNy98uERW2XaBM2bbXs11i6wLK97PouS75Q+ZyECwudx9W6j8iZUSOd5HliPR5MVWP03wi/ZCIiGh7MZiuTIbh2NClaXwRsUiHi7ndFhSljX5/iikk6Ka9mZRqIE71DkcWllK8Betcp+CHhOKL2WtL3kcQcxZdtF6UF/ahoK1a3SGwm8iQ0JpQAagdB44TvEwVgKRj4DgrU+qDm0OtCBoqbFfhci5EQ1OVMBuJ3awqSBH10W8XBRnFNtFX8/dPSZsm1LFdl+fqtmt5P4uf67IBHIDKAeWlWfN4X+Xifb7acUpERHRTMZiuLPz1P3kRAUDey7t49OC6Qwy7rWB0u/aU6ph7OIYvNbAv56R4V6pzRfJe5hEtxzj1l0f3g1fOBbSswbCsRYrodRDcoGuM5Sm8wbZn54/Wsp+zc5mPD9Hv99EfjTAKX2MfgD/DdDTCYd6QYInV2yUi2Pbs3P20C+6fTKATPZpn3O6m+nVAZF0ifVVku9aVPz+9eLtEiG+7SJnq277Odq27riyRc12Ymp43z3vFaHqR7HLkPSmxHJHtEigjdLwLLEeoz19QpR8kRPohERHR9mIwXVl0wRLPL5M1K5gjuKDBsIxEgBimz65xoSbMO8LUl9AYBHNe04OLInWOHQeFcwLccDmJ+aTaQSMTTAc3plHNdIAsawasnBv8aAcmdFWFmffIp0snQ5blxYXgXVnG8tPF8gOFQLDtUvImcnI4f7QqzYC12IFy8Cif5Fxmz4PruqlXkBl5iiPXRZA5n+2H8XzW5foXbZfIcqIbEpmJegfl4mYX2T9xlkW8+RoO9HT6eRyYtVbM0RRZl0hfFdkukf0j0KZC2xUp6qvi2y5Spnjb69oukXWJ7Gexc507maXmeUfbvtz/i/ZzIG8fzkbZG3UVbZdAGaHjXWA5Qn1ehNhxGn5QsA9F+iEREdH2YjBdmYdhr4+ZpMMOU+QGzVP0UmmELo4mQHMQpdHZaPhjtCvPfazCw9HUhyRJwTNfM5+V1znmDXsYJ+ZAxnPgPAx7Y8wQLsc5wN7hCEtLcbto908T2x/Mo5wcLY97uJMxfN8XSi3eNM2yYds2TF0CJB2mbcO2rVQ2QXCDLh/TVc+Ncrtoj/3FTXnmg12Mxkt7qJx7hElzsOg/HYzXSI2N+mH8iDbbbMAft9HKRDTF2yW4HLcLpT0GOnEK6aB5glSzC+wft9tG328s+t/c7kCa9dFe3GUqvGiHBD0qs3gl2ktgXUJ9tXS7RPdPWZsKbpdIXxXddoEyxdte43aVrktkPwue69wu2n2gs+hj2eUESvczgNl4hN2o/4TLSd8QrWy7BMuIEFmOSJ8XUH6cBkr3oUg/JCIi2lI7d+7cOc++WebevXu4f/9+6r0HDx6k/k9ERERERER0U3FkmoiIiIiIiKgiBtNEREREREREFTGYJiIiIiIiIqqIwTQRERERERFRRQymiYiIiIiIiCpiMH1BsuFg7sTPNN2ky1wXXS/sG0REREREl+uGBNMarNTzkBOfWJlnmdbtZIrZ9KTw+dGaFT8X9UIBj8C6Nko24MznsDI7czOBXNCm2XWtQzYS+z/xyusv19ZV941HnazBSB3nFgwt3b9kWYPlJMs4sDJlLk99x1dMg+Vc8Bwn4Lz1DM5efR5vv/o83n75GZwnVyY3cPbq8zhrJd4DcP6F5/D2q8+lyxIRERFd0A0Jpl1MZoDU2M9cxMnYkwDMJnBT79fHc4foDguWrlkwVWDcVqAoCpTWcO2Ap3RdlMsbtoJ9358B8Bdt0Rqu0xIyDGf7AvHivrGddb45ZBgHTWDSC/qZoqA9AhqmnQhWNRzYJiR/in50LuiNANO+Ie0iw3BMqFL2/Zq1nsGZ+ThufeYFPPb0C7j9InD2UnGQfP6553CmArc/80XsrHPIExEREa1wQ4JpwJ3MAGkXd5NvyvtoSMBssirIWEGWF0G5rGnQNA3y0sWaDFmOXtnPsnycXOgirsq66MaovR9SLqH9XMTDsNvF0I0Pcs/tYjQD1GY89Hs6bqPVHWJRzHNxOPZzfgS8fjTLhi7NMB772Y9q9ATOP3sXO2N3ERTvOF/H7Tcex8OfeSJbGIgCaZ2BNBEREW3GjQmmcXwKHyoS167A3V1ImCEZS8uaAceJUn0dWEujQjKMgY2BocFw5rDNDjodE7adThXXLBu2Hb4Gy2mNi9RiUwWgwlxK8w5GC+dLeZbLo4jF64rSNcMUy5XbBciGBSeRhqoZ1oZS4GVoyXXN53AsLV3vpZTX5bTYQPl2XZzIPgzKzOc2dAmQdDuue6YNy/uYSFvU0Q9F6izeD68l2Ui0aU4/FNzP5csp42JYIRPiwlMnaju+BI5lAMenM4zbXRxl3s+62HZ9AA+fBHDyZuK9N4FvA+e7H0i8FwgC6cex02cgTURERJtxc4Jp7whTPz0SpDVVwD/F8eINC7apwx+1gzTL9hSSnkzFjEl6B7ujNhSlhVZLgdI+TKWKu90wnXPFSEw6tXiGfpj+Gad5exgGQ1fpi3btALrkY3oUX/2VrQsA1E4Tk15UDlD1AdKxoAVblzBdpJieoqOriQI10vbRxAS9aJvbfUwlE3YygBuYUP0R2lGZ3gRo7i8F9qXbVaPidbnoKgoUpY2xD/jjsA8pCpRuomeI9LEKbXGxfihSZ/F+eO1oFua2DkRtoSjoTfawn+1kZfu5wnIicji9ozgrRsZ+Q4I/PVp76ke+Go+v0mM54A27qPBbwXrkO9l3AqdvAR++g/Pke81ngkB6/CXcdpIfEBEREdXn5gTT8HA09QFpbzHyuychcaEqw+iowKyPbpRn6Q3RG/tQOzkjJf4Uh4m0TXgbuFJ0J5hlRtO1pgrMRpUvTP3p4SJ91DuawoeE3UXOe7Dt/rgXLzfc9nWoZjxKNZ/PYeuZiZLh/N3FJnhuJmC7i10J8E+P02W6w6W57cXbVa+Lr0ukj1Vsi2vWD7dHTlsgmFueO7V85X6usJzwBn3z+Ry2KWHWbyP5O0uWZtnQMUav9p1c4/FVeixvp3P1LnbeAM71T6SDbCIiIqIa3aBgOrwYlBrYlxHOl06OrMUXmKm/OfGX51ojGYRvUnDjtDjQ0tAsHc3K5ycnZXsnSIdm4bZnJm57JysCuBKzfjhKFb6WR0VlGJaTSg0N0t0jLiYzP0w7duBYQQrq0g8apdtVr4uvS6SPVWuL69YPt0ewn0W3YfV+rrAcb4hWdEz0p5AKbi4mGw5MdYb+IlMlTLdP/kAl6bAXx1CV6Rh1Hl9lx3KZOrdL3M74S7j9s1/FDu7i7AtPZT8mIiIiqsWNCqaDi8FgZEXeb0Dyp8hmqabmjVa+MKyfezhe/AAgGx2o/hiHAtft20uG4djQpSlGURqzEqW7x9xuC4rSRr8/xRQSdNNeSh29rratj4m4ef3wanlukG2Qd3Mx2XBg6z767W5ipNjDsJX5gcofx2naSrJsuXqOL7FjuViN2+V9N/tOYPdx4NvfxU7yvZM3AbyG2/1jQP3U0qOyiIiIiOpws4LpaIStqeFuMPyXGG06xqm/PKpa+YKubt4Rpr6Exr62ofmTWGy7tJe+rJf3NvEcm3Akb5S4a/HKdXlw3SGG3VZwkb3lqaPlRPrYZbZFBTX3Q1ngdth1lckX7OfkPRTWU9dyAkEgDYzb3dTxsRkXPb6qHMuX4Xdw6w0Ae8k7dz8BfBjYOf2dxHsJzpdxewacm88w3ZuIiIhqd8OC6egRWR10ltJUgxstqaaF5E1tZc2AZVS7xExapJZr4eOJsgVKBfWSdLP0hk/rrytaxyC+o69sYJCd61yLKPiI56HLmpVZlwbDMhLtENyIKXWzuK3l4cTPe6Z58Fl5H9tMWxT3jaI6R8T7YRnNmsO27Zw7hMfqKrNadGM1E1aiMWTNQLXDXWQ52f4cfD7Q0z9KxIF0a8Nz0bP1Wff4EjmWI0G/i6bL3N3Io9rexM6LxzjXtcVzpc9bn8DZk2/h1teSd/hO2/k5pnsTERHRZty4YBruBDNJWnokVvBZF+3+KZqDOAV30AQmR9mCFYQ3j2qY4eOJ1rnwdyeYAeU3fLrIutwu2uHfzudzzAe7GFVK1xTlYdjrY5aYFzlonqKXWpeLowkS7WCj4Y/RXswfrVf6MWUSdDtY76r5rGXcwzFmSMz7TLaDSB/bRFuU9I3COi8KCfZDQdm543nqKpPL7UJpj4FOnHY/aJ6g8uFeupyoP8ePorLNBvxxG63FjtRwoEup/he/lucNe8NW4s7/VdV1fIkcy4HoEW1mOCfatO3lx4tdeLvCkebxW3j40vN4+9XncfZZkWdIM92biIiINmPnzp07lbPf7t27h/v376fee/DgQer/VIUGa24CfaXw7r91kw0HdmO6xkU21W072uJq+iERERER0XV080amr6HLueFTJvVTDkbKLjo3ltaxnW1xOf2QiIiIiOhmYDB9lTQrSAnVgXFv0yOSLo4mu+hEqZ92Bxj3N/CMWyq3ZW1xqf2QiIiIiOhmYJo3ERERERERUUUcmSYiIiIiIiKqiME0ERERERERUUUMpi/B+eeew9svN1A5n56IiIiIiIi20uXMmZYbOHsBuPWzU+y0Gjj7bPjvqmUKnH/uOZzpb+H2018W/ptatZ7B2yZy13/eauDh3ndx+/OvZT65GudfeA5n6uPBf974ddwu2s8F21WXSvW5Sq1n8LZ5N/tuYPZVPPZzr4X9MNyWhJ3xl3D782/i/AvP40zNfpoQLkdE2bqoIrmBs5c+hvO8Pig/hbMXPoXzJwHgLeyM3aV9fN56Bg/Nu8GPZm8c4/bzX156/vF1LENERERE+S5lZPr8Zz6C829/FzsAzvfif1ctc13tONOtCaTRegZnKnD7My/gsadfwGPZoEHIEzh/+Xmcfe6J7AfV1VKfy3SM20+HdU2+wgB45/NfDP7fPwbw1mK7osBr5+cSf/OZX8dOokxyOSLK1nXz1dgP8QTOX/jYiuyRp3D20qeAV74atr2LW/gEzqNHmyEIxB+aj+NW/0tBG7wInL303PUvQ0REREQrXUowjd3HsXP6OwCeAD75OHYmOQGDSJlr5wmcy9Er+9lVegvb9fyjgvrITywCnPPWU8Frq/Yl3QitT+Ds21/F7Vn2A+D8C5/C+Ru/jluffy38oedN7Hw+PYJ7/tc/hvPZN7DjhD+aOF/H7Tcex8OfiQP961iGiIiIiFbbXDAtN3D28nPBSwXOdQ1nL2s4exI4N5/D2cvP4FykTHa5F3T+uWdw9urzePvV5/H2q8/ljGo9kSnzPM6+8NRSPVJlXn4G53uZAgDOv/Aszl4KXy9k50w/hbNXn8dZ6ymcvVxUn5x1fe4ZvP1qtX1z/rnngr837wK4m1heul5L60ptV1Dnt199Nmgj/dnFPnr7C08lC5YSq88TOH/hWTz83FPBCKT5cTz87Kdw9lJ624vbNNzPL4dlwv0XlL/po3Ci275mn8/ph+etRml/LldWn/r6YeApnJmP4/av5P2A9wTwYWDnld8qyJgIy5z+TuK9N4FX3sL5J388rPd1LENERERERTYXTHu/hVsvfgO3XnkrSI3tfwO3Xgnn5fW/gVsvfl2sTI2iOaa3orTaz7wO6M+mL/hbP46H+BZuLVJxv4pbH/4UzhIX6UvLef57eKgvz6WNUnpvj9/KfrRw/tmP4tbzUbngB4VUgNd6RmhdZdIpwYlU5URadfl2vRb+3Zdw+41gbu5ja6QnQ7A+kXP943j44pfw2NNfxO2ffQGPfebrq+uc16YA8MrXcfvpr2Lnybs42/0Wbj/9Jdx+43Gc/fV1gq9rpmzbBfq8UD9sPYMz82PAi2G/iNqilS5WqrQ+9fVDIBh5xthdMVf4A3j4JICTD2R+JEj2m6jMm8G8+lefyfmR5jqWISIiIqIimwum8SZ2nNcAPA7MvhX+G8C3g3/vOG9iR6hMXcL08eRFszfFrXFmJCac37xYr/cadl48BtSPxiM6K5azjp1Xvr5Yzs7XXscOHsfDj0SfPoHzz96tbV3F6t2uWr3xOm6FqagAAC/69+o6L42unbwJ4Hdw643ojTeBbycLiEqMoi9eWz7CXbbtAn2+vB8GZTD7Km5HbRW1xWezWRklSutTo9YzOFOPcatknnnyR6/gR4JPLf9gs5C4KdyT709+kHAdyxARERFR0uaC6XCucDQX+lwOA5/o36JlapMYiUnYOXkrc/H4RHB36WSwlLqDc8Fy1pFcjvfd5Cf1r6vQZa6rmtUptgV1LggIUqmtH75TMUDLuwHZF1eMam6f/G2vo88HZdJpw+Vtka+sPnV5CmfmXez0y+9Un/zRa+UPNgDgfDndH974XqbANS1DREREREs2Fkwv5gqrwZzGs5fi+Y1nL2k4l58SKJNd6qY9gfOXn8XZh1+P01mfjlKRiW6ievt8av7yWkFwvfUp1ApGus8/G963Ibx3A578GB6+/Fw6PT3zQwKQHMENR/33in4AvI5liIiIiKjIxoLp209Hj/4JR/L6x8EzhBcjeeG8x8Iy2aVeRP7F4/ne44mRmHB07cVpat3ne8ln+RYsp3Y3dV11KagzR9cE1dXngzI7/eyo/Qt4rNIzykXqU5PXv47b/a/i9ovfCO7d8OI3cPuN4J4Nt178Bm69DgCv4dZseduB5AhukDZ/vvuBxIdhls0iq+I6lqlOJKOorjJEREREV21jwTQQPjt69i3sRBfDOc+OFilTj/BOtckbfMkNPNSTF49BQHDejOd4nreewUM9eSH/JnZePM5dzio7X3sdO09+BGiFj8nKFlgpsa5WeHFZsq71Vdmu8EI8L831Uom0KRWr2OdX9sOwjJm+kdV5q5G5WVcZkfpELtgPveCeDclXMJf8e4Dz2iKY35kc41xPPFc6p4/t/MqvY0f9+GL/nLc+gbMn38Ktr8Uj2texTBXnX3geZy89W3hH9brKEBEREW2DjQbTQs+OFikjLO/mUM8vbhS08/kv4vb4LTx8KfzspY8A4y/h9uLmQ29i5/mvYufDH1ss52Hze7iVTTF1vpxezgvvx61xQRpqOMfyoRmmsle5SIzWZYbpsy+8f7k+damwXTu/8uvYQbyfrurCt7xNL1f6kV+P4yys1+qbVa2vnnVV7PNF/dD5Mm73v4eHL8TH3sMmcOtrVY5pwfqELqUfOl/G7T6K+5g3xa1+vH/OPgvc/kwmu+Y6lllDdt58nrrKEBEREV2lnTt37lQe1Ll37x7u37+feu/Bgwep/9PmnH/uOZx98nXcznmMFNFlYT8kIiIiokfZZkemqQZP4fwLjUSK6VNLKaZEm8d+SERERESUxJHpa+C89QwefvYuzp8EgLewM/4GbiWfw0t0CdgPiYiIiIhiDKaJiIiIiIiIKmKaNxEREREREVFFDKaJiIiIiIiIKmIwXUA2HMwdA4nH5hJdW9vWn7etPrQ9bmrfuKnbRURE9Ki6GcG0bMCZz2Fp2bcveOFyMsVseoILPna1FrLhYJ7dwFppsOZzzHNfFuI1y9AsJ/7MsWDk7GDZsOAs/t6BlVtIg+WUlLmwYLs2uuuui7X784b24dr1ESRrMLJ9VdtEH9swzcocg4HNnxM2I33+WHF+3nTfuCo3dbuIiIgeUTcjmN4Qzx2iO3Szb19jMgxnDic3aHXRVRQoqVcbYx/AbIJoL2iWDVP10W8HZdqjUzRsJxVQy4YDWwemYRmlPYWk25lgTINlm5CmfbQVBYrSwwQHuYE51WPb+vNm6yPDOGgCk96iP7dHQMPM9kO6VJoFUwXG0bmhNcwNLDfbN+pWdF5Nu17bRURERGUYTOeSIcvRK/vZI0TeR0PyMT5chNJoqoA/PoQbXgF77hC9MaAfRBGKjP2GBMwmGEZXyd4QoxmgNuMoRrNMqP4YvaEbXkx7cIfd+G+oRtvWn2uqjywvRjVlTYOmaYnleRh2uxhGHRWA53aX+iFdBR8nK4/zmvqGiML+U7dL3C4iIiK6NI9WMC1rsJzytE/NsmHb4WuQTUOMUl7LU5RTqc6OBc3IT9e8mKA+jhOuy7FgLNYbjRhHKdw2dAmQdDveBwXDdNqBDsmf4ihz4evnXQlLe/npmrlk7EmAPz3KHZWKydBS6eJzOJZWYT0Je2XtVbYu0Xa/5OUYZcsp688VFO7Dy66PDGNgY2BoMJw5bLODTseEbW/m+KqtvUqXk3Pe2MuWqJFsJOqTrXNUpGjKhth2yUZ43jVVACrMxfal21+kbyztn9R5NW9KQt57Iv1HrE1FzquVt2tpH4rtZyIiIrpcj1AwLcMYmFD9UZhWrEDpTYDm/tLFt9sN00LHfuaTmNppYtKLygGqPkinKGsWbF2KU517p+joaqJANd6wh3a3ID1weoiW0sdMUqHvTtBS2hj7UjhiHKVwB2nb/rgdp3KvXGY4Cp0T8Ep7RRdwHobB8N9if8iagY6aHOG+i10J8E/upi4MHSPTEto+mpigF9W13cdUMmEX/ACwiqp3cBq2V5R2nkrLFFxXebtf8nLKtkuwP4sQWZdImbrqAwCS3sHuqA1FaaHVUqC0DxdTErLkMMV4NllVYrXa2qtkOcEUCbHzRuk5oYxmYW7rwCg+H/Qme9hPVHmpPivatGy7vGEr+Pv+DMAM/Wg/ZdK8S/tGzefVwv5T2qbi59Wy7aprPxMREdHleoSC6TCAOz2OL948F8PucOXFdxF/mkh1PprCh4Tdu9GnMoyOCn/cS6U691ZcSInxloLapGC0+Bini1V4OLnA6mSjAxUzjFJ51y4mM0DSDxAN6MuagYEuAdIuFpvvdtEeAw07CJRtswG/n9gXoeSFodKeArqZvngM5xem2isM1KuG03ltITX24xEiwXUVt/sVLKdsu2oksi6RMrXypzhMpHLDy3Sy8OaEQT+UMOu3sU78WVt7FS4nmCKRtw/zFZ8TigXnKMz66KZS4YeIp/Surk+2TYu3qy4bOK8W9R/BNr24bdvPREREJOoRCqZdTGZ+mIrnwLGCFO91L/JTqc7eCdKXc9HIa/pS17tIdFuBf3oc/6dS+nUknvecjTvcbhv9mQQzDJQHTWA09gH/FNFaNcuB3TjFaDHKMgLM5VGW5IVh/sWjDMNyUmmWQZpommYlPp8vp44i215RWyR/ABBcV3G742qXk7tdYurZh2JlRIjUB8jPnEjxhmiFo4Xt/hRSTj8UWddG2mtpOZd53gjWVTxKX1CfonZf2q66FNRnTcX9R6xNL65gu65kPxMREZGoRyiYBtxuC4rSRr8/xRQSdNNeSsMkhDceW3Wh7YX7MQhQWt0hsCslPtfQVCXMRsNEoOzicClQXr54BJC4eJRhODZ0aRoH5Ys00bQohXLxWnGH4NXE11Vs25Yj7uL7sF6bqE9ws7zlfnjxdV1+e9GmsU2JiIio3M0Ipiv9Qu/BdYcYdlvB/LXaU/awSLfOzi2W95JB5/YKbjw2xmKKc6HVc6uXLALlMF08b+71YoQ7HDlLBuUX2IfZdcl70gbWdfnLKd6ueomsS6TMzSPeXsUu87wRrKv4zuYF9bmSNi2oTxF5DyUlctTVpiIKtutK9jMRERGJuhnBdBicqZ1Eeqas4UCXEkGeBsMyFnN9F6nMBRcr3tEUvtTAvhY+0iRbYKXgJlySPojvFi6Hc4uvVDCPOjsyl1YSHGsGrMVOlINHXKXmVsdtERcL2iKZNu5OZqm519H+idcbXezHbSpr1tr7UEreqCdc12wUjUDWta7LX07edq1qu/X7cyBvXfE+XF1mU/Uplj3e4/n9q+qzPvH2KpY4b2T2Yf2iGwWaieM52EfxfQA9HE393PrUvw/T8vuGyHk1bIvFd4EM7aCxRjBdpU1FzquBVdt1VfuZiIiILuaGBNPhXF6/ATua22Z3gHEbrUSQdzQBmoNo/puNhj9GuyilM5zH2zDDR5pUSQl3u2iHfzufzzEf7GK0BSmC7uEYM+jxfspsU3DjMR/T7POwIu4RJs3BYh92MEa/3U3NrY7aIppXPbc7kGb99J2H3S7afaCzKNOAn2ovD8NeHzMpruugeYremvtwNh5hN2r7cF1xdepa1+UvJ2+74n2YcZH+vGJd2Zt55ZXZVH2KRcd7/Cg82yypz9rE26tUdN6IjovBLkbjNZYjwu1CaY+BTvxIp0HzBEeJNvWGQQbPoj5lbVqXVX2j9LzqYdhLnOOcA+wdjlB9D1Zr07Lz6sKK7bqy/UxEREQXsnPnzp3z7Jtl7t27h/v376fee/DgQer/tEw2HNiNaXEATyREgzU3gb6yFNBejW2rDz0qeF4lIiKiq3JjRqa3TybNdCntnIiIquF5lYiIiLYHg+mNcXE02UVnkfLaAcZ99Ji2R0S0Jp5XiYiIaHswzZuIiIiIiIioIo5MExEREREREVXEYJqIiIiIiIioIgbTFyQbDuZO4vnWRFSbbTu+tq0+9GhiPyQiItoONyKY1qzwZjSrXque+VmHkylm05OtuJOsbDhC26pZ8bN3Sy/INAvzuYXypV4FDVa2rRevZJ3lzDZbMHI2WjYsOIu/d2DlFtJgOSVlLizYLoGmvPnWPr42tA/Xro8gWYOR7auLW1dfIyvOG6LnKBE37TxWabdsuh8SERGRkBsRTLtdBYoSvtpj+PAxbife2+CDbz13iO5wc8uvnWbBVBHvn7WezSrDcOZwNhJIZhWty0U3auPFq42xD2A2QdQqmmXDVH30w21uj07RsJ1UQC0bDmwdmEb7pT2FpNuZC1wNlm1CmvbRVhQoSg8THOQG5lSPbTu+NlsfGcZBE5j0Fv25PQIaZrYf0vU7j9Vrs/2QiIiIRN2IYLoSWV6MYMiaBk3TIK91LSVDlqNX9rNt5+Ok+pXn9SDvoyH5GB8uQmk0VcAfH8INt9lzh+iNAf0gilBk7DckYDbB4gk73hCjGaA24yhGs0yo/hi9oRteuHtwh934b6hG23Z81VSfwvOPh2G3i2HUUQF4bnepH1LkBp/HVqqpHxIREVEtHrFgWoYxsDEwNBjOHLbZQadjwraj9L9gpGI5DXF5BEOzbNh2+BpkUwyjtL3ylOBUarFjQTM2k44oG2FKpKkCUGGuSI9cqs9e4sNFWrUNXQIk3Y7TLJf2WZFgOY4TrsuxYCzWG40Yr7cu7UCH5E9xlLnI9vOuuqW94tTQFBl7EuBPj0pGwGRoqXTxORxLq7CehL2y/lO2LtF+eMnLMcqWU3Z8VVC4Dy+7PmXnn7rU3F6lyyk7b9Rnu85jCKd9FKXl56Vw571X1lcDxf1Q5LwKgXYPS2X3Yc53k6wZcErqTEREdJM9YsF0QNI72B21oSgttFoKlPZhmBLsYRgMA6UvbrUD6JKPaSJCi1LL22M/WTJF7TQx6UXlAFUfpFOCNQu2LsWpxb1TdHQ1UaAab9hDe0VKuzdsBevozwDM0I/SohPpkUGqc1F9orTqIJXaH7fj9OoV6y00PURL6WMmqdB3J2gpbYx9KRwxXmdd4Sh0TsAr7RVd5MXtHrWPrBnoqMkR7rvYlQD/5G7qgtcxMlfE2j6amKAX1bXdx1QyYS9dOZdT9Q5Ow/4TpZ2nUlIF11XeDy95OWXbJXh8iRBZl0iZuuqDwvPPMjlMZ55NVpVYrbb2KllO+XkjVnSOErFd5zEZxsCE6o/CaR8KlN4EaO6v9eNIbf2w8Lwq2O4i302aBdvU4Y/C/Zc7NYaIiOhmeySDafhTHCZSKeEl/u1OMIOKZFal1lSB2ahyOq8/TaQWH03hQ8Lu3ehTGUZHhT/upVKLe0UXSaW8pSBSXJDqXG99igWjxcc4XazCw8kFVicbHaiYYZRqKBeTGSDpB4gGjGTNwECXAGkXi+Zwu2iPgYYdBMq22YDfT+yLUDKwUNpTQDfTF7zhXMbFn3lu/g80AvLaQmrsxyNIgusq7odXsJyy7aqRyLpEytSq6PwDALKxGBG0TQmzfhuVYrxQbe1VuJyq542LnKNEVK3PRYQ/sJ0ep/dhd7jyx5EieXVepx+WnldL213kuykog1kf3UXnCMqoneyIORER0c31SAbTeSOXsSD4ii8IgtHOdUaGUqnF3gnSl3PRSGe6Jt5FoskLqbc+S3dYL7nbrn96HP+nUvp1JJ73nG0pt9tGfybBDAPlQRMYjX3AP0W0Vs1yYDdOMVrcgGwEmMsjQ8nAIv+CV4ZhOakUyiAlNU1k/+S2RfIHAMF1FfdDXO1ycrdLTD37UKyMCJH6oPT8E/SrVjhq2O5PIeX0Q5F1baS9lpZT73nj4i6zPi4mMz9ME3fgWEGKd7YdROXWeY1+mJR/Xi1rd5F9GP+QkFRHnYmIiK6TRzKYLuMejuFLDezL4WinP8Yi25eEpO6wrqx7t90K5H0EsXReQ3lwu2F6qKKg1R0Cu1Licw1NVcJsNEwEyi4OlwLl5QtMAImLRxmGY0OXpnFQrkQpqWkX3z/i6yq2bcsRd/F9WK9N1Ce4Wd5yP7z4ui6/vW6i4LzSRr8/xRQSdNNeSpPfLvW2e2q++VJQTkREdPMxmM7jHWHqS2jsa0HKYNlI0lqCNLzsXF55LxnkXaZtq081wY3HRH/0WD23eskiUA7TxfPmXi9GuIPRmlRQfoF9mF2XvCdtYF2Xv5zi7aqXyLpEytw84u1VbNvOG1dRHw+uO8Sw2wrmMpdN6ZD3kFeb3DrX3g9F2l1kHwZlZv3MjzqKAkXpLmUHERER3VQMpnMFN6SSdHPpxmNZ3tE0GMXWwseVZAusFK1jEN/9VQ7n8l6JRH2ijVhZn2AOXna0bDNE1lUSHGsGrMUdduXgEVepudVxan9cTMOBnk4bdyez1NzraP/E6w0uMNVmnHIra9aKfVgury1mo2gEsq51Xf5y8rZrVdutf3wF8tYV78PVZTZVn2IaDCvRBxHP719Vn/WJt1exKueNy1ClPiLnliLZ9gqnmqQC4HA/L6YNydAOGvnBdE6ds301sn4/FGl3ke+moIxqWkv91crelJGIiOgGYzC9ijvBDCi/8Vg4b7Zhho8rqZLi53bRDv92Pv//s/d/IbKz+X3o+13v64vYd56sMLDNGbnp9jFbzI51E5xAjlIJBZ2DT1QDL6xg3WigPNCbc1wgG85QhKMLwaaYA3aBxtlp8BSMbjQnF4aRJuakocjUVgxeJjeaxGjjPd2UNYcEZtke39m5mPX2uZBU+lMq6VG3qld1r+8HCt5V9bzSIz2Pquun5/c8ihAtzrB6YLrdIPL6ZHOLo8UZVm5zfYJrFyEMeHl6X5/j7qlrX+nCYy03PYIbrMeLLBXRwxQuLL06ehLMdFjJaDevOvKmkEKruvJwMINuAdNdmRESV8ekWKUHy7mFUCrquhhvMX9gm4buCmeL6r6K6gy1r6ffTtNxFeew5jHX14F91RfzaipzrPq0C3CzBsaL4lFLnt1RnwcTb69OPb43nkSP+nR9t7TL2yv7fyMPo8SFXkm5j7Gcl/bhX+H8epX+balp6of1vrrz4H4o2O4if5uCGXRrWzr+dD2K9c2hShMREb08r16/fn1ff7PLmzdv8Pbt28p77969q/z7+dPgRDZgKYd/0ByBbPrwRpvaDzKil+DDXFOHnVp9iE4X/zYRERHt48j0AU+z8FgtTTBLLR4+pZOIiEgU/zYRERGJYDBdpzlpeqUBuPNj34EPcLM+w3SX2jcFXAvzwVM6iYiIRPFvExERkQimeRMRERERERH1xJFpIiIiIiIiop4YTBMRERERERH1xGD6hZFNH5FfPEP0mJ5yX0R0PKd2LZ9afU4Nzw8RfSin9v1zavWhjw+D6TLZhJ8/bzSKEEU+HFN7Xhfo3Qbh5u7IC6dlnnJfTyVbgG7vi3mvb+T9o1RqV8ZB+amvspk9N7j8LFhZg+Mf2E5dvt16nQTJmlPU3XfQtqvj0eBEEfwDO0/PUfW8HV9aJ+FH9L5kD76Wj3QOH1wfQbIG0yme5x35Dszd0tWPpDnH78vHPj90fPnfmvw1+EX0oaTfCdW/lfmrfF3I0OrXYMMlKJulv1+H/lb2+Xv6YEf6rnuOHvz9c6Rz+OD6CDrm34un9BR/mz5SDKYbhJYCRVGg6CtsRza8BwYxH0IcLDFbPuZ5XjJM/3DQU/b4fZ0ebawCSYJEGuGy4RTs+oaiQLc2kAyv4VypGO++rWRcjqTqx9DgeDakjQVdUaAoc6xx1fhDApBhLgzUtyBMc+DZEjZ6VucVYHj+gX0d0y22CSCdXdQ/KCRb3NbfayXeV6ndqV3Lx62PDPNqDKznxbW8Aka2N/yPvCM57vnpg9fggwWzXf+zwvqHp66t3QPMsuMqXjrcBEC4Rt5rNceDrSawdn+bthjV/jbJpg/PwO7vl6Knf3Or12mfv6c0hNP5/kkdtz7P/+8FHR+D6TZxgOXEQigZuPqQF40s74J5WdOgaRrkvT8UMmQ5f9U/G9pT7uspyTiXgGSzQgIJbXEfsi/wuZtAGl1WbraEYQg1j6blS4wQIkyKzzXHhpq4mC+D7E5qjGA5Q+NTZ7QrGIn1wB9bMsypisSd77YdB9dwEwmjpjsFRxXjrnQO6i7OJCAp3VkW6vP0eKd2LQ9Un9b+E2M5m2EZFBdcHMywClFct09MPnCw++8PdH6eUmtbnJ79c5469H6rZ3bsRyNfYiQlcK93oTTGKpC418gvw/TvKWDsfmxlN6LDdfG3MV7uXae9/p7SI53a989A9Wm9Tk/v7wWdHgbTnQKsGy4aWTPht6UVyRocXyAtRDZL6UkRfKeeVi7DXHhYmBpMP4JnTzGd2vC8aqqG5njwvOy1qI+kZ6k1ZlsqVJ6a5cGQAMnwirrXbr+17yvVnpqVp/q01afQmCZ9DNkf/M1Nc5sLW68RqmNoAOTLEbBZY7v7MA/YbwRSkjQ4tlT6AdLXBdIYtbynNKgtRohF+kaqvc93t+ntNgGk87S/ZCmOaZNm52Sbj0t39Xnxvirk/HCdUzK0Sn+uX6fdx5564u0ItKnItSyk9Rw+dX26+s+wKt91vgPtvF6i+9q58hpGOTQHnnfV43s+0/k3pas+IkSvQbG2EKmPSBkRXX+bRNuiuz5ix96t63pPR4n3v/vaRo+bpG3q+9m+fAfmbr/5iLFou1dpVwakZIOb2h+96t+mTP43Qojo39Ouc9hD63cdBPY18Pf8UNt5su/nrnP41PUZ6jrtMnB7dW5H7G8TDYPBtIBKEIDsD6ttIFnpB1KPZJgLG2qyytKOFCjzNTC+rF6cmoPIM4B8O4qC+foclw1XsGRMcbbSoSgTTCYKFP16ly4FAMEsSz9xDw//qcYU23k1Xar4Q5unZqXpWIlb1EmZVYO5rn2lqVlFavH+vlLqdIx1Vh/dBVRj8UFTs+TL0e4PfpBG0+1fprKJhSE1/CEPsA5VjDUNlyNgc1NOXs4D3IvKF6Fv7u9Jc2xIpVHl3uTzxvTwvf7c2TdE+nyqrU3jNIrHBQD5PK1Z+YZF/YfV4T4v3ldFdB/7JcZYY57vQ7ewkWx4tYNvO3bgA2yn67gErmVRIvsSKTNUfdDaf/bJmgNbBcL1oRLN9r7r5ltMDbVaqPPaab55p43VSlosRM6PyN+UzvqI6HcNtraFSH1EygjYa6+9fijYFj3q03rsIjqv9xjLdJis9vviCoaUYFOPYLtsrjFRLISSCuNsjYmiw02kbMS4X7unslHovb+TgHTe9ge/OK68eWTNxFQtj3AL/j3tPIfiOr/HBPc12Pf8UNvpOi6R7x9BIvsSKTNUfdDzOn3o3wsM2V4d29n7rmv620SDYTDdW5o6i9DCbJeflKb7qtP8zlj2Bb+9Lf54xAGWs2Xp4mzYTpbq1Dj1I9ngulQOcf3PUrdyum9e53qK8uOlqVki+0o2pRSvm83B1Op4OYGu6y1/rIeQpZTlqca3WySVuc8p1S7uFkbeCImlY9IQ7QbrEOp0ihH278aj9kWo6BvAsPeCV1sNsWrY9jG0t1dDX93r86nWNr3dIv2Tl57r0HWRSOeQcYEzKcFuYDo3QJ8X0X7sALL5WLu9x0Hjj9fWY8cH2E7XcQ1IZF8iZQbV1X9Kiwp6toTQ0tHvK+bwd125jMi1s3/zLg1A+v1Ya9gX6n9TGso01GdwB9tCpD4iZUQcbq9yP+xui571OXjsgkSu92CNsPb3Kr0BsOp9Mza9qZmucZFqn6LTRTanUFH/W5betJCMK+QJe7KW3pzOb7imxWbQXWDk5dfpCIm1f4O58++pyDkU1NV/RPc12Pf8UNvpOq4BiexLpMyguq7TR/+9SA3WXq3bOfxdR8fBYLq3IlAuK4+6pX8oEkiGl94lddIU7+qXQLod0R9LTXd1+6qP/FXrPJSm1OLmfVXKxHdZoNUsrn+xDU2+RDo9K2uP+AabZH+EoliATIcVSlDtaurfTrBGKEnAgXYrfxHu/6HQ4NgqQmt28M7o0NrbS6TPp1rbNL5DAgnn8gXOpBDr5R0S6QwXB0bQh+jzItqPHemPZ8evpF1F9v4d3tZjBz7sdhqPazgi+xIpI0JzSscdHV7lvrP/xEtMsrv/urWBZO+PfLRr+a7bEbx26sGQNoaKEIJ/HjIif1ME6zOww20hUh+RMiJa2qtXW/Srz+FjFyVyvWcj6rtgvn4D4GEqx9gr/TpXzHuu1ySYpX9D7SxQXoyBlZtUFqLUHB/eaIvVLpNgBTRcp+1/TyF4DsW+Wzr7j+C+jvI9P9R2Go9LzDDnUKyMCJH6QOQ6Ffh7IbKvo7TX3nZavuvoKBhMC9hbHAm1uUINnT2YTdKAy9pgAwmG7e2ladDpkC9HkCojz+mcsPrdwEKMYGYhhIpp4w/wNB2uadQa9S/CXP6HQhtDBaBOffh++rJVAJKBhe83phI22vuCTTX1ZxFdfb7bLbaJhLPLc0jJFrfZv88vzyAhQdMp+fBkmL4HQ9oUP+gUBUrvFeFObTvPV57at3tNlr37ct2hxQSH0n3tVIOhvbTigXXX52mJ1EekzDDE2uJp6iN+vQfX7u4pFLI5hZq4ePByG0Op36SuiLPfSekxTWZL4Kx8W1XDWJUQrpalQDnAdcN12vr3tM85fPR3i/i+2p3adsQ9/hwO6xj1OfT34vH7evr2omEwmO5Uv8Obpj+VH5FUvOojiTGCYInlbJLO6agEZul26iOfx1SfnySnqz71fBxRl+wRSEPuS9ZgOs4uHewY0gDTLea4777AJBye1pX9YTcOjE43ytLbmjaan5/ba1iWBWu1wip7uQmAJMRmtcK18Elsaov6Yl+pen2q7dWnz7fJFj8bjSAld4gR42YDjEaP6BsDaD/2bLSv/IMuL9PL02+n/biGJbIvkTLPS9P1VW8L8WunCIbqf3NEifxNEa/P0xCpj0gZES3tVeuH7W0xVH1EiF/vaTaVhNGllqZ4do20PYF04THRoP7w3Oo9u0BZ4O9pn3MooL4v/r3oT2RfImVeHvH2atfyXUdHwWC6jazB9NPHLhR/DNJFMVS7GtzJmglnt+iFBtMxS5/n83HLXwT54ho2nNKGZM1Efe2MPuKbTfojQMseF1D6TCovUHBw8aw84OkeoWneV4ybTSK4LzHalQ1DVWEf7flkB/6IB2uEaH+MVDpX5dDodLNgHVbmiu2dnzhGEASVV5qds8VNEOxN5Tks7WPltpAPLErT3l4ifV7M7TaBJEm7H6fxXfrvh4yU9+mrbZqOPVzld5TzAKVI15I1J53b18vTb6fpuPb6eKb5WhbXtK/iHB4uc6z6tKt/PxfzNQ/Vp9n+9ZUfV72M0LWTB0OLdI5pWyzdfH5E/qb0qI+Qx16DIvURKSOix9+m1rYYqj6F2/SibrhhLH69F/3RbvyOH5ZIux/4u5rTzFI/ldNHXFXmVhcZAkUxDVdGNW288+9pr3PYran/8O9FP037evl/L0SIt1c7kb9NNCQG0w12qb7eFGcbC3o9VSOYQbe2GC+KFK/FGFjf7L7ecbNG6XMPo8Rt3I6iu8C0SBdbjO+w28xDZPOFRnb2uIBSTnDornCW18kbIXEPLJ517SKEAS9PXzuUV3xgX/EyHYnPFw1p25eIYO0iSZIHjNQI0sZQ0fTjI7vr3faDIXvuZWuZumAG3QKmA52fVsGs0hbeFHD1yd4CLp19o7PP91FabCxblKw+Ui5KuK+2aDr2YmGRGMt5+qz5fB+L8Rbz3mlXT7+dpuM62McOXMuimvZVX5ylqcyx6tMu/34uHl3o2R31OaR2fUWLM6zcWlsIXztZsCdJ6fN3a59WHDo/In9ThOsj5tHXoEh9RMoIEP/b1NEWA9UnFy/ncEvzh4u5mOLXO4DsBjAetPBYX13tni481vR3NRPcYD1eZOfPwxQuLL2WrTHTYSWj3XmJvCmk0IJe/nLp/Hva8xx2aPoe49+Lftd8074+ir8XncTbq5PI3yYazKvXr1/f19/s8ubNG7x9+7by3rt37yr/plOiwYlswFL2vrDoY8e+8fKcWpueWn2IXipea9TXqfWZU6sPUTeOTBMRERE9cyez8BgR0UeEwTQRERHRc6U5afqpAbjzvisIExHRYzDNm4iIatJUu/aH/YSwBl+9mIiIiOj5YDBNRERERERE1BPTvImIiIiIiIh6YjBNRL3Ipo/IL56DSERERET0MWKad4nmRLDbJgmGFhSu1f8yaQ6iQ40fWlDW4+rnH7ovyCZ8z4C0eyNB6K5wvQyOvviMrJm4Or/DbPlhjp/XKRERERGdAgbTh8gmfG+EjT7B4M9lp9OjOUgfbdi9oJLmRLDx2IBNhul7GG10TB7SwbJgOsmfxShrMBc2DLjQJx/Raq68TomIiIjoA2GaN9FLEAdYTiyEkoErrf5hO1luTtjef1+GLOev2kenSpZ36eiypkHTtOdTdyIiIiI6aQyme5Nh+hEipx6xpO/7ppw9ViaCY2pw/AhRFCGKfDjm/q94WTPhd5RBPk81atovnRYZmunAj/I2jeA7Wml+cdo3osiDIQGS4e3KPb5tA6xDQB1Xt9PexzRceR72dq058LwrlN/WHA+el70WB+ZMy2apz9ePPSvSWp8hyTAXHhamBtOP4NlTTKc2PM+pHJdIfUTKEBEREdHHhcF0bzGWqxBQx5Uf5NCuYEgJNjdFrqlqTLGdK1AUBYq+gWR4WbCd/z8OPNtAstIrZfYCG3o+tEuMscZcydvdwkay4e0aNcBMUaAoOtwESNys7RXlkWnjqdttAkjnRQDb2ceaA3BtrALhupLyHszSeupuUnq3RHMQeQaQ70tRMF+f47IakXfUZ3iSMcXZSoeiTDCZKFD06+K4ROojUoaIiIiIPjoMph8iWCOEinL8kQYfq8q8zcSdF/+Ol5i7CaTRZRboyDCnKhBamAVZoayMOt0f9YuXE+i6PkjARYeosEsjyvkoZK9ByGCJWXkRsDhovvnyJMT6WJBG06X6aUhj6T59rWFfAOJgiWKdsoYyDfUZXLLBdalOiPP/FqmPSBkiIiIi+hgxmH6QbDRv92O6OfhI7qorIsV3CSCd4QIAcIEzCUi2ty1lquJdEEDHEcLKR4l3r74LW8kwHb+S5n1wlfCjE+xj9ZtD2hgqQvSKpbN91a+BKsH6DCzZ3BxYkE2kPiJliIiIiOhjxGD6gYJrF4k0wqUMyOYUauLiui2OOKAyZ/aDBl70eOkK3Ya0wUovBeRWWC94NBdnEpDcVYLH7j5WvTnUlOI9pO76PC2R+oiUISIiIqKPC4Pph4pvsEkkjC41XI6kxtEv6byaBCqfS0CyRTrGdYttAoRWfSRUgdL0eCZZg+k40JhXesKy0dnVEuWsYvm8eBr0cdUzJMT7WHFzqL4NUem+6nOvq8Tr8zRE6iNShoiIiIg+RgymHyxdiEwy7L2Fx3KSsSjm28omFkY56E7/f9WuBsiyZsIx9wMS7cqGoaqw+z73iAZ3m0aNDTc28oCymEsraw4WRlMwHeMuQWkO/SPJGkzfrmVI9Ohj+c2hxbQzxTu+2aSBt5Y9Jit9N5sbbsMp7UzWTBS76lGfJyFSH5EyRERERPQxYjD9GMEaIbC38FgudFc4W2Rpod4IiatjUi4YzKBbW4zzMlGExRhY3+xHMsHaRZIkDxgxpKHFyzncUILtpW1WrNAeYzlPn/Xs7dpzi/mBNO/g2kWIouxDHo2l2nn/muJsY0GfLKsZEsJ9LMbNJoEkSUjc0mrXTbIFuEZ29pisvN7BDIruAtMiJXoxvkNlV8L1eSIi9REpQ0REREQfnVevX7++r7/Z5c2bN3j79m3lvXfv3lX+/XHQ4EQ2YCmoLrJ96H0iIiIiIiJ6CTgy/QiPWXiMiIiIiIiIni8G0w+hOYiiCJ4BuPNaWi0RERERERG9eEzzJiIiIiIiIuqJI9NEREREREREPTGYJiIiIiIiIuqJwTQ9mGz6iPzimcpEREREREQfCwbTjWSYjr97pmzkOzA1hox77jYIN3dcgI2OT3MQRQ76P4mbiIiIiOg4GEzv0eBEHkZYQVcUKIoCfQUY00uOwNbEwRKzJZ8LRkREREREHx8G0zX5s6Pns2A34hoHM+iru1rJJyTLu0Be1jRomgb5g0b2MmQ5f9U/o5Nzcv2HiIiIiOj5YzBdIeNyJCHZ3OylLsdBEVwDgGw68PM08MiHY5ajEw1OFMH3szK+A3NX3kdaNC3jmBoc/9B2kKacLzwsTA2mH8Gzp5hObXheNeVV1kz4bduRNTh+R+q6SBkAmuPB87LXonnOtMj5cbSuY0/JZlYn51hJvnl92t7rUWfZLJWJ4Dva3jkSOT8vtf907qt+fnwH2nm9BBERERHRh8VguuICZxKQ3NVD6SrZ9OEZEjZ6mgau6BtIhge/HhRsrjFRLISSCuNsjYmiw00kGFdFGKMaU2znHdsBIBlTnK10KMoEk4kCRb/GLsFac+DZBpKVXtlOEQjKMBc21KRIXVfma2B8WQqoRMqkglmW/u4mtU9SoudHnY6xzo5ddwHVWGSB4unqrLPmIPIMIG8LRcF8fY7L0kkUPT8vsv907qvh/My3mBpqeStERERERB8cg+ky+RxS/b092ei1O8dylwe+xNxNII2q86rToPwW213MGeOuFn+KbAcAkGxwHZSC/Dj/bxnmVAVCC7P882w76jQfNc5uEmxvi9H1OMBytiwCKqEyInqcn801dlW+2SCBhLOLUoFMvJxA13Uos341OYb2Oje0RTa3vJha3uP8vLj+I7Kvw+eHiIiIiOiUMJgui+/Q/ZO9efQ6vksA6QwNsSCANMjYkc53wY7odppSz1NFEFNW3U6AdZhAMjxEkQ/fSdNvqwGXSBkR4uenUqbj3Me74O/Daq9zeuzhui3oFz8/ZS+j/4jsq+X8EBERERGdEAbTFekooHTeP4T80NIgppinG9nVtNhgNoGi6LCsDTaQYNgevNocZJEy9DI9Zf/p2hcRERER0XPAYLoixs2mOU1W1vJFpJoDbvlcApItqmNu3R6/nbQ+oZXNL628ZrUU7RhBsMRyNknnO6vjvfnQYmXaDHt+AACyBtNx0LCW1fEIpfzXpceujtvO2LDn5/Hbecr+I7KvlvNDRERERHRCGEzXxMsVQsnAorQCs6w58Kb5csJZwF1eeEo2sTCaVwHv8vjtxFiuQqh2NdiUNROOmYcxGkzHLH2ezkutBl0iZarimw0SaYRLLXtMVvruoOcHALQrG4aqwi4tvDWsLAguzdvVrkYPCKbTtoBqwyk1hqyZ2DXFwOfn8dt5yv4jsq+0TNNxERERERGdEgbTewLMFB0bTOFlaajeFHBXRYASL9NRt5GXpal6IySujsluxSRxobvC2eKR2wlm0K0txvl2ogiLMbC+yccVA9ysUfrcwyhxoU+WpaBLpExNtjDUyM4ek5Wl9A55fgAgWLtIkqRjLvJjxFjOXYQw0jb3r3B+vUJYLyYimEHRXWBapDIvxnfYNcXA5+fZ9Z/OfWVlyudncYaV+6DWICIiIiI6mlevX7++r7/Z5c2bN3j79m3lvXfv3lX+TV00OJENWApOYJFqenbYf4iIiIiIPiSOTBMRERERERH1xGCaiIiIiIiIqCemeRMRERERERH1xJFpIiIiIiIiop4YTBMRERERERH1xGCaiIiIiIiIqCcG02WyCT979m368uGYGuR6uZMjQ3P8Ut19OJr8DOp9WmTNKc6h78B87AnM+5Nv7reFrMHxy/2sWkI2/VI/LMr1r1PaN3bbOHBcIsc+VBkiIiIiopeAwXSD0FKgKAoUfYXtyIbXFAwJkWH6EfwjRxSa48GWNljpeb03kGwPV1q95NPUJ/WU+xqAbGJhS9hYOhRFgb4CDO8hwWtOhrkwINXfBtJnRHs2pI0FXVGgKHOscbW/r8TNPs9fEyzjWpkOmuPBVhNYWd/QV1uM6sclcuxDlSEiIiIieiEYTLeJAywnFkLJaAhMT4WGsQqEqyWCPNCKl5joLra1koORi1FvWdOgaRrkZx4waVcGpHCFZXYS4+AabiJhdPnAA9OuYCQWrLD+AaA5NtTExXwZINsbguWsd6DcLe0biXu96xtxsMTcBYxShxY59qHKEBERERG9FAymOwVYh4A6LkfTMjSzlM4aRfCdcjq4BieKEEUeDAmQDK9Is3X6bEeAfN48+hkvsQzyfwxZHxnmwsPC1GD6ETx7iunUhuc5SLckuq9sa3k6c8NnT0fGuQQk29vSezFuNgmk0WVx/Jqzn2rd9B40OLYE93rXACXZvjY3WSD9GCLtBSR3DXuSzrNyIsc+VBkiIiIiopeDwbSA221SCj4AaJcYY415nn6rW9hINrxdQBhgpihQFB1uAiRumvaqKAqUWSnA6tyOgPgGmwRQ7Qi+78DUNGh7kcvw9ZGMKc5WOhRlgslEgaJfI92S4L5OygXOpCzo1BxEkdNwDgEEM+guYJRvHNgqEndeGVXWHBtS7b1Cvq+Lypxp39w/x5AMeHmg7Kfz4CsE20s6bzqYnMixD1WGiIiIiOjlYDD9EMESs12KbpYOvgoBdZwFWYIG2U6M5USH5YYAVBi2DdtLF38S30amT32SDa53eeUA4sbIsVO8nEDX9RMLtCWc7/7zDBelT+LlHG6iwnZMmL4NNbQwqUbSsNUQq+ZIekedjrGeF3PcYdjV+eV3G7jZ3ON0/nEC1fZQiZM72yvNqpCMq11gK2smFoa0d1yFw8deGKoMEREREdHzxWD6QWSYldWzI0S2Wi8kYKjtpHNuJ5Ms8LJcJJIKu2FEuZ14fYZJU07FDwzEjyKYVRf6SrYoJy6nNy8shKoBQwphVW4CpCPVoTXLRukPSzbFPGbES8zdajp0HCx3c4/Tf89ghYA6LS+G191ewUyHFUrpDZYowmIMrNyk4bhEjn3AMkREREREzxyDaQEXaf5qFjzKMH0PRnn1bEWB0rTSVKuhtrMvXWSqlpre6Xj1OX23SDP5Bc+WNkYaskqo/C/Z++rUh++nL1tN07UXvl8ZVW6ex9w+gptON8jLiLZXjGA22X0+mS2Bs/Ise5FjH6oMEREREdHLwWC6U7Za9jofa0znhlZWzwYgnzcuA9ZiqO1oMAd59tBQ9elJ1mA6H3p+bYy7BJDOyqGsjMuR1DACn8+T1mvzpwHcXsOyLFirFVbZy00AJCE2qxWub1GkXjcFnR0juOlNnbzMQ9srW+F7d1wixz5UGSIiIiKil4PBdBtZS+fFJi6KhZnTETh1XKTbypqTzkPdkwUYjasZ99lOuzPDq6zinM+L3Q9inqY+qbZ9FbQrG4aqwv7Azx4Lrl0k6hRmFtXL2hUMKcHmpnwG5co86d386fw55HGMIAgqr7sEALa4CYLdtPJgHVbmMUOut5cG0zErNxhkzcE0ewRaWkawvTSztHCZnD6WC9U53SLHPlQZIiIiIqKXgsF0A9XO5p96U5xtLOiTPIBBOmd2nj57Ol9peTHeYr6XXpsKrl2EKK3KvMv17bedwwJcWy4SabrbjmePkLh6dWGsvPTR61M4vK9SmbWLJElKI/8fSLzE3EowstNHeXlTwNVL834BaI5XmyedzZ+WDCz6ZAcEM+gWMM3mMUdevb0C3KzPMF0Uc6G9KbCxdBRTtAXbK7jBerzItuNhCheWXpvTLXDsg5UhIiIiInohXr1+/fq+/maXN2/e4O3bt5X33r17V/k3ERERERER0UvFkWkiIiIiIiKinhhMExEREREREfXEYJqIiIiIiIioJwbTRERERERERD0xmCYiIiIiIiLqicH0R0g2fUT5s5GJ6CTxOiUiIiI6bQymy2QTfv5M5ChCFPlwTO0Z/JiVoTl+qe4+HE0+XO+7DcLNXenZ2VTQ4PhRRxDTUUbOPt/1oYZSImXa7PXVCJHvoO9mPg4d7SXsEdvJ2qv+qHXN8RFFfnO7NV2nbHciIiKik8FgukFoKVAUBYq+wnZkw3vIj2cAgAzTj+Af+Zeu5niwpQ1Wel7vDSTbw1Xth3suDpaYLYP62wQZpm9Dlervl3WV0eB4NqSNBV1RoChzrHFVC3ZEyojZ9VVFgb4CDO9AYNbpafrq0+tqL1FDbacgmz5sFXD1CZYNd7bartPh2p2IiIiIHorBdJs4wHJiIZSMg4Hph6dhrALhaokg/0EeLzHRXWxrJQEZspy/6p+R5ngwpBCum9Q/2ukqozk21MTFfBlkI4oxguWsEiyJlHmIOLiGm0gYXbJxc13tJWqo7eRk04dnHAqk+12nbHciIiKiD4PBdKcA6xBQx+VoWoZmOpV0S98pp4NrcKIIUeTBkADJ8IqUzEqeZ9d2BMjnaBwsi5eoD2ppjgfPy16L+mh7OjJZSR+NosYUVFkz4QukKMum33DMp+t2G8LVZ7ipf1DSXkbGuQQkm5uWFHqRMg91gbNKZ8jadO/8l0ehRfuqQLvLGhw/a/MoSz/WmvvGU2lvL3FDbQe7QFpCaDUF0l3XaZN6uxMRERHRU2AwLeB2mwDSefGjVrvEGGvMszRLRbewkWx4u+AjwExRoCg63ARIXH2XkqnMShFu53YExDfYJIBqR/B9B6am4VD8EsyytNDG0bUYy0mROqooCqwQQLLBTfkHv+bAsw0kq+yY9A0kw9ubC/ocxQKjw+1l0qAmubuozIf2zfLJESnzMLI5hooEm12DxViuQkAdo7J17QqGlJcT7atd7S7DXNhQk1WWuq5Ama+B8WV13100p+GGTvHq28/a20vcUNvB2IFnSEhcHeXTW9Z+ne7bb3ciIiIiegoMph8im8u4++kaB81BS5dBthNjOdFhuSEAFYZtw/bSUUHxbexL53OGsCbL0giqDHOqAqGFWZ5THi8xdxOo0/0RtHg5ga7r1aDsI6BOx1jP8xskG8Cw9+Yii5QRodpFoJmOds6rQV+wRggV5cQKLZ0X0CM4FGn37CbB9rban2dL9Gr9YFa5oVN/PfeupKoqkgSQjKtHXZ+d7U5ERERER8dg+kFkmJXVsyNEtlovJGCo7aRzbifZyLJuuUgkFXbfYbyc5mTzOWe1QKgImMriuwSQznBReTf7LP74fuEnm+vK/PW5m0AaXVZuNoiUEVFeiCpfeK4alGfTFHZBbzbHft0nKhVp9wDrMMnSxH34Tpri3fd4XrrE1TGZWAjxiOtTqN2JiIiI6NgYTAu4SPNysxE3GabvwSivnq0oUKyw/r91GGo7++IgDc4qqemiZBO+rR6czwnU5tU++AbAy5XcNZy42s0GkTK9HQjKg2sXiTTCpQzI5hRq4uK6Tyyd6Wr3YDaBouiwrA02kGDYXr8pCxg+zfvUpO0eYGaFgGoPczwH2p2IiIiIjovBdKf6SF46SldZPRuAfN53BaChtqPBHGxESoPjGZBC60A67S22SW1UbPeqj2KnC1KZjnNwDvfLk44CS+cNB5xskY7ripQZWHyDTSJhdKnhciQ9YPGzPu0eIwiWWM4m6ZzfXlMWPmyatyyydPZQghnSePpx0zGIiIiI6MNhMN1G1tJny1ZG8tLAQh0Xc4RlzcHCaAqCY9wlODBi1Gc77c4Mr7IKuKyZWBiHg6b4ZpOOVGrZ43eAbKQ8PVb9YMSSLmil2tUAWdZMOA0LaGlXNgxVhX26zxWrSc9HPjp80fhoovYywTpM58PuGmO/LUTKPIis4apxO2m7SYZdWnisrq2virS7BtMxS5/LuBxJx7tBIKy9vXKaE8HzvL0VzAti2+kjmLWnezdfpw0OtjsRERERHdOr169f39ff7PLmzRu8ffu28t67d+8q/36WZBO+Z5QeNZUgdFe4Li8ShvTHq7OwoWYFk9DFfH0Gzwas+kidbMJZGLuyCK1iQa4+22khayaupiOoUr6TBKE7x+xQnjYA2XSwMNT0WEMLygxwIhv7CdvJ3rNw0/0Vx5SELlbX1RF2AIBmwp+OkKwmRx1RHIrmRNjPWA8rbSFSRtYcLOzs3B5oC5Eyrfb6Kg73VyDNOohsqOX+V9fWVwXavenz+ay8gN3TE2kvlMolro5JQzuIbuegrL0Sqza6rjmIbBVh/f3M3nV6fd6z3YmIiIjoWBhME30U0mAaB4I2IiIiIiLqh2neRB+Bxyw8RkRERERE+xhME71k2erYngG48w+bck1ERERE9JIwzZuIiIiIiIioJ45MExEREREREfXEYJqIiIiIiIioJwbTz4hs+oj84rnURERERERE9GEwmD4kW7jpeMGrBieK4Gj191vcbRBu7riI1DGJtLtImUfp0TdkDY4fpfWJfDhmS41kE/5R601ERERE9PFgMH2ANlaBJEEijXB5IpFHHCwxWx56tpEM04/gtwVTg3nKfT0tkXYXKfM0NDieDWljQVcUKMoca1yhuVlkmAsDUv1tIiIiIiJ6EAbTjWScS0CyWSGBhLOL+ucAZHk3uidrGjRNg9wYxAxBhiznr/pnz9iTnkMRAu0uUuaJjktzbKiJi/kyyLIVYgTLGZZNqQvaFYzEghXWPyAiIiIioodgMN1EvsRISrC5CbAOAXVcz7eVYS48LEwNph/Bs6eYTm14noNKSdkspeBG8B2tIb22O01Xczx4XvZa1FN005TgKPJgSIBkeLv9RbU8YVkz4Xfsq73OIvtqSlFuek/sHArVGdl88oZj7qWz3UXKiB1X+3nOtfWNPKi/EUj71+DYEtzrQ1kNRERERETUF4PpBvLlCFKywU0MBGnEVA2EMpIxxdlKh6JMMJkoUPRr7MIVzUHkGcBKh6IoUBQF8/U5LmsbUqdjrOfp57oLqMZiL003mOWfJ9UP0k8xUxQoig43ARK32J8yKwVPmgPPNpDk9dE3kAyvGuB21llwXz10ncPOOg9IpN1FykDguNrPc6q9b1zgTAKSu4tKwO2b+7XRHBuSO28esSYiIiIiogdhML1HxuVIApJsoa/bLRKo2BuABIBkg+ugFKHE+X/LMKcqEFqYlT6PgyXqU56TzTXyIvHN5nDq8KM01CdeYu4mUKf5SHdDmQN1HlSfc7hX50K8nEDX9QcH9WLtLlIm0+e4Dpxnkb5RDrgVfQMYdnUuu+bAVkOsGEkTEREREQ2KwXSdfImRBITrLLKJb7BJmtJ521Js01HD3TZaJHflgOsOTWPPj5eNYm5vK+/GdwkgnSGNz8TrPKSuc9he56p4F7A+gEi7i5TJdB2XyHkW6RvlgDu/2SCNLrObDRocW0VozYpRcSIiIiIiGgSD6Rr5cgQJgGrnqbPp/OBD6bzPSWWOcxQhstV6kZPzVHUWaXeRMk+tEnDn8psN2hgqAHXqw/fTl60CkAwsfP9o6fJERERERB8DBtM1F2cSkLjZo4aylxUCkHBezy0+6BbbAyOWH0Zan9AqHdPulY9aHrHO8vkDHskkUucSWYPpONCE26hKpN1FynQb6jynC6BJTTtOtrgFgNtrWJYFa7XCKnu5CYAkxGa1wnV10J+IiIiIiHpgMF2hYaw2pOgGa4SQMBJ+qHCM5SoEVBtOKbqTNRMN60MJi2826bONtewxWdVPcZeglOJb/Wy5CqHa1WBT1kw4uwr1qXPbvrJgsTQXW7tKR3T7EalzQbuyYagq7Kv9z7qJtLtIGRF9znO7YB1CMq6K8yObWBhSUcc4RhAEldddAgBb3ARBMY2biIiIiIh6YzBdpo2hIsHmph5lZKOAjcHjAcEMiu4C0yJNeTG+w83ekGoP2ZzYkZ09JquWpxtcuwhhwMtTosufBzPo1hbjRZEyvRgD63KFetT58L5iLOelz/wrnF+v8KDHG4vUOS+6dpEkidBc5D0i7S5SpvbJQT3Oc6tgBt0Cpl52frwRElfHhIuNEREREREd3avXr1/f19/s8ubNG7x9+7by3rt37yr/JiIiIiIiInqpODJNRERERERE1BODaSIiIiIiIqKeGEwTERERERER9cRgmoiIiIiIiKgnBtNEREREREREPTGYJiIiIiIiIuqJwXSZbMKPItQe3wzZ9BH5pvhzhIVocBr2dRSas3ue8d7zp+npyRpMxy/aw3dgatXeJcsaHL9cxodTK0NERERERB8Og+mPQTCDoihQFAVWWP+QnpYM82oMrOe7NtFXwMj2SjdWNFx5NqRkA0tPyyjzFWB78E0G1EREREREp4DBNFEfsrzLUJA1DZqmQe4V38ZYzmZYBnHxTjDDKgTUcZExsHV1TGZL7IrFAa7dBNLocuAMCSIiIiIieggG0w8iQzMd+KXUad/RqkHOXprufipvSoPj59vx4Txo5FGgPoLk8nZ8B5rpIIoclBPDK2Va6iyb2fE/l7Ry2Sy1RdM5lGEuPCxMDaYfwbOnmE5teF71/HRvp0uA5bIItomIiIiI6PQwmH4I7RJjrDHP0nQV3cJGsuHtgkYZ5sKGmqyg52Xma2B8WQ26AKjTMdbzLN3XBVRjgQOx6WGd9RGkOfAMCZtdavEWU0OtFJFNv1pG30AyXkD6seYg8gxgpe/Sr+frc1w2nELJmOJspUNRJphMFCj6NYL8wx7bycmaA1sFwvVuKw1kXI4kJJsbMMwmIiIiIvrwGEw3UO1iVDGKIniGVC0QLDFbBkVQEwdYpnm6WbB8gTMJSLa31TKzZRF0ZZLN9S6VN77ZIIGEs4taoS6d9REhw5yqSNw5doOi8RJzN6mUuRxJjWWa0o/j5QS6rkOZ1Y/61KTHjtDCrJJ+vcSyqerJBtelcojz/+6xnWyxuyiK4NkSQktH22nSHA8GXMw5Yk1EREREdBIYTDcIrWzUNV8gqhJQIg2aHL+SVh3Z5RHcAOswgWR4iCIfvpOmeNeDTQBI7spB2R3qexLTVR8R2Q2Acn0AxHflGrWUkc7QdA8g3gWapyw9rvaR4cLh0eEe24mXmOT9y9pAallcTDZ92GoIa7I8sF8iIiIiInpqDKZ7k2H6Hgxpg1We6qwoUGrLZAezCRRFh2VtsIEEw/b6p10LEasPna44ODy6n6bVJ7D02V5WAxERERERfTgMpnvLRh9XpZWWAcjntVRwAECMIFhiOZuko9u90q5F9alPm1tsE0A6ry25VdlOS5lki9vKu8iep+ygcd21k5IeV3k17YcZajupNJAGXH1WaVsiIiIiIvrwGEz3lgdMZukRSQ4WlXnVGkzHLAWR6VzjxoDz0UTqU7hNCzcEuDGWqxCSsShWHZfN2nZi3GyStMxuZ2mZptRn7cqGoaqwr4YJLo8nPXaoNpzSiZE1E2avqotsp9430s/r57AIpCfF/HQiIiIiIjoZDKZ7i7GcWwglA142P3kx3mJeSasOcLMGxot8DrOHUeJCP8qcV5H6FOLlHG4owfayxzaV5+kGM+hugpHtpfVenGFV2068TEfZR9n/H3kjJK6OSUPEF6xdJEkiNof4QwtmUHQXmGbHHkVYjO9w07fqndvJ+0bx2DTPrp9DDVeGBECCkZ/n3av2GC4iIiIiIvogXr1+/fq+/maXN2/e4O3bt5X33r17V/k3vQyy6cMbbY50I4CIiIiIiOh54sg0ldRSkOV0hLQphZuIiIiIiOhjxmCaSgLcrM8wzdPTvSngWny2MRERERERUQ3TvImIiIiIiIh64sg0ERERERERUU8MpomIiIiIiIh6YjBNRERERERE1BOD6TLZhB9FcGoP8pVNH5FvovRE5gFocBr29cFoTvV5xidTsacjmw783Tnw4ZSfwZ2X0UplfAcNRXrRnOJ50819TIPjH/qsJOu7TeWGrjMRERERETGYplwwg6IoUBQFVlj/8OWTTR+eAWz09Bwo+gaS4VVvdsgmFraEjaVDURToK8Dw/IcHp5oDWwXcfJ97z/KWYfo2VKnyZgMZ5sJAY7Gh60xERERERACD6ZdBlpsjo0PvU52My5EEhGvsngIWL7EKAXVcRNPalQEpXGEZpIXi4BpuImF0+ZjznODuwJPHNMeDIYVw3aT+UZV2BSOxGm+CHKfORERERETEYPpBZGiVlOAIvqNV02tlDY5fTuF1YGpNAUyWxtuSWtxOw5VXG0FFOurpeVco3haoc6em1PSm9wBZM+ELHJdsZueovoGTI+NcApLtbem9GDebBNLostb2ZqlN98/z7phtFYAK+0Ca9+02hKvPcFN6b58Gx5bgXgf1DwatMxERERERVTGYfgjtEmOsMc/SohXdwkay4e0CQhnmwoaarKDnZeZrYHxZCm5T6nSM9Twto7uAaix6puAGWNdGUAFAG6tAuMYuxOqs84A0B55tIFmlqcWNKdMnJcYyHYbenXtZMzFVk1KQeoEzCUju4mx+uYPmeyMOIs8A8mNXFMzX57gsHXu8nKSfWSGAEFbeJrU073g5K0bKD9AcG5I7P1BuuDoTEREREVEVg+kGql2M0EVRBM+ozUYNlpgtgyLwiYNdMJbGH1kQs72tlpkti+A2k2yukWXgIr7ZIIGEs4taoQ5BGk2XAnUNaSxd2ltnnYciw5yqQGhhtjuwJeZuAnW6vzhWvJxA13Uos/qZeWLBDLoLjLysze0REutQkAoAEs53/3mGtMkajh1AHCyxPMbhaQ5sNcTqcCVrTqDOREREREQvBIPpBqGVjRRmL31vzqoM0/ErKdNpym4uwDpMIBkeosiH76Qp3vVAEshGDXPxHep7EhKsEULFbnBaG0NFiHIs3V3noRQ3Esriu6QUwFXFsWgweDya48MbbbHaLUC2AmwPflOaQDCDokyKQDvZIj3a9NgrNzGORoNjqwit2d4NmkYnUWciIiIiopeDwXRvMkzfgyFtisBrl7JbCGYTKIoOy9pgAwmG7R0npRooUr2zkd+9FG/BOg8pvZFw7MB9KBrGqoRwtdxlCSAOcO2W5xbfYpsA0nlDcP0haGOoANSpD99PX7YKQDKw8P0spf7E6kxERERE9IIwmO4tG8krB14A5POmBxPFCIIllrNJOro9eEp1Ibh2kUgjXMoNKd696tyTfF57JFMawNVH99NXwyiqrMF0DszlPQW70fQY6eB6eWw9XQU82dxk6fPpsdfnrx/F7TUsy4K1WmGVvdwEQBJis1rh+hanV2ciIiIioheEwXRvefBRzP+VNQeLyrxqDaZjlgLE7NFLu9TaI4hvsEkkjBbThhRvkToXbtPCDQFutp3d3GcZ2tWoFkyni3mpdjVAljUTjrkfsGlXNgxVhX21/9nTKUb2d3WWNVwZ6eOy8lMZXLtI1OluVXZZu4IhJdjc7Iazs3noNpzSwcuaiYZDFyBDluVdavyFLGP3tLM4RhAEldddAgBb3AQB8sz5p68zEREREdHHgcF0bzGWcwuhZMDLUpgX4y3mlZTpADdrYLzI05w9jBIXem215mFljzySJCTudW0EWKTOhXg5hxtKsLPFuIp5wzGWcxchsu34Vzi/XmFvK8EMurUtHX+ExRhY3+yNSyNYu0iS5IPP2Q1mOqxktDvmyJtCCi3o5YXR4iXmVoKRnaawe1PA1UvzkNMNQdFdYFqkuS/Gd2g49E6a48HzPNiGBEgGbM+D5zn9shueuM5ERERERB+LV69fv76vv9nlzZs3ePv2beW9d+/eVf5NRERERERE9FJxZJqIiIiIiIioJwbTRERERERERD0xmCYiIiIiIiLqicE0ERERERERUU8MpomIiIiIiIh6YjBNRERERERE1BOD6TLZhB9FcGoP8pVNH5FvIn/a8jA0OA37OgrN2T0/OIoiRE+y05fmGO2lwfGjI/QtIiIiIiI6NgbTH4NgBkVRoCgKrLD+IX0YMkzfhirV3yciIiIioueAwTTRB6A5HgwphOsm9Y+IiIiIiOgZYDD9IDI004FfSp32Ha2aqitrcHy/SK32HZhaUzJvluobRYgiH47ZVKaLQH0EyeXt+A4000EUOShnN1fKtNRZNrPjHzY3+jgGay+xtrjdhnD1GW5q7xMRERER0fPAYPohtEuMscY8S51WdAsbyYa3CxplmAsbarKCnpeZr4HxZSUoBQB1OsZ6npbRXUA1FtiLz7p01keQ5sAzJGz0vM5bTA21UkQ2/WoZfQPJ8OD3rvQpGbC9BNsiXs6wjCtvERERERHRM8JguoFqF6OKURTBM2oTW4MlZssAu1goDrBchYA6zoKvC5xJQLK9rZaZLRHk/84km2sEWaH4ZoMEEs4uaoW6dNZHhAxzqiJx50WQFy8xr6Qhy7gcSY1lpNHl3uhrvJxA13Uos/pRn5oB22uQtiAiIiIiolPHYLpBaGWjitlL35vXKsN0/Eoqb2SXR3ADrMMEkuEhinz4TpoyXA82ASC5Kw1Pxneo70lMV31EZAFluT4A4rtyjVrKSGdougcQx89h+HXI9hqiLYiIiIiI6NQxmO5Nhul7MKQNVnmqs6JAqS2THcwmUBQdlrXBBhIM29tL9R2GWH2o3TDtxbYgIiIiIvpYMJjuLR2dDVfLXbovAMjnTc84ihEESyxnk3R0+yipvn3q0+YW2wSQzqvjsdXttJRJtritvAtA1mA6DhrX8TpJj22vodqCiIiIiIhOHYPp3tKAUh2buzRgWXOwqMyr1mA6ZimITOcaNwacjyZSn8JtWrghwI2xXIWQjEWxirVs1rYT42aTpGV2O0vLJJubYp5wRruyYagq7Kt+IenTG6q9+rSFDFmWd6nxF7IMea9NiIiIiIjoVDGY7i3Gcm4hlAx42ZzYxXiLeSWVN8DNGhgv8nmzHkaJC32y3As4H0+kPoV4OYcbSrC97LFN5aWogxl0N8HI9tJ6L86wqm0nXqajtqPs/4+8ERJXx6Rhaepg7SJJEoTr+jJep2ao9hJvC83x4HkebEMCJAO258Hzqo8gIyIiIiKi0/Xq9evX9/U3u7x58wZv376tvPfu3bvKv+llkE0f3mjzgMCSiIiIiIjo5eLINJXU0p1lDVcHUriJiIiIiIg+ZgymqSTAzfoM0zzd2ZsCroV5Qwo3ERERERHRx4xp3kREREREREQ9cWSaiIiIiIiIqCcG00REREREREQ9MZgmIiIiIiIi6onBdJlswo8iOLWH/cqmj8g3UXoi8wA0OA37+mA0J3vGcvY6mYqdOM1BFJWfDy1Dc/ziPPoOyo/yFjfUdroI9kNZg1mvz27Z96yIrMHxy2V8OLUywmQNjp/3Rx9O74MXPK5O4tuRNQd+R3t1l+nX7tWy1e8o2Sztq+EcDtNeIucnLbPbT+XV9Gz1rO0PfOd2HVdv2ff+/v76tcVO7TtB7Dz321dbu/chsp3WMo++Tsva252IiOgUMZimVDCDoihQFAVWWP+QRGmOB1tNYOnpudRXW4w8v/WHcZOhtjMMGebVGFjPd31EXwEj2ysFURquPBtSstnVWZmvANuD37vSGhzPhrSxoCsKFGWONa4+0LELkk0sbAkbS9+dH6PeXgJlerW75sBWATc/36VnwcumD88ANvln+gaScaz26hJglvWb4qXDTQCEawSVsjJM34YqVd7c6T6uvmSYCwNNu+vVFgeJnede+2pp915EttNaZsjrtL3diYiIThWD6RdAlpt/vRx6n45Fw1gFEvcaQfaLMw6WmLuAcdXn1/5Q2xlKjOVshmVeGQBxMMMqBNRxUZ+tq2MyW+7qjDjAtZtAGl32GmnSHBtq4mK+DLIf7jGC5Qyn/IQ27cqAFK525ygOruEmEkaXpYCps8xD2j3B3d55kXE5koBwXZyzeHm09noQ+RIjKYF7XQ2lNceDIYVw3aTyfkrsuHrRrmAkVsMNxIe0RbPu8/yQfTW1+0OIbKe5zJDXaXu7ExERnS4G0w8iQ6ukGkbwHa0h/a09LTb12DQ5DVdew8iM5sDzrqrpx1117tSU0tn0HiBrJnyB45LN7BzVN/AhyGapLZrPTyXF1HegndcKAEiafnlK57X+0b0vke0InWeBfeH8sf0wwFLoV3RXP5RxLgHJ5mZ/lKxG6NgFjuvx28nqvL0tvRfjZlMOmETKpLrafXfN2CoAFfauP/ZJjxVtryHOzz7tyoCUbHBTq8LtNoSrz3BTfbs3oTpDg2NLewF9WVdboPM7Qfw8d+1LtN27jl1kO91lRK/Trus9NVS7ExERPTUG0w+hXWKMNeZ5yqJuYSPZ8HYBoQxzYUNNVln6mwJlvgbGl3vzA9XpGOt5ltrnAqqx6JkmF2DdMDKjjdVqCmVnnQekOfBsA8kqTWd9fCrmE9AcRJ4B5HVWFMzX57gs1TlNMZWKFNP5FlNDLW8FACCddzSgwL4guJ3O8yy4L9WYYpv1w3w7bem+cpb+Ga4PByL5SGLlB3dnP7zAmQQkdxeV4Mw3axUWOXaR4xpkO3md4/R8Rw7275uJlEl1tXu8nKT1sEIAIaz8XO5ScGMs0+Ha3XeJrJmYqvsjwVVN7TXE+anLRmIbArG4dWRT8LgE66w5NiR33rK/7rYQ/U6oajjPAvvqbnexYxfZTncZ0eu063pPtbc7ERHR6WIw3UC1i7voURTBM2oTuYIlZrvUtjRtL/+Rl/5EyH5obG+rZWbL2vxAINmUUvtuNkgg4eyiVqhDkEbTpUA9/bFaCXQ66zwUGeZUBUILs92BLTF3E6jT/ZGzeDmBrutQZvUz85Qa6ow01XK5q1b2A7j84zs7rkJ6Y0MyrnaBkqyZWBgSIJ0hbVaRfT1wO3vnuaHM3r5STcdVHzHdLdQURfBsCaGlo63ZNMeDARfz8q9kwX5Yvsmk6BvAsEvBWcNx7R17qv24htpOnYTd4OSuveqayoi0u6BgBt0FRl7eXiMkVnvguN9exzk/sjmFihCrtsoc0nlcgnXWHNhqWx1E2kLkO2Hf/nkW2ZcIwWMfUPt1Kn69ExERPVcMphuEVvbjIHvpez+OZJiOX0ldS9PhcgHWYQLJ8NK79U6a4t30Y6aS2hffob4nIcEaIVTsBqe1MVSEqA4adtV5KMWNhLL4Ljn4wzCOD/2gfSppndtHWUsjiyXxXbXFgpkOK5RgZz/2F2Ng5SZAskV6RkT2Jb6d9vMsti/U++HedvI3l5jk14S1gdSyWJVs+rDVENbeokZi/bB8k2k/OBM59lT7cQ21nZJgBkWZFMHVrr1KWsp0t7sYzfHhjbZY7Rbq2l/0qqy5vY5wfkrznrt75b7u4xKpswbHVhFas9Y6dLeF2HdCWfN5FtmXCJFjH1b7dQrh652IiOi5YjDdmwzT92BIm+IH3S4drhDMJlAUHZa1wQYSDNvbS20bTpbqnY0+7KV4C9Z5SOmNhI/xB1SctX16jiezJXD2kCVqxbbzoc5zukBS/YdzKk19TWDp9WBFvB/WAxRgf5R3qGN//HZusU260nRFykC43dtpGKsSwlXboleFw+2Vevz5KZEvkcbSTXvqIn5crXXWxlABqFMfvp++bBWAZGDh+6WU6CHaotB+nofbV+uxD6z9OhW/3omIiJ4rBtO9ZaN95R90AOTzph8+MYJgieVsko5uHzG1Lbh2kUgjXMoNKd696tyTfF57rEwaNNRH99NXw49IWYPpHJ4/+jTSOtfnnVc1B0Pd57A+P1RkX02at9N+nsX31XhcvUbFUvmji1x9VulrKZF+mKW8NgWdu/qIHHuqvp3qcQ21nRjp4F851K/PixUp06Te7o9UuyHR3l5DnZ9CuvCYi9ap2w+xOy6BOt9ew7IsWKsVVtnLTQAkITarFa7rld6pt4X4d0L7eW5S35cIgWMfjMh1KnK9ExERPW8MpnvLA5TSyqeak85v29FgOmYpQMxSGxt+XA4mvsEmkTBapPMRqwM/InUu3KaFGwLcbDulObna1agWTKeLBKl2NUCWNRNOfXEaANqVDUNVYR98BMxTyBc2suGUKi1rJooqp2Wk8gJxcjavsUwzS9uQ08fHVOaHiuxLfDvt51lwX0DjcYWrPBW13p+LOZ3lH/tFwFBKYa4Q64fBOqzMH83rUw5Mu4891X5cQ20nu5mlTncr9svaFQwpwaa0XLVIme52F1FkqhSb0nBlVNOru9truPOTEgkQZciyvAv4L2QZxRP+RI5LoM5xjCAIKq80M3uLmyDAbtZJZ1uIfSd0n2eRfYkQOPYBdV+nYtd79klLuxMREZ0uBtO9xVjOLYSSAS9Lo1uMt5hXUtcC3KyB8SJPtfMwSlzoe/NHh5Q9ZkeS0ueV1j7rrnMhXs7hlubvFfMRYyznLkJk2/GvcH69wt5Wghl0a1s6/nQO4Ppmf2wkWLtIkuSBaZ8DCmZQdBeYFimSi/EdKlUOZtDdZLf4UbQ4w8qtHX1wg/V4sWv3Kdz9tE6hfYltp/M8i+wLQOiucJZvxxshccuLi+X9uXjUm2enZSa7H/tZUAMJRn5+di8ny8gQ7IfBDLoFTPPtZPUp9iV47J3HNeB24iXmVoKRnZ5nb9oQPImUEWl3AcFMh5WMdtdw5E0hhRb0XaVF2mvA8wNkC4/Vbh7UaI4Hz/NgGxIgGbA9D55X1Kf7uMTr3EmkLTq/E0TPs8C+RAx17CI6r1PB612g3YmIiE7Vq9evX9/X3+zy5s0bvH37tvLeu3fvKv8mIiIiIiIieqk4Mk1ERERERETUE4NpIiIiIiIiop4YTBMRERERERH1xGCaiIiIiIiIqCcG00REREREREQ9MZh+JNn0EfnFczSP6Sn3Rc8L+wYRERER0dN6IcG0BqfyPOTSJ07teZ5Du9sg3Ny1Pj9ac4rn8z4q4BHY11HJJvwoglM7mccJ5NI2re/rIWSzdP5Lr6b+8mx96L7xsZM1mJXr3IGpVfuXLGtw/HIZH06tzNMZ7voqaHD8R37HCbiffIb3P/g6fvqDr+On3/sM9+WdySO8/8HX8X5Seg/A/Te/hp/+4GvVskRERESP9EKC6QDrEJBGl7UfcTLOJQDhGkHl/eHEwRKzZcvWNQe2Cri6AkVRoEyWDw54OvdFjeLlJD33Vggg2bXFZPmQlpBh+qcXiLf3jdOs88shw7waA+t52s8UBfoKGNleKVjVcOXZkJINrPy7YL4CbO+FtIsM07ehSvX3Bzb5DO/tL+CTX/8GfuZXvoFPvwW8/057kHz/W1/DexX49Nd/H68ecskTERERHfBCgmkgWIeAdIaL8pvyJUYSEK4PBRkHyPIuKJc1DZqmQd77sSZDlvNX/bO6BHeP+hHXZ1/0YgzeD6mR0HluE2M5m2EZFBd5HMywCgF1XAz9bl0dk9kSu2JxgGs3abgJ+PxojgdDCuG6Sf2jAX0R979xgVdusAuKX/l/hE9/9AV8/s+/WC8M5IG0wUCaiIiIjuPFBNO43SKBitJvV+DiDBJClGNpWTPh+3mqrw9nb1RIhrnwsDA1mH4Ez55iOrXhedVUcc3x4HnZa7Gf1rhLLbZVACrsvTTvdLQw2suz3B9FbN9Xnq6ZpVgePC5ANh34pTRUzXSOlAIvQyvvK4rgO1q13nspr/tpsanu43o8kXOYlokiD4YESIZX1L3Wht19TKQthuiHInUW74fPkmyW2rShHwqe5+7tdAmw7JEJ8eipE4NdXwLXMoDbbQhXn+Gm9n7d447r7+HzLwG4+3HpvR8Dfw7cn/290nupNJD+Al5ZDKSJiIjoOF5OMB3fYJNUR4K0sQokW9zu3nDg2QaSlZ6mWeobSEY5FbMgGVOcrXQoygSTiQJFv66kigezLJ3zwEhMNbU4hJWlfxZp3jGW6dBV9Ue7dgVDSrC5KX79de0LANTpGOt5Xg5QjQWqsaADz5Cw2aWYbjE11FKBAWmXGGONeX7MuoWNZMMrB3ALG2qygp6Xma+B8eVeYN95XANq31eAmaJAUXS4CZC4WR9SFCizUs8Q6WM92uJx/VCkzuL98NnRHESeAeRtoSiYr89xWe9kXee5x3Zycja9oz0rRsblSEKyuXnw1I9mA15fnddyKl7O0ONewcPIr+vvpLY/AX7xNe7L740/SwNp99v41C9/QERERDSclxNMI8bNJgGk893I77mE0g9VGeZUBUILszzPMl5i7iZQpw0jJckG16W0TcRH+KUYrBHWRtO1sQqEq94/TJPN9S59NL7ZIIGEs13Oe3rsiTsvtpsd+0OodjFKFUURPKM2UTKbv7s7hDioBWwXOJOAZHtbLTNb7s1tbz+uYT1+XyJ9rGdbPLN+eDoa2gLp3PLGqeUHz3OP7WQL9EVRBM+WEFo6yvdZ6jTHgwEX88FP8oDXV+e1fJru1Qu8+hFwb/zjapBNRERENKAXFExnPwalES5lZPOlyyNrxQ/Myv9zl+zPtUY5CD+mdOG0ItDSMO4czWqWlCdlx3eohmbZsdcmbsd3BwK4DqGVjVJlr/1RURmm41dSQ9N091yAdZhkacc+fCdNQd27odF5XMN6/L5E+li/tnhu/fB0pOdZ9BgOn+ce24mXmOTXhLWB1LK4mGz6sNUQ1i5TJUu3L9+gkgx4u2uoz3SMIa+vrmu5y5DHJe6V+218+i/+EK9wgfff/HL9YyIiIqJBvKhgOv0xmI6syJcjSMkG9SzVyrzR3j8Mhxdcu7sbALI5hZq4uBb43X66ZJi+B0PaYJWnMSt5unshmE2gKDosa4MNJBi2t5c6+lydWh8T8fL64YcVB2m2QdPiYrLpwzMSWPqsNFIcYzmp3aBK3CJNWymX7TbM9SV2Lbcb8Ljiv6y/kzr7AvDnf4lX5ffufgzgT/GpdQuov7b3qCwiIiKiIbysYDofYRtruEiH/0qjTbfYJvujqr1/0A0tvsEmkTC61I40fxK7Y5fOqz/r5fNjPMcmG8lblVYtPrivGEGwxHI2SX9kn3jqaDeRPvaUbdHDwP1QFlgOe6gyzdLzXF5D4WGG2k4qDaQBV59Vro/jeOz11edafgp/gU9+BOC8vHL3F4FfBF5t/6L0Xon/B/g0BO7tz5juTURERIN7YcF0/oisKaZ7aarpQkuq7aC8qK2smXDMfj8xy3ap5Vr2eKJ6gU5pvSTD7lzw6eH7yvexKFb0lU0s6nOdB5EHH8U8dFlzavvSYDpmqR3ShZgqi8WdrBh3SdMzzdPPuvvYcdqivW+01Tkn3g+7aE4Ez/MaVggvDFXmsHxhNRtOqTFkzUS/y11kO/X+nH6+MKo3JYpAenLkuej1+jz0+hK5lnNpv8uny1wc5VFtP8arb93i3tB2z5W+n/xjvP/ST/DJvy+v8F316jeZ7k1ERETH8eKCaQRrhJK090is9LMZdGuL8aJIwV2MgfVNvWAP2eJRIzt7PNFDfvgHa4RA94JPj9lXMIOe/b9RFCFanGHVK11TVIzl3EJYmhe5GG8xr+wrwM0apXbwMEpc6Lv5o8OqPqZMguGl+z00n7VLcO0iRGneZ7kdRPrYMdqio2+01nlXSLAfCqrPHW8yVJlGwQyK7gLTIu1+Mb5D78u9czt5fy4eReXZIySujsnuRGq4MqRK/yte+/OG4+WktPJ/X0NdXyLXcip/RJudzYm2PW//8WKPPq5spNn9CT7/ztfx0x98He9/Q+QZ0kz3JiIiouN49fr1697Zb2/evMHbt28r7717967yb+pDgxPZgKW0rv47NNn04Y02D/iRTUM7jbb4MP2QiIiIiOg5enkj08/Q0yz4VEv9lNORssfOjaWHOM22eJp+SERERET0MjCY/pA0J00JNQB3fuwRyQA36zNM89RPbwq41hGecUvdTqwtnrQfEhERERG9DEzzJiIiIiIiIuqJI9NEREREREREPTGYJiIiIiIiIuqJwfQT+Lmv/jv8w3/92/i5+gfPnGz6iPziGbREREREREQfi5cRTJ//Nn7lu/8F/7D8+te/hy+d1wt+ID/6Pv76P93hb+rvP3d3G4SbuxNfsEqDE0VoeqzysWlO8dzhzpsOmtP4vOHHETj2bPGx3au1cBuBfZ0oWXPg79rJwQMfP16QzXR79TaXNZiVPuHA3C3pvq+t/4jU+dTKEBEREb00LyOYzvy18z/h7VfS13/+A+B/+J1/d8SAWsaX/vV/wa98tftX49/8h9/Bn337u/W3n704WGK2PIXnKMkw/Qj+Kf2C1xzYKuDqChRFgfKg50c/wXEFs7R+igIrrH946gY4P7KJhS1hY+lQFAX6CjA8/xHBoAxzYUCqvw0Z5tUYWM9351tfASPba74B0dZ/ROp8amWIiIiIXqAXFUyX/c1/+F/x3/6rhJ//v3zIX3Qyfu48f9U/e85kyHL+qn9GhQR3/SNoekLalQEpXGEZpA0VB9dwEwmjywd2bO0KRmI13JiIsZzNdvsBgDiYYRUC6rgpmsbB/iNS51MrQ0RERPQSvdhgGvg/42d/of4e8HNf/b1SSvi/wy83jCy3l/kKfvm7/wX/8Lv/Fv/DLwA/+5V/W6SW/6uvlMoBr//Vv8Xf/53s9Vv1OdPpdn75n30Fv/yvD+0rVanPv/49vP7q7+Effvf38Lpe8KCmFNyG92QNjt+dhqo5Hjwvey3q6cv5djU4fp4+7MNpGKaSzWpqqGb2TXVO9xVFHgwJkAyvJV1ZoD6aCb+jTBfZzM6frQJQYe+Or5amWz/2ys2WPscl4Lz72EVU6nxoO4PsS4ZW2VcE39FK52+o8yPjXAKS7W3pvRg3mwTS6LLYn+YgimojrU3vQYNjS3CvH56t0d1/ROp8amWIiIiIXqYXG0z/3FfH+Hkk+Ov/WAzt/NxX/x3+/ld+EX/921k6+G9/H3/nK/+2kqrdXea7+LOv/E94+5V/if/2X4G//e6/3KWWv/1fqqncf/m/ZCnn300q75f9/Gdj/NXv5uWAn//K/7uamv7Pfq9an9/d4he+8k9KBYYiw1zYUJMV9CwNVZmvgfHlXnAbzLI0VffwcanTMdbzvBygGou9YMQzJGzyNNb5FlNDLRUQEWCmKFAUHW4CJG6aZqooCpRZNaARqo9tIFll29A3kIwDKbgt4uUk/f+tEEAIK69PKU1XNv2OYxc/LhGqMcU2O/b8uPqmRu/V+cB2htgXtEuMscY8P2bdwkay4e0aY6jzc4EzCUju4mLOelNVgxl0FzC8/EaPBsdWkbhzLEsjx5pjQ6q910bOUrnDdVHn7v4jUudTK0NERET0Mr2oYPrnZ8UCZH//K7+Iv3b+n/jRXf6pjNf/QMLffrf03t3v4IffTfCz/+D/mo0ai5QZ1t/+p/8Vf5nt62/+4/fxt5Dws7sJlzK+9Nk/aazP8LIfxdvbYm5mHGA5W6JPeJJLNtfIM1rjmw0SSDi7yD+VYU5rwUi8xLwlOH8skfogtDDbFUrro07rI++PJeNyJD3tsTfsq9+o4eE617cjUqZTNhe/0g/TfOi9GzvDkrC7jyWdYdc9AMTLOdxEhe2YMH0bamhhUo2kYashVl2RdL44WRTBsyWElo5e8f+ew3UunFoZIiIiopfhRQXT5QXI3v729/F3ZuUR5TTt+7//qPpj929+9OfAL5xlgbJImWFV9nV3h/9e/rCtPoMLsA6TLGXWh++kKd69gqCSpDzZM75DNVQsjWaVxHdHDChF6lNJVc3qM3hA8IGP/UHH1VLn2nZEynSTYTp+Jc07TXs+omAGRZkUNwKSLWq9AcuJhVA1YEghrEoEnI5Uh9as+8ZTvMQkG23WrQ0k+wEj97nOOp9gGSIiIqIX5EUF0xVHHlF+iYLZBIqiw7I22ECCYXul1NqXrzL39ikCOGogw/Q9GNIGqzylfJf2PLRbbBNAOhcMZrUx0h4hofK/ZO+rUx++n75sFYBkYOH7B6cKxMFDRu5F6nxqZYiIiIheppcbTO/5P/C3/xX4O1+q/uj7uS/9IvBft9kzoEXKPKWW+jyWfN7w+B4AiBEESyxnk3RO9FFSa5t/gMvnzTU6vrQ+oVUK3nYvgdHGXp7+2Bv31WvUsKXOte2IlGmXjoKHq+UuLR9HOz8x0oHz8rh5ltK+uak9yiyfJ63X5k8DuL2GZVmwViusspebAEhCbFYrXIsfvACROp9aGSIiIqKX6eUG0+dfwf/pKxL+9j/9f7MgOMZf/qcEP1te4Ov8t/FLvcvkYvzNf4PQyPff/Mfv429/4Z/i9T/LHpNVL3BQjB/9wf+W1uefZUFKVp9+0mComP8rQ7sa1YJpDaZjlhYPSn8QtwVC8c0GiTTCpZY9Jqte4KAYy1UIyVgUq4XLJhZG3+PKZT/oe43wlaX1Ue3q4kmyZsIxh76VUDr2fF8Hj/2xx5Vq2le42n/u9e02u3myt7NsdeaG7dQDpqYyTfs6LOur42Kuuqw5Rzs/wbWLRJ3u+qGsXcGQEmxuyjWWK/Okd/On8xW24xhBEFReadb+FjdBgDhGw/WV9q+mc9hFpM6nVoaIiIjoJXpRwXR5AbJ/+Du/AXz3/4Uffrv4Qfc33/6/4T9/98/x87+Tl/mn+O/f/Zf4Qc8yub/8/3wbf42v4u8feDTWzt3v4Iff/XP8/Cx7TNahck3+w/8jrc8sewTXb53hvzr/W71UhxjLuYsQBrwoQuRf4fx6hWribICbNTBe5GnOHkaJC720CvWebIGpkZ09JutQPmuTYAY9+3+jKEK0OMPqEam8wXXp+Ho/Iimrj7UtHX+ExRhY3ww7Lg2Ujt3L9rU4w8ptPvZHHxeA0F3hLD8ub4TEbV70Kl7O4YYS7Kxe5bm88TLNVNjVOdtOZRGuHvs6LMZybiGUimNejLeYH+gbjz4/8RJzq+iH3hRw9dK8X6SPgqvOk87mT0sGFsLznfPrq3j0nGc3n8NOAnU+uTJEREREL9Cr169f39ff7PLmzRu8ffu28t67d+8q/6bj+bmv/jv8/X/wffzn//vvfIDU8+ORTR/eaNMewBMREREREZ2AFzUy/TJ9BV/6V7+N17u083r6+nNVS3uVNVw9IOWViIiIiIjoQ+DI9DPwc//s9/BLn/0T/OwvAECCv/7ut/D/+/Z3n3kwnc2FnaqQJABIELorXJefL0xERERERHSiGEwTERERERER9cQ0byIiIiIiIqKeGEwTERERERER9fTRBtOy6SPKnxNLRERERERE1MPRgmmn9pzaMtn0EUUOej4Rtp3mIIp8HNjlvrsNws3dh13sSnN2z5zdezkaIJvwK+/7cEytcgNAcxr+3/p2qJ/8vNdvtsgaTKd4TnDkOzB3y5Hv0yplq9uSNadoW99p7LenVoaIiIiIiApHC6a3CSCdXdTfLiRb3Nbfe0JxsMRsGdTf/gBCWIoCpf6aFXULrew9fYXtyIZXCsyCWen/0V0kSODqzdt5WjJM//ANFXFDbUeUDHNhQKq/DRnm1RhYz3fnVl8BI9tD4/0KzYGtomiL8rOzZRMLW8LG0nfbMbzajaBTK0NERERERBVHC6bvkvo7hYszCUh6jgrL8i6AlDUNmqZBftCPfRmynL/qn524OMByYiGUDFw1BXD0eNoVjMSCFdY/iLGczbAMil4bBzOsQkAdH2qMBHcNnVy7MiCFq9224uAabiJhdFl0yFMrQ0REREREVUcLpm+3CSCdpwFwls6cjuDJOJeAZFuMS8tmKcU08uHsDYnJMBceFqYG04/g2VNMpzY8ry1VPB3RjJx6WrQHz8tei/qcaQ1OFMHRNDh+W31qdfYdaKYzfOp6owDr1gDuEWQNjt+dxixrJvyD5yc9h1HkwZAAyfCK7TUO4R4ivp3u/iNKg2NLcK8fPpqfTmGIENkqABX27lzmfW2//wMxbjYJpNHliZYhIiIiIqK6owXT8V0CSGe4ACCfp0mz5QAwyYbsZNOHZ0jY5Omw+gaS4TWm9UrGFGcrHYoywWSiQNGv0Rz2aHB8D6PEgjILKiPgeVq07h4eOlenY6zneTlANRbVlFfNqdZ5vsXUUEsFjqtyo2IwMsyFDTVZQc9TxOdrYHxZvUGgOfBsA8kqTQnO26uIbwPMFAWKosNNgMTNyvVOORfbTp/+00VzbEjuHMuG0eQmcpbKHa6L+sTLSVoPK6ym8O/SvC+QJmbE2U0mB/v3K06tDBERERER1R0tmMbtFmm4KuNyJCF0XSTSOWRc4ExKkA6EpZ8l5QAmXmLuHhgVSza4LqXZIm6Iei40OJENKbEw6RW8FZLNNfLdxDcbJJBQTP+WYU7Vxjo/TGn0sjS6+oBY8JGyoGp7W9x8iAMsZ8vSDYv02BFamO1OUHrs6rQ+yv8UevafNpoDWw2x6oqkS4vCebaE0NLxwG6WkXC++8/05tO+UytDRERERETHC6bjOySQcC5f4EwKsV7eIZHOcCGflxZ3Ko2KVf7XYlS7LNncdMyzlmDYNlQASWm0sK9KfeK77KZArqXOD9K0ANlEeHR0OAHWYZKlU/vwnTTFuxqQFgF32aH2Or6WtuhVHw2OrSK0ZgcyHUriJSZZO+nWBpL9sFFwAEAwq7Z106J8p1aGiIiIiIiAowbTuMU2kXB2eQ4p2eI2+/f55RmkAwszDSFxdehuAtX+EKO7T+NBC7gJCGYTKIoOy9pgAwmG7cFrmOdcmb+8mx/8jGljqADUqQ/fT1+2CkAysPD95tW6ka4I338U/DZd6f687f84tTJERERERFR3xGA6xl0CSKMRpOQOMWLcbIDRSCqNeDX/kJfTFZEeMCqWYHMTI15OYIUSjL0FxobQUucnoWFcm6c7rBhBsMRyNknnlavj0pzp9Nh3j+qqvARGdQfX0hZ9+s/tNSzLgrVaYZW93ARAEmKzWuFaeEMisuui8ti4LF19l3lxamWIiIiIiKjuiMF0ulCWJEm7wC++S/9djKpmqwaXF/iSTSyMx/+QD2bpI6SaRlaBbC60NMKllj0mq17goBjLVZjWOV+pKavz0ckaTN+Gmrh4xILTB2gwHbO0+FQaUFWD0vTYVbu6SJWsmXDM+nnOb6b0GbVt0radgfpPHCMIgsorzdrf4iYIsqn59fOTHnfvfQEIrl0k6nTXf2TtCoaU3gg61TJERERERFR11GA6lS82VixKVp5zGy/TEdCRl6UMeyMkro7JoycNB5hZIaDazWm62UJVIzt7TFZjoQOCWVpnO0t3Xpxhtf9g4sGodn5upjjbWNB3K0MPKcDNGhgv8vRtD6PE3d9XMINubUvlIizGwPpmP7oPrl2EMODl6eB9znFJ23aO13/q8vNTPDrMsx+4r3iJuVX0H28KuHptnvyplSEiIiIioopXr1+/vq+/2eXNmzd4+/Zt5b13795V/v2xkU0f3mizH3wSERERERHRi/MEI9MvUS3lV9Zw9YB0XyIiIiIiInqeGEw/SICb9RmmeaqzNwVcC3PmxRIREREREX0UmOZNRERERERE1BNHpomIiIiIiIh6YjBNRERERERE1BOD6Sdw/1tfw0+/N0LvfHoiIiIiIiI6SU8zZ1oe4f03gE/+xQavJiO8/43sv/uWaXH/W1/De+Mn+PRX/kD4/xnU5DP81Ebj/u8nI3x+/pf49Hf/tPbJE5l8hp/aF8W/wz/Ez/zmE9el5fw0+zLe/+DXAOsb+NSvf5Y5heNqcf/Nr+G9+oX0Hz/6E3zaoz8/qfp5LMvOaXp9ZcdS8sr9Nj793R/j/ptfx3u1/mlJj7bp2hf1JI/w/ju/ivumPih/Ge+/8Wu4/xIA/ASv3GDvHN9PPsPn9kV6M/BHt/j063+AV7W1Fp9jGSIiIqLHepKR6ft//ku4//O/xCsA9+fFf/ct81y98jcfLpAGAP8P8DO/8g38zK98A5+G9Q+fsVM+rslneK8Cn/56Wr+fqQcxJ+cWn2bnsvLKAuBXv/v76b+tWwA/2R1XHni9+s3S//Prf4JXpTLl7Yjo2tfL90Xcf+/reP9bX6x/8ABfxP03fvVAVsyX8f47vwZ8/w+ztg/wCf4x7vNH/iENxD+3v4BPrG+nbfAt4P13vvb8yxAREREN4EmCaZx9Aa+2fwHgi8A//QJerRt+WIuUeXa+iHs5f9U/o5fvJzj44HH5i7sA537y5fTFPkJDm/xjvP/zP2y82XT/zV/D/Y/+BJ/87p9mN3p+jFe/Wx3Bvf+ffxX34R/jlZ/dNPH/CJ/+6Av4/J8Xgf5zLENEREQ0hOMF0/II77/3tfSlAveGhvff0/D+S8C9/TW8/95nuBcpU9/uI93/1md4/4Ov46c/+Dp++oOvNYz+fLFW5ut4/80v79WjUuZ7n+H+vFYAwP03v4r338le36jPmf4y3v/g63g/+TLef6+tPg37+q3P8NMfDH9uUN9XY32GOj9i28F59/kRcT8ZtW9H/jLef+9ru7r89Huf4X7Sf1/3v5Vtw74AcFE6B+X2/yLuv/FVfP5bX05HIO1/hM9/49fw/jvVNm1vi6z/fC8rk/WLtPxLH4UTPXaxPrbXVxuur87+I6SrPulx/fQHX02/A42vFv3xm1+ubEnMl/He/gI+/TdNNya/CPwi8Or7/3tLxkRWZvsXpfd+DHz/J7j/p/9jVu/nWIaIiIhoGMcLpuP/HZ9864/xyfd/kqaQWn+MT76fzV+z/hiffOuPxMoMKJ+L+UmefvrrPwSMr1Z/GE/+R3yOP8Mnu5TVP8Qnv/hreF/6Mbu3na//FT439uec5qmvn7o/qX+0c/8bv4xPvp6XS28oVAKhyWdC+xrC3nEd8/wIbAcA7o1/tDs/jfURMfkM7+1fBb6Vpn3utjPJC3wR99/4Ndz/+R8Xqc5f/zNg3P/HdzVFuZQ63ZDmfW/8I3z+rW/jZ37l9/Hpv/gGfubX/2hXZu8cHjr27/8RPv2VP8SrL13g/dmf4dNf+TY+/dEX8P5/fkjw9cx0HbtIHxO5vjr7j6DO+vxp1l++jU9/lM4R/5m8bI80+dz9N38NcIMDc4X/Hj7/EoC7v1e7SVDuN3mZH6fz6n/wWcNNmudYhoiIiGgYxwum8WO88v8UwBeA8M+y/wbw5+l/v/J/jFdCZYaSpY+Xf1zGG3zi1kYssvnNu/3Gf4pX37oF1F8uRj4ObOchXn3/j3bbefXvf4hX+AI+/6X80y/i/jcuBttXu8PHdZTz07mdVNN2+o0wpecQ4R/i0yztc7ed38hHi9Mf4K+2f1Gtz2/uB8CD+tEP8UleJwCI8/8+fA73jv3uxwD+Ap/8KH/jx8CflwuIKo2i714nPsLddeydfUzk+hLpP4I66zOgyWd4r97ik4555uWbeelNgl/bv2GzU1oU7kt/t/xByXMsQ0RERPQwxwums7nC+VzoezkLEPL/Fi0zmNKIRcmru5/UfmR9MV2FuRxUVFY6btnOQ5S3E/9l+ZPh99WqZV9HOT9d28k0bafXj+IiUC6rbudP8Un4kyyt9mt4/800xXvwAKfmcIptyzlsOfbKMf7i6571b1qA7PcPjGqenuZj7+pjLed5R6T/iOqqz1C+jPf2BV5Z3Svnl2/mHbxhg3yxv1J/+NFf1Qo80zJEREREj3C0YHo3V1hN5/69/04xD/D9dzTcy18WKFPf6rF9Efff+yre/+IPi7TPX8lTdmm48zPUdsRV5p82BDGvfvP30/Ra64f4BF/Ae/ureynn9JwM28e6+k+3YevTapKOdN//RrYeRbYmBb70q/j8e1+rpqfXbiQA5RHcbNT/vO3G5nMsQ0RERDSMowXTn/5K/oicbMTLuk2ftbsb8crmB7aWqW/1MZp/ZN2ff6E0YpGNQn1rU9n3/Xn5mbct2xnciexr8PMjsp1M03Z6jTCl9Xll1Uddv4Gf2Xvm9Y/xyt/g1W/+fjrP/Rjpt0JazmGvY/+YifSxlvO806f/tBGpz0B++Ef41PpDfPqtP07XpPjWH+PTH6VrUXzyrT/GJz9Elo2xf+xAeQQ3TZu/P/t7pQ+z7KFdVsVzLNOfSKbUUGWIiIjo+ThaMA1kz44O/wyv8h+NDc+OFikzjGxF1/ICX/IInxvlH1npD+f7cTEX8n7yGT43yj94f4xX37pt3M4hr/79D/HqS78ETLLHZNULHFTaV76ydMe+Om2zIHFv1P8pz4/IdrL3GzvqpUoAAH9/SURBVLbz6lsNc5lbjuvVt25xb1cXIrqfjEqLLX0Z998clT5Pf3x/uMBVpC2onUgfE7m+RPqPCJH65LKAsCndWkScrkVRfqVzyf8K8P90F8y/Wt/i3ig9V7qhj736N3+CV+o/2p2f+8k/xvsv/QSf/PtiRPs5lunj/ptfx/vvfLV1RfWhyhAREdHzctRgWujZ0SJlhDUtovT13YI6r343HXH8/DvZZ9/5JcD9Nj7dLdLzY7z6+h/i1S/+6m47n4//Cp/UUzH9P6hu5xt/F5+4Lema2VzEz+0slb3Pj6l8X3aWZvqNv7tfnx5e/W6AT8Mv4H1W9/JiQ093fgS3A+CV+8f4/Bu1+vj1Uu3HBf8P8Kn1V8V2fvB1fD4GPvn3eV/7U2CN0udfxed//if4tGEF7qfS3RZPq/rIrwPneSDD7Euwj4lcX539R4RgfTKv/s2f4BWKskcJwPw/wKcW2vtYvMEnVnF+3v8G8Omv17KGnmOZB6jPm28yVBkiIiJ6Hl69fv269+DHmzdv8Pbt28p77969q/ybjuf+t76G9//0hx802CN6qXh9EREREZGI445M0wBqKcjyl/dSMYnooXh9EREREdHDcGT6GbiffIbPf+MC918CgJ/glfvH+KT8vFoiejBeX0RERET0EAymiYiIiIiIiHpimjcRERERERFRTwymiYiIiIiIiHpiMP1Isukj8k3sPd6YiF4cXu9ERERElHsRwbTmRIiilpej1f+X4dxtEG7u8MhHmA5CNv3jHuuRaI5ftNVRAxUNjt++j0edQ815un53iOYgihyI71mDE0VoreopHNdRCBx73Qld70RERET0Yb2IYDqYKVCU7KW7SJDA1UvvzYL6/zKYOFhitjze9p8vGaYfwTcPha0ZzYGtomivyfJIgYoM07ehSvX3BxTMdn3OCusfPmMv9bgegNc7EREREeVeRDDdiyzvRiVlTYOmaZA74r1mMmQ5f9U/O1GDHfvQEtwdJ4Le0RwPhhTCdZP6R0QCnuH1TkRERERH9ZEF0zLMhYeFqcH0I3j2FNOpDc/L02LT0dT9NNb9UVbN8eB52WtRTxvO00eztOIoQhT5cBpGaWXTgb9LcXagmX3TdEV1HXtWqlwfkTrvlUmPPYo8GBIgGV5jerBsZqndtgpAhb07B6VzKWtw/HIKuANT26+PiNttCFef4ab+wQfSfg4BQIZWKRPBd7S99PS9/nNeKyC4HZx391URsmbCb9vOUG3auZ2mFO6m98SOXeR69/3sPPsOzN0591FsTqwt9tq04Tuh8zwTERER0dF9ZMF0SjKmOFvpUJQJJhMFin6NNHEzxnIVAuq4GsxqVzCkBJubYvg0Ty3XW0Y61ekY63leDlCNRemHdZri7BkSNnmK83yLqaGWCvQTL+fQO1LaDx97GuBW6qNvIBle5SZCd5kAM0WBouhwEyBx9cZ0+3g5Sd+zQgAhrLzMLs1bhrmwoSYr6Pln8zUwvnzQjYZ4OcNSYPRb5Bw+Vvc5BKBdYow15vmx6xY2kg2vdkOis/8IbAcAVGOKbdZXG+sjQnPg2QaSVdbm2XaKXQ3VpkNtJyVy7CLXOzbXmCgWQkmFcbbGRNHhJhKMq6xWIm0h8p3QeZ6JiIiI6Cl8lME0kg2ug1JkFZf+O1gjhIpx+fftWAXClVAwVpZsrpHvJr7ZIIGEs4v8UxnmVEXizovtxkvM236sd4q75xsfPHYZlyOpsT7S6DIbPRMpM5QLnElAsr0tjikOsJwtd8H/cQicw0cRPIfZ3NzKsVdu9BzeTkXndlJN2+nXpml/Rmhhtuv06XbUaT6SO1SbDrWd1OOPPZXcxQBusd01QYy7cnN0toXId4LIeSYiIiKip/BRBtPJ5qYlYAqwDlH6YaphrALhuv/P9PTHdSa+QzXMyQKC2mThuPLre3iHj72lPtIZ0nsAImWGEmAdJlmauA/fSdN4m4KFvdXcW1br/vBEz6EM0/ErKcFpSnyuZTsVXdtJNW6nV5sWAW5ZdTvibdpuqO2kHn/s+yrnQTrf3YxqbwuRNhU5z0RERET0FD7KYLpLcO0ikUa4lAHZnEJNXFz3j6XpkYLZBIqiw7I22ECCYXt76clpuSwlNn8dbUXwpyLD9D0Y0gar8qr0vZfSHmo74ipz5PeCRfE27TLUdp7OsG3RdZ6JiIiI6PgYTDeJb7BJJIwutTSV9uBo7mOk6aDSeXU8TT4/5rOb2rTUJ9kiHQcTKTO0GEGwxHI2Seer1uezPzsi5zAdfQxXy900gV2ZnZbt7IhsJ9W4nV5tmtYntGo3NhQFijKrpV8P1aY9tyOfY//Ihzh2ESJtIdKmfc4zERERER0Tg+lG6UJkkmHvLTxWF99s0lFsLXtsTr3AQfk+FsUqxLKJhdH0c/8pxLjZJGl98oPI6lPcTBApk0vniz5k7mlKg+mYKBZoTucIPzzISdsnT4O9OPIjjm63WXC3tw+Rc5gGTOq4SFeXNafWN0r9p7adgsh2Uk3bCVf7I/xtx7VchVBtp/KZrJlwzDzEHapNRbaTHftuuoYM7WrUHEwLHjsedb2LtIXId4LIeSYiIiKip8Bg+pBgjRDoXngsW/xnZGePzemTahrMoGf/bxRFiBZnWD0w7XMI8TId4Rt5WeqoN0Li6piUToBImVxw7SKEAS9PRe1zbhDgZg2MF3kqq4dR4kJ/YAp3/mgjO31eF2zP23ss2JDi5RxuKMHOzlN5dejucxhjObcQSsW5W4y3mNf7Rt5/8u0szrByy2UEtwMgdFc4y891Vp+mRc3bjgvBDLq1LbVZhMUYWN/kGxqqTUW2E2M5L/U//wrn16v0mq4RPXbgMde7YFuIfCd0nmciIiIiegqvXr9+fV9/s8ubN2/w9u3bynvv3r2r/Pv50+BENmAph39YH4Fs+vBGmwcEGET0EvE7gYiIiOg0cWT6gKdZeKyWripruGpMmSaijwO/E4iIiIieCwbTdZqDKIrgGYA7P/ZIUICb9RmmuxTTKeBamDekTBPRx4DfCURERETPBdO8iYiIiIiIiHriyDQRERERERFRTwymiYiIiIiIiHpiMP3CyKaPyC+eZXtMT7kvIjqeU7uWT60+RERERE0YTJfJJvzsua3py4djas/rB93dBuHm7sgLp2Wecl9PJVuAbu+H/F7fyPtHqdSuTPX51bLpp+XLzySWNTj+ge3U5dut10mQrDlF3X0Hbbs6Hg1O/bnUJek5Ot5zv5uldRJ+VPRL9uBr+Ujn8MH1ESRrMJ3susyvi90S6i+DVjm+h313EBERUTsG0w1CS4GiKFD0FbYjG94z+iESB0vMlo95npcM0z8c9JQ9fl+nRxurQJIgkUa4bDgFu76hKNCtDSTDazhXKsa74ELG5UiqfgwNjmdD2ljQFQWKMscaVweCXBnmwkB9C8I0B54tYaNndV4Bhucf2Ncx3WKbANLZRf2DQrLFbf29VuJ9ldqd2rV83PrIMK/GwHpeXMsrYGR7w98UGJxgn9cc2CrgZte9wmeUExERHQWD6TZxgOXEQigZuPqQP7JkeRfMy5oGTdMg7/2WkiHL+av+2dCecl9PSca5BCSbFRJIaIv7kP3gn7sJpNFl5WZLGIZQ82havsQIIcKk+FxzbKiJi/kyyH7gxgiWMzQ+/Ui7gpFYsML6ByJkmFMViTvfbTsOruEmEkZNdwqOKsZd6RzUXZxJQFIaiRTq8/R4p3YtD1Sf1v4TYzmbYRkUF1wczLAKUVy3fbTu60NKcNf0nUJERESDYTDdKcC64UeWrJnw29J0ZQ2OL5BGKJuldN8IvlNPK5dhLjwsTA2mH8Gzp5hObXheNSVWczx4XvZa1EfSs1RMsy21OC0TRR4MCZAMr6h7bbimfV8p2SylFh/Yl6O11afQmCZ9DPIlRlKCzU1zmwtbrxGqY2gA5MsRsFlju/swD9hvBEaKNDi2BPf6oSN0F0hj1PKe0qC2GCEW6Rup9j7f3aa32wSQztP+kqXTp02anZNtPi7d1efF+6qQ88N1TsnQKv25fp12H3vqibcj0KYi17KQ1nP41PXp6j9DEttX+/ehSBmxPr/7rrRVACrsvEw5u0r0bxMRERF1YjAtoBIEIA0EPNtAstKzdPA03bf4TSPDXNhQk1WWxqtAma+B8WX1x5zmIPIMIN+OomC+Psdlwy8+yZjibKVDUSaYTBQo+jXKIVYwy9IV3cPDf6oxxXaep7DXU5QDzBQFiqLDTYDELeqkzKrBXNe+ZNOHZxSpxfv7SqnTMdZZfXQXUI3FB0g/LsiXI0jJBjcxEKTRdPuPb9nEwpAaAuMA61DFWNNwOQI2N+Xk5TzAvagEFr65vyfNsSGVRpV7k88b08P3+nNn3xDp86m2No3TKB4XAOTztGblGxbVoL+tz4v3VRHdx36JMdaY5/vQLWwkG17t4NuOHfgA2+k6LoFrWZTIvkTKDFUftPaffXKWFh2uD5Vo17Yvke/D7jJifT5eTtL3rBBACCsvs0vzFvzbREREREIYTPeWps4itDDL0wTjNN1XneZ3/7OAaXtbBFlxgOVsWfox17CdLHW4capgssF1qRzi/hFWOd03r3M9Rfnx0jnCIvtKNtfYncKbzcHU6ng5ga7rDwqUxGVzm/NU49stksrc55Rq5wFwhMgbIbF0TBqi3WAdQp1OMUIanNeVAyZF3wCGvRe82mqIVcO2j6G9vRr66l6fT7W26e0WaYiUnuvQdZFI55BxgTMpwW5gOjdAnxfRfuwAsvm7u73HAZZpTnAlAGk9dnyA7XQd14BE9iVSZlBd/ae0qKBnSwgtHQ/+ijm4L5HvQ5EyQxH520RERESiGEz3VvwYKSuPuqUjk0mWiufDd9I0uuqPonQ7oiMh+6Of/dVH/qp1HkpTanHzvipl4rss0GoW138ID02+xKjcHvENNsl+qnexAJkOK5Sg2lfNIzrBGqEkAQfarRww7f9w1uDYKkJr9mQ/cNvbS6TPp1rbNL5DAgnn8gXOpBDr5R0S6QwXB0bQh+jzItqPHenNBMevruZuq5X/B/Xt1I8d+LDbaTyu4YjsS6SMCM0pHXd0eKXqzv4TLzHJRmd1awPJ3h8pF3V4XyLfhyJlhiLyt4mIiIhEMZgWsLc4Empz1hp+zAazSRpwWRtsIMGwvb00TDod8uUIUmXkOZ2bWB/tK8QIZhZCqJg2/gBP0zKbRq3REFgAKH44a2OoANSpD99PX7YKQDKw8P291OqDGgOx5v4soqvPd7vFNpFwdnkOKdniNvv3+eUZpJNdLEmG6XswpA1WeQruLo22j1PbzvOVp4LvXgOsVH1oMcGXiH+biIiIhsNgupOGcWUuXfqIn/IjkopXfSQxRhAssZxN0jmAlcAs3U595POYpPPqz0Q5XfWp5+OIumSPQBpyX7IG03FwzDVy0gDTLeYR7gIUCbVDKQlw7SaQjAOj043Sxc3q5wdAcX5ur2FZFqzVCqvs5SYAkhCb1QrXwiexqS3qi32l6vWptlefPt8mW/xsNIKU3CFGjJsNMBo9om8MoP3YswyS1bLIJMjL9PL022k/rmGJ7EukzMvTdA3Wj12kzNDa/jYRERGRKAbTbWQNpp8+xqhYUDnGchVCtavBnayZcHaLSGkwHbP0eT4ft/zDKN0OVBtOaUOyZqJhLSph8c0mfUaylj1epvSZVF7I6ODiWXnA0z1C07yvGDebRHBfYrQrG4aqwj7a88nSGyZ79QvWCNH+GKl0Tuuh0elmwTpMA/BD5yeOEQRB5ZU+VmqLmyDYm/p5WNrHym0ha1cwpASb2kTu9vYS6fNibrcJJEna3ZyK79J/P2SkvE9fbdN07OEqH+3Mb3oVqcSy5mBh7Aev7Z5+O03HtdfHM83XsrimfRXn8HCZY9WnXf37Oe3LbfV5OJHvQ5Eyucf2+fqxN/1tIiIiIlEMphvsUn29Kc42FvR6GmEwg25tMV4UKa+LMbC+ySPuADdrlD73MErcxu0ougtMi/TZxfgOu808RDb/dmRnj5cppe+F7gpneZ28ERL3wOJZ1y5CGPDydN5DKYAH9hUv09GOkde9LxHB2kWSJMLzy3vTxlCxH2DuRpHbfrjGS6y6ytQFM+gWMB3o/LQKZpW28KaAq0/2Vgjv7Budfb6P0mJj2aJk9ZFyUcJ9tUXTsRcLUcVYztNnzef7WIy3mPdOq3767TQd18E+duBaFtW0r/piXk1ljlWfdvn3c/F4KM/uqM8jiHwfipTJPa7PC/5tIiIiIiGvXr9+fV9/s8ubN2/w9u3bynvv3r2r/JtOiQYnsgFL2fuBSx879o2X59Ta9NTqQ0RERDQMjkwTERERERER9cRgmoiIiIiIiKgnpnkTEVFNmprd/vCzEFav1dyJiIiIXhYG00REREREREQ9Mc2biIiIiIiIqCcG00QPIJs+Ir941i8REREREX1cmOZdojkR7LZJgqEFhc92eZk0B9Ghxm9od1kzcXV+h9my9H59Gw3/H3WTTR+eIdXfPvjcXSIiIiKiD4HB9CGyCd8bYaNPwN/vHwHNQfoo3GEWVNKcCDaeUzAtw/Q9jDYnFLBqDiJbgstrkIiIiIhOENO8iXqRIcv5q/4ZERERERF9LBhM9ybD9CNEjtb4vm/K2WNlIjimBsePEEURosiHY+5HX7Jmwu8og3yObtS0X3pKmuPB87LX4uFzpjvbXdbg+FmbRxEi34GplcuI9EOR7aR9NYo8GBIgGV5Rtrbt9jqn2/F9B36+HzP778hH/fAeR3RfMrTd++nLd7S9NpPLZXwHmukgihyUj7792ImIiIjoY8RgurcYy1UIqOPKj21oVzCkBJubIh9VNabYzhUoigJF30AyvCLIQZrG6tkGkpVeKbMXH9HJCGZpe+puUv9IXGe7yzAXNtRkBV3J+s98DYwvS31OpB+KbCfATFGgKDrcJJ2XrORlyynqnXXObK4xUSyEkgrjbI2JosNNJBhX9YID6NqXdokx1pjnx6Nb2Eg2vHKlNQeeIWGj5+dni6lRmzsveuxERERE9FFhMP0QwRohVIzLv8nHKhCuKnM7E3de/DteYu4mkEaX2ciYDHOqAqGFWZAVysqo0/0Rz3g5ga7rz2gO7nOkwi6NYuajkMMOQoq0+wXOJCDZ3mLXneIAy9myOp+7sx8KbqeTSJ1TyV0M4Bbb3b2GGHePuO/QpnNfwRKzZVA99soNiPS4mq7TgvixExEREdHHhcH0gwRYhyj9mNYwVoFwXQ1R0h/7hfguAaQzXACVQOdwmao4rm6PhhbCykcxd6+hF78SafcA6zDJUq59+E6amr0fuHX1Q9HtdBGp875Keen8AfsV17wvGabjV9K8qyu2Z8fVdJ3uPOzYiYiIiOjlYzD9QMG1i0Qa4VIGZHMKNXFx3W+4D0Btjurej316qbraPZhNoCg6LGuDDSQYtldNT87LdfRD0e2I6KrzaUlXJzekDVZ5CreiQLHCekEhz+vYiYiIiOgpMJh+qPgGm0TC6FLD5UhCsrkp0kkz0nl1LE4+l4Bki3SMK01PDa36SKgCpenxTLIG03FQWTuKnqE+7R4jCJZYzibpHO36/GiI9UOh7bTqU+dTkY4oh6sl8uxs5NfgTnpcjdfpznM8diIiIiJ6CgymHyxdAEoy7L2Fx3KSsSjm28omFkY52En/f9WuBsiyZsIx90Md7cqGoaqwj7GQE/UW32zSEWEte0xW7fPbbRa01j8QancNpmOWPpdxOSrfiClr64f9tnOXoDSnv/pZd51PTRoEq+NiXrOsOVgY5UA5P3eLYoXz7Dqtl3lex05ERERET4HB9GMEa4TA3sJjudBd4WyRpYV6IySujkm5YDCDbm0xzstEERZjYH2zP94VrF0kSbI3L5s+kGwRqpGdPSarljodL+dwQwm2l7ZrZRX3znYPcLNG6XMPo8SFPlk2jDq39cN+2wmuXYQw4OWpzOVj6qzzcHaPgbNVABKMpnPYKcZybiGUiuNZjLeY19O8gxn0rB2jKEK0OMOqqcwTHTsRERERPR+vXr9+fV9/s8ubN2/w9u3bynvv3r2r/PvjoMGJbMBSUF1k+9D7RMfA/jYk2fThjTYHbzoQEREREYEj04/TtOAT0VNjP3yMWiq8rOGqMh2DiIiIiKgZg+mH0BxEUQTPANw5R6/oA2E/HECAm/UZprvpGFPAtTBvmrdBRERERFTCNG8iIiIiIiKinjgyTURERERERNQTg2kiIiIiIiKinhhM04PJpo/IL57jS0RERERE9LFgMN1Ihulkz7qNIkS+A3O33C/t3G0Qbu648BUdn+YgihxUn+ZNRERERPThMJjeo8GJPIywgq4oUBQF+gowppccga2JgyVmSz6PiYiIiIiIPj4MpmvyZ/bOZ8FuxDUOZtBXd7WST0iWd4G8rGnQNA3yB43sZchy/qp/Rifn5PoPEREREdHzx2C6QsblSEKyudlLXY6DIrgGANl04Odp4JEPxyxHJxqcKILvZ2V8B+auvI+0aFrGMTU4/qHtIE05X3hYmBpMP4JnTzGd2vC8asqrrJnw27Yja3D8jtR1kTIANMeD52WvRfOcaZHz42hdx56SzaxOzrGSfPP6tL3Xo86yWSoTwXe0vXMkcn5eav/p3Ff9/PgOtPN6CSIiIiKiD4vBdMUFziQguauH0lWy6cMzJGz0NA1c0TeQDA9+PSjYXGOiWAglFcbZGhNFh5tIMK6KMEY1ptjOO7YDQDKmOFvpUJQJJhMFin6NXYK15sCzDSQrvbKdIhCUYS5sqEmRuq7M18D4shRQiZRJBbMs/d1Nap+kRM+POh1jnR277gKqscgCxdPVWWfNQeQZQN4WioL5+hyXpZMoen5eZP/p3FfD+ZlvMTXU8laIiIiIiD44BtNl8jmk+nt7stFrd47lLg98ibmbQBpV51WnQfkttruYM8ZdLf4U2Q4AINngOigF+XH+3zLMqQqEFmb559l21Gk+apzdJNjeFqPrcYDlbFkEVEJlRPQ4P5tr7Kp8s0ECCWcXpQKZeDmBrutQZv1qcgztdW5oi2xueTG1vMf5eXH9R2Rfh88PEREREdEpYTBdFt+h+yd78+h1fJcA0hkaYkEAaZCxI53vgh3R7TSlnqeKIKasup0A6zCBZHiIIh++k6bfVgMukTIixM9PpUzHuY93wd+H1V7n9NjDdVvQL35+yl5G/xHZV8v5ISIiIiI6IQymK9JRQOm8fwj5oaVBTDFPN7KrabHBbAJF0WFZG2wgwbA9eLU5yCJl6GV6yv7TtS8iIiIioueAwXRFjJtNc5qsrOWLSDUH3PK5BCRbVMfcuj1+O2l9QiubX1p5zWop2jGCYInlbJLOd1bHe/Ohxcq0Gfb8AABkDabjoGEtq+MRSvmvS49dHbedsWHPz+O385T9R2RfLeeHiIiIiOiEMJiuiZcrhJKBRWkFZllz4E3z5YSzgLu88JRsYmE0rwLe5fHbibFchVDtarApayYcMw9jNJiOWfo8nZdaDbpEylTFNxsk0giXWvaYrPTdQc8PAGhXNgxVhV1aeGtYWRBcmrerXY0eEEynbQHVhlNqDFkzsWuKgc/P47fzlP1HZF9pmabjIiIiIiI6JQym9wSYKTo2mMLL0lC9KeCuigAlXqajbiMvS1P1RkhcHZPdikniQneFs8UjtxPMoFtbjPPtRBEWY2B9k48rBrhZo/S5h1HiQp8sS0GXSJmabGGokZ09JitL6R3y/ABAsHaRJEnHXOTHiLGcuwhhpG3uX+H8eoWwXkxEMIOiu8C0SGVejO+wa4qBz8+z6z+d+8rKlM/P4gwr90GtQURERER0NK9ev359X3+zy5s3b/D27dvKe+/evav8m7pocCIbsBScwCLV9Oyw/xARERERfUgcmSYiIiIiIiLqicE0ERERERERUU9M8yYiIiIiIiLqiSPTRERERERERD0xmCYiIiIiIiLqicE0ERERERERUU8MpstkE3727Nv05cMxNcj1cidHhub4pbr7cDT5GdT7tMiaU5xD34H52BOY9yff3G8LWYPjl/tZtYRs+qV+WJR7dJ0AQHMQRQ7Sp4KnRI59qDJERERERC8Bg+kGoaVAURQo+grbkQ2vKRgSIsP0I/hHjig0x4MtbbDS83pvINkersrREvBk9Uk95b4GIJtY2BI2lg5FUaCvAMN7TPAqw1wYkOpvA+kzoj0b0saCrihQlDnWuNrfV+Jmn+evCZZxrcwQRI59qDJERERERC8Eg+k2cYDlxEIoGQ2B6anQMFaBcLVEkAda8RIT3cW2VnIwcjHqLWsaNE2D/MwDJu3KgBSusMxOYhxcw00kjC4feGDaFYzEghXWPwA0x4aauJgvA2R7Q7CcHSdQFiBy7EOVISIiIiJ6KRhMdwqwDgF1XEmKhWaW0lmjCL5TTgfX4EQRosiDIQGS4RWpuk6f7QiQz5tHP+MllkH+jyHrI8NceFiYGkw/gmdPMZ3a8Lw8bVh0X9nW8nTmhs+ejoxzCUi2t6X3YtxsEkijy+L4NWc/1brpPWhwbAnu9a4BSrJ9bW6yQPoxRNoLkMtlfAfaeeVTgWMfqgwRERER0cvBYFrA7TYBpPNSUHWJMdaY5+m3uoWNZMPbBYQBZooCRdHhJkDipmmviqJAmZUCrM7tCIhvsEkA1Y7g+w5MTYO2F7kMXx/JmOJspUNRJphMFCj6NdItCe7rpFzgTAKSu7iYT7x3DgEEM+guYJRvHNgqEndeGVXWHBtS7b1Cvq+Lypxp39w/x5AMeLsgOJ0HXyHQXrLpwzMkbPIpAPMtpoZa2ojIsQ9VhoiIiIjo5WAw/RDBErNdim6WDr4KAXVcWdSp0yDbibGc6LDcEIAKw7Zhe9kIZL1olz71STa43uWVA4gbI8dO8XICXddPLNCWsBu8lc5wUfokXs7hJipsx4Tp21BDC5NqJA1bDbFqjqR31OkY63kxxx2GXZ1ffreBm809TucfJ1BtD5X7Gp3tJeNyJFWD/XiJuZvk/0eDw8deGKoMEREREdHzxWD6QWSYldWzI0R2ebRP1FDbSefcTiZZ4GW5SCQVdsOIcjvx+gyTppyKHxiIH0Uwqy70lWxRTlxOb15YCFUDhhTCqtwESEeqQ2uWjdIflmyuK3Pc5241HToOlru5x+m/Z7BCQJ2WF8Praq/SaHFJfHcgmO489gHLEBERERE9cwymBVykEUkWPMowfQ9GefVsRYHStNJUq6G2sy8OstHHcmp6p+PV5/TdIs3kFzxb2hhpyCqh8r9k76tTH76fvmw1Tdde+H5lVLke4ALdI7jpdIO8zFDtJXLsQ5UhIiIiIno5GEx3ylbLXudjjeloX2X1bADyeeMyYC2G2o4Gc5BnDw1Vn55kDabzoefXxrhLAOmsHMpmKdJ7I/D5PGm9Nn8awO01LMuCtVphlb3cBEASYrNa4foWuwXtGoPOjhHc9KZOXkakvZoD3GoZkWMfqgwRERER0cvBYLqNrKXzYhMXxcLMaYCijot0W1lzsDCags4swGhczbjPdtqdGV5lFWdZM7EwmoKYp6lPqm1fBe3KhqGqsD/ws8eCaxeJOoWZRfWydgVDSrC5KZ9BuTJPejd/On8OeRwjCILKK82o3uImCHbTyoN1CMm4Km4gyPX20mA6ZuUGg6w5mGaPQEvLiLRXjOUqhGQsitXGs32ViRz7UGWIiIiIiF4KBtMNVDubf+pNcbaxoE/yAAZpgDJPnz2dr7S8GG8xP5BeG1y7CFFalXmX69tvO4cFuLZcJNJ0tx3PHiFx9erCWHnpo9encHhfpTJrF0mSlEb+P5B4ibmVYGSnj/LypoCrl+b9AtAcrzZPOps/LRlY9MkOCGbQLWDq5f2s3l4BbtZnmC6KudDeFNhYOoop2oLtFcyguwlG+b4WZ1i5tTICxz5YGSIiIiKiF+LV69ev7+tvdnnz5g3evn1bee/du3eVfxMRERERERG9VByZJiIiIiIiIuqJwTQRERERERFRTwymiYiIiIiIiHpiME1ERERERETUE4NpIiIiIiIiop4YTH+EZNNHlD8bmYg+evxOICIiIuqPwXSZbMLPn4kcRYgiH46pPYMfmDI0xy/V3YejyYfrfbdBuLkrPTubZNMvtXtxHsuPjxYqI2tw/FI5P22LqrS9ijJOZRtFMQ2OX+6L+4VkzSna/cB2RMq02rsuHridF0ykbwiRNZj1vrHXfzrs2stB+cnuuzo2PO+98TuB7U5ERETUisF0g9BSoCgKFH2F7ciG9+ARGxmmH8E/8q9PzfFgSxus9LzeG0i2h6uG38wAEAdLzJZB/W1KXOhKdg4VBYoywbJ+x6G1jIYrz4aUbGDlbTFfAbZX6QOa48FWk10ZfbXFyKsHXhocz4a0sbL9zbHGVbWMbGJhS9hYerYdwKhvR6SMoN118cjtPNV18eRa+4YIGebVGFjPK+d5ZHtoin+7qRjv/j8ZlyOp+nFJ23fCcO1ORERE9LIwmG4TB1hOLISScTAw/fA0jFUgXC0R5D/c4yUmuottrSQgQ5bzV/0zGsLW1TGZldsiwLWbQBpdZjdk0vZK3OtdmThYYu4CRqmTaY4NNXExXwbZaGGMYDmrBGfalQEpXGGZbSgOruEmEkaXpcBdoMxDDLUdKouxnM12bQUAcTDDKgTUIioWFoZh8f/JlxghRJjUS/X7TmC7ExERERUYTHcKsN77MStDM0ups1EE3ymng2twoghR5MGQAMnwijTJyhBT13YEyOdoHG+Kl6gPNGmOB8/LXov6aHs6WiiSqiprJvyO9GN0pZW+SAGWgkORyV1DOek8axMZ5xKQbG5aUvGzMtvb0nsxbjblwF2kzENd4KzS8bL+s9fW5VFo0etCoI/tpdM/IB36pVuvEapjaADkyxGwWe/dYGv/TmhSb3ciIiKijxeDaQG326QU6ADQLjHGGvM8nVO3sJFseLuAIMBMUaAoOtwESNw0xVZRFCizUoTbuR0B8Q02CaDaEXzfgalpOBRTBLMsVdPdG55KR8Um5RRVBVYIINngphzRaQ4820Cyyo5J30AyHpqGemIkA94uOGua6yxYpiJNr60HxtJ52/+XBizJ3UVlzrRvlk9yXiYGNCedH7u3SZEyDyObY6hIsNl1jhjLdAi1Mk8X2hUMKS8nel109TEZ5sKGmqyKtOr5GhhfVvfdRXMabh4Vr959unff6CZrDmwVCNfNKdjtAqxDFWNNw+UI2NyUb6pkJVq/E/bttzsRERHRx4vB9ENk8wt3PyfjoDmQ6DLIdmIsJzosNwSgwrBt2F46Uie+jX2y6cNWQ1iTZSkIlGFOVSC0MNvlKC8xdxOo0/1RrXg5ga7r1UDpVN1t4GbzitO5oQnU+lxVkTI1muPBgIv5bsQ6zXSQjKtdYCtrJhaGBEhnuCj9v+p0jPU8v9GyAQy7ZZ6xhPPdf1a3UxApc5hqF4GmZ0gIrXl1TnCwRliZpwto6RyEHnOHRfpYdpNge1u9dmZL9Oppwaxy86j+6tVtH9A3Diot/OXZEkJL71eXkmAdQp1OMULtplgPne1ORERE9JFiMP0gMszK6tkRIlutFxIw1HbS+bSTbGRZt1wkkgr7Qb/ks5FBA3D1WS04KYKYsvguORicxfHz+NUdB8u9uapWiMpNApEyZc03JIBgpsMKpfSmRxRhMQZWbgIkW5TPbLIp5lXnAWVjenYwqy52VdsOIFimQ3khqnyRu2pwn02J2J2PbD5/r1FVkT4WYB0mWZq4D99JU7z3zssT6ts3WsVLTPKg3Go6zz0Ea4SSBLROGWjX3e5EREREHycG0wIu0lzZ7MeoDNP3YJRXz1YUKFZY/986DLWdfemCVrXUdFGyCd9WEVqHVyKuzHV98A2A05em9zffJMgdKiObPjwjgbV3QwLpzY/ZZNfmk9kSTRNRm+dV5/u6RTr7oK2FRco80IHgPrh2kUgjXMqAbE6hJi6u909Ap64+lp4/HZa1wQYSDNvrNz0CR0jzrjnUN/rIr+X6eRaXptZPDl3MfR1odyIiIqKPEYPpTvXRtXTkrLJ6NgD5fD8YajfUdjSYg40SaXA8A1JoHUgrTYOzykjV7tUQNMoaTGe4ebpPLb2J0j6C21QmDaSzkX2hGCZb4Xs3epilgjcFwbt9xUgHa8uhWn1+tkiZgcU32CQSRpfaA/fTp4/FCIIllrNJOue31/SIgdO8GzT1jZwssnQ2EREREZ00BtNtZA2mnz6iqBhdS3/sq+MifVPWnHTO654smGkcxemznXZnhldZBTyfg3sokIlvNunooZY9EgfIRsrTY9UPRhHpIlOqXQ2QZc2EU1kcK6Vd2TBUFfbpPlcso8F0zNoxOZhmjxxLz6FImXIgfXhkH5pZWpxKTh+DhRCr0v8QrMPKvGrI+20aXLtI1OluFWu5stiXeJkHkTVcNfaxtI9Iht2yn7brQqSP1dsie4bygcD1+Or1ae4bOc2J4Hne3grmzdvZb/djaP5OaHCw3YmIiIg+Pq9ev359X3+zy5s3b/D27dvKe+/evav8+1mSTfieUXrUVILQXeG6vEgY0h+UzsKGmhVMQhfz9Rk8G7Dqo2eyCWdh7MoitIoFufpsp4WsmbiajqBK+U4ShO4cs4PRHCCbDhaGmh5raEGZAU5kYz9hO9kLDNP9FceUhC5W19URdiANGv3pCMlq8uhRvmOTNQeLqYriFIZwV9eVebDdZbQD5xAAwlKbytCcBezsBB46f7LmYGFnbXSgTStlkhDuvPosatEyrfauCxy+NoDiPJT7el3bdSHQx5o+n8/2A9en0t03CpoTwVbT1czr6dcPuZb3ZO2VWPXR9WxqSdLcLnvfCdfnPdudiIiI6OPCYJqIBpYG09gL5oiIiIiIXg6meRPRoB6z8BgRERER0XPBYJqIhpGtju0ZgDv/cCnX///27i9Gduy+D/z3evIQj+UHa68gbQSLbnfPOiDkGb4YqxUMplaooGMYYQ0wwF2YL1RQNraRrAugBEQo2OYD7aDgBZQCKHnRQVyI+EIjAQQMGQtJI4W4xATJBfRSIwvEOupWmWMYke5o7QfLozxofPeB/1ks1mF1dfW/7wco4F7W6cND8rCbP54fD4mIiIiIDoFp3kREREREREQdcWSaiIiIiIiIqCMG00REREREREQdMZgmIiIiIiIi6ojBdJlswl8u4Wj1xT6Wvgm5uviaNDgN67oR6cRQ+ecgK6WNZA2m4xfHw3dgatXeJcsaHL9cxodTK0NERERERLeHwfRjEIygKAoURYEV1r+kw5JhnvWB+Tg/JvoM6Nle6caKhjPPhhQvYOlJGWU8A2wPvsmAmoiIiIjoLmAwTdSFLOcZCrKmQdM0yJ3i2wjT0QjToHhxVBSMMAsBtV9kDKxcHYPRFHmxKMC5G0Pqne45Q4KIiIiIiHbBYHonMjTTgV9KnfYdrRrkrKXprqfyJjQ4flaPD2enkUeB9giSy/X4DjTTwXLpoJwYXinT0mbZTLf/vqSVy2bpWDTtQxnmxMPE1GD6S3j2EMOhDc+r7p/t9WwTYDrlW5qJiIiIiO4yBtO70E7RxxzjNE1X0S0sJBteHjTKMCc21HgGPSszngP902rQBUAd9jEfp+m+LqAaE2yITTfb2h5BmgPPkLDIU4tXGBpqpYhs+tUy+gKS8QDSjzUHS88AZnqefj2eH+O0YRdKxhBHMx2KMsBgoEDRzxFkX3aoJyNrDmwVCOd5LQ1knPYkxIsLMMwmIiIiIrp9DKYbqHYxqrhcLuEZUrVAMMVoGhRBTRRgmuTppsHyCY4kIF5dVsuMpkXQlYoX53kqb3SxQAwJRye1QttsbY8IGeZQReyOkQ+KRlOM3bhS5rQnNZZpSj+OpgPoug5lVN/quybZdoQWRpX06ymmTU2PFzgvlUOU/btDPelkd8vlEp4tIbR0tO0mzfFgwMWYI9ZERERERHcCg+kGoZWOumYTRFUCSiRBk+NX0qqXdnkEN8A8jCEZHpZLH76TpHjXg00AiK/KQdkV6msSs609ItIbAOX2AIiuyi1qKSMdoekeQJQHmndZsl3tI8OFzaPDHeqJphhk/ctaQGqZXEw2fdhqCGsw3bBeIiIiIiI6NAbTnckwfQ+GtMAsS3VWFCi1abKD0QCKosOyFlhAgmF73dOuhYi1h+6uKNg8up+k1cew9NFaVgMREREREd0eBtOdpaOPs9JMywDk41oqOAAgQhBMMR0NktHtTmnXorq0p80lVjEgHdem3KrU01ImXuGyshTp+5QdNM67dqck21WeTXs3+6onkQTSgKuPKseWiIiIiIhuH4PpzrKAySy9IsnBpPJctQbTMUtBZPKscWPAeW0i7SlcJoUbAtwI01kIyZgUs47LZq2eCBeLOCmTrywp05T6rJ3ZMFQV9tl+gsubk2w7VBtOacfImgmzU9NF6qn3jeT7+j4sAulB8Xw6ERERERHdGQymO4swHVsIJQNe+nzypL/CuJJWHeBiDvQn2TPMHnqxC/1GnnkVaU8hmo7hhhJsL31tU/k53WAE3Y3Rs72k3ZMjzGr1RNNklL2X/vzS6yF2dQwaIr5g7iKOY7FniG9bMIKiu8Aw3fblEpP+FS66Nn1rPVnfKF6b5tn1fajhzJAASDCy/Zx/aq/hIiIiIiKiW/Hk6dOnL+sLt3n27BmeP39eWfbixYvK/+lhkE0fXm9xQzcCiIiIiIiI7ieOTFNJLQVZTkZIm1K4iYiIiIiIHjMG01QS4GJ+hGGWnu4NAdfiu42JiIiIiIhqmOZNRERERERE1BFHpomIiIiIiIg6YjBNRERERERE1BGDaSIiIiIiIqKOGEyXySb85RJO7UW+sulj6ZsovZF5DzQ4Deu6NZpTfZ/xnWnY3SJrDvxsH/kOyq/pTgvAdIp3SC99B2Y+PXq5WFs9Sd+ovl96/T3TsllaT/7x19okm6V1LX049QJERERERNQZg2lKBCMoigJFUWCF9S8JSG62TGwJC0uHoijQZ4DhlYNXGeZZH5iP832pz4Ce7VVvmmytJ8Ao/fnio8ONAYRzBKWqELvQK+UGKE++Lps+PANY6On3+gKSUWsPERERERF1xmD6AZDl5pHGTctpN9qZASmcYRok0WoUnMONJfROs/0cYToa5d8nZUaYhYDaL6LX7fU0kE/Rk2K455VQegsZpz0JCOdFgB1N19pDRERERETdMZjeiQytkjq7hO9o1TRwWYPjb0/3BTQ4/nVScDWceQ0jjZoDzzvLU4KF2rxVU2p60zJA1kz4AtuVpyrXKzi4bftHxrEExKvL0s9EuFjEkHqnHfbjbvVoZwakeIGLG3rlt+jxIiIiIiKiBIPpXWin6GOOcZZaq1tYSDa8PCCUYU5sqPGsSMEdz4H+aSm4TajDPubjNCXYBVRjsvbMa7sA84aRRq2vVlOCt7Z5jzQHnm0gniVpzPcitXjr/jnBkQTEV1H6fLmDxnsjNbLmwFaBcJ4diV3q0dBXgXhxgbVYWjLg5TdsfDiVyiJMk2HovE/JmomhWhvhvo/Hi4iIiIjoljGYbqDaxejkcrmEZ0jVAsEUo2lQBDZRkActSfyRBkyry2qZ0bT6vCuAeHGOLCs4ulgghoSjk1qhLYIkmi4F6knwVQRwIm3eFxnmUAVCC6N8w6YYuzHU4fokbtF0AF3XoYzqe+bAOu8fCcf5P49QOWTpRHbL5RKeLSG0dGzevJZ6UrI5hIoQs/LD0ABwtYCbPnedPHsdQ60/nx2MoLtAz8va00NsjUvPVXc7XkRERERElGAw3SC0qpM/6W5cKyHDdPxKSvDSVkvfB5iHMSTDw3Lpw3eSFO+mwCS+KgVI0RXqaxISzBFCRT44rfWhIkQ5lt7e5n0pbiSURVfxxmAxitbGW29Bh/0TjKoTfcUrVLY2mmKQ9R1rAcn24DelG2yrB0D5ued6PB4F07Xns60QlSBYc3x4vRVm+QRkM6DSnu7Hi4iIiIiIGEzvQIbpezCkRRGgKAqU2hTYwWgARdFhWQssIMGwvZtJqQaKVO80iFpL8RZs8z4lNxIEAtM7QWT/XGIVA9JxQ1DcIgqSUd7ieeiO9cinSGLpeijd7HJVDoI19FUJ4WyaZz8gCnBeaU/ifh0vIiIiIqLbx2C6s2QkrxKgAJCPa6ngAIAIQTDFdDRIRrc3pgxfX3DuIpZ6OJUbUrw7tbkj+RjVWpJgsT66n3xGa6OryXuZRZ4bvkki+ydCMlhbHqtNRo0bn2XeqFs9ycRjLkQn8T5JhpkbRrhr8oC74/EiIiIiIiKAwfQukuBD7ReptLLmYFJ5rlqD6ZilADFN1RUJcnYVXWARS+hNkudrqwOZIm0uXCaFGwLctJ48jViGdtarBdPJpFeqXQ2QZc2EY67fStDObBiqCvts/bvDEds/wbmLWB3ms7LL2hkMKcYin2K7ftyT7Z4Y1UB5ez2ZlonHGtflYKgmNwWS8kXGQl5O1nBmlNPGux0vIiIiIiJKMJjuLMJ0bCEszaI86a8wrqQEB7iYA/1JljbroRe70AdZkHMT0tcrSRJi97w2oijS5kI0HcMNJdjppFXF87URpmMXIdJ6/DMcn8+wVkswgm6tStu/xKQPzC/WxzmDuYs4joXTmG+G4P6JphhbMXp2khLtDQFXLz3znB/34pVont1D7OoYlCcP21pPIpl4rCnIRrquIwxL+9gbAovaZGfBSIcV9/JjufSGkEILerWQ8PEiIiIiIqLEk6dPn76sL9zm2bNneP78eWXZixcvKv8nIiIiIiIieqg4Mk1ERERERETUEYNpIiIiIiIioo4YTBMRERERERF1xGCaiIiIiIiIqCMG00REREREREQdMZgmIiIiIiIi6ojBdJlswl8u4Wj1xT6Wvonsbcv7ocFpWNeN0Jz8/cHL5RLLg6z0obmJ46XB8Zc30LeIiIiIiOimMZh+DIIRFEWBoiiwwvqXdDtkmL4NVaovJyIiIiKi+4DBNNEt0BwPhhTCdeP6V0REREREdA8wmN6JDM104JdSp31Hq6bqyhoc3y9Sq30HptaUzJum+i6XWC59OGZTmW0E2iNILtfjO9BMB8ulg3J2c6VMS5tlM93+/eZG34y9HS+xY3G5CuHqI1zUlhMRERER0f3AYHoX2in6mGOcpk4ruoWFZMPLg0YZ5sSGGs+gZ2XGc6B/WglKAUAd9jEfJ2V0F1CNCdbis222tkeQ5sAzJCz0rM0rDA21UkQ2/WoZfQHJ8OB3bvRdssfjJXgsoukI06iyiIiIiIiI7hEG0w1UuxhVXC6X8Izag63BFKNpgDwWigJMZyGg9tPg6wRHEhCvLqtlRlME2f9T8eIcQVooulgghoSjk1qhbba2R4QMc6gidsdFkBdNMa6kIcs47UmNZaTe6droazQdQNd1KKP6Vt81ezxeezkWRERERER01zGYbhBa6ahi+tHXnmuVYTp+JZV3aZdHcAPMwxiS4WG59OE7ScpwPdgEgPiqNDwZXaG+JjHb2iMiDSjL7QEQXZVb1FJGOkLTPYAoug/Dr/s8Xvs4FkREREREdNcxmO5Mhul7MKQFZlmqs6JAqU2THYwGUBQdlrXAAhIM21tL9d0PsfZQu/0cLx4LIiIiIqLHgsF0Z8nobDib5um+ACAfN73jKEIQTDEdDZLR7RtJ9e3SnjaXWMWAdFwdj63W01ImXuGyshSArMF0HDTO43UnXfd47etYEBERERHRXcdgurMkoFT7Zp4GLGsOJpXnqjWYjlkKIpNnjRsDzmsTaU/hMincEOBGmM5CSMakmMVaNmv1RLhYxEmZfGVJmXhxUTwnnNLObBiqCvusW0h6ePs6Xl2OhQxZlvPU+BNZhrx2TIiIiIiI6K5iMN1ZhOnYQigZ8NJnYif9FcaVVN4AF3OgP8mem/XQi13og+lawHl9Iu0pRNMx3FCC7aWvbSpPRR2MoLsxeraXtHtyhFmtnmiajNr20p9fej3Ero5Bw9TUwdxFHMcI5/VpvO6afR0v8WOhOR48z4NtSIBkwPY8eF71FWRERERERHR3PXn69OnL+sJtnj17hufPn1eWvXjxovJ/ehhk04fXW+wQWBIRERERET1cHJmmklq6s6zhbEMKNxERERER0WPGYJpKAlzMjzDM0p29IeBaGDekcBMRERERET1mTPMmIiIiIiIi6ogj00REREREREQdMZgmIiIiIiIi6ojBNBEREREREVFHDKbLZBP+cgmn9rJf2fSx9E2U3si8BxqchnXdGs1J37Gcfu5Mw+6K5HhV9lH+aXo/tAbHXzb2G9n0G+rwUX7lNwDImgM/+9531r4HANkslVn6cOqFZA2mU1qf78DMp2vv4ND1yOn+27RdIg64LlnW4PjldflwmtaV0irtWu8jFZpT6mMivzdEynTYP63E1rW9z4udX133cyeV/ZzYen5tJbZ/GjW0J5f+rVrvO3KtbzX/3uhiU18VORYiZYiIiO4zBtOUCEZQFAWKosAK618SEGCU7p/io8ONAYRzBJWyMkzfhipVFlbFLvRKXQNUJk2XTUxsCQtLh6Io0GeA4VUDbtn04RnAQk/r0BeQDK904S7DPOsD83G+Hn0G9OxyGRGHrkeD49mQFla6j8aY46xjUHDIdWk482xI8QJWdizGM8D24DdVpDmwVcDNyt7KO9xF988etfZ5kfOr436+pu3n122RYU4MNP160RwPthrn+0efrdCr/d7oZGNfFTkWImWIiIjuNwbTD4AsN1+YbFpOeyKfoifFcM+robTmeDCkEK4bV5Z3oZ0ZkMIZpkFy6RoF53BjCb3TfFwIpz0JCOdFQBJNMQsBtZ9d7UeYjkZ5HQAQBaNaGRGHrUdzbKixi/E0SC/cIwTTUfVmw1aHXBewcnUMRlPkq4sCnLsxpN7phlHnGFcd17FfYvvnVjWcX933865Ezq9bop3BiK2Gm54a+ioQu+f5/omCKcYuYJxdp83NfVXkWIiUISIius8YTO9EhlZJ/1vCd7TqxcFaetumFMrrpphqOPMaRks0B553VkoRFGjzVk0pi03LAFkz4QtsV57+Wa/gNshm6Vhs3z/amQEpXuCidqF5uQrh6iNcVBd3IONYAuLVZWlZhIvFTV2E7qNvpDruw3Xpti8utozW7qPNouvatl0BpgLRd97XbRWACjv/3VBN1a2kFvsOtOPSl5ljgd8bImUECJ3Le1pX2fr5JbafgW3HKysisJ+3EuyHAvtHrD0aHFtau4FXFjdFvtJxqU3b27y9r4ocC5EyKYHjRUREdBcxmN6Fdoo+5hhn6Yi6hYVkw8sDQhnmxIYaz4q0xvEc6J+uPf+mDvuYj9OUPBdQjUnHlLwA84bREq2vVtOPt7Z5jzQHnm0gniUpyncnPbKF5mDpGUDWZkXBeH6M041tTkeBGgKxSGRkUzLg5Reo9ecIT3AkpRfF2XOTa30iwjQZJsv7i6yZGKrrI+Vlcpq2Gc5LZXboG831dN2HTfVk235SCT58s1bJXtosuq7u25WNbJb7RzQdJD9vhQBCWFnbS2neSWqxVKQWj1cYGmqp3oRqDLFKf29k51c9dVakTNn6/hE/l4XW1drn6zafX1Xr+1nkeG3fz4Lnl2A/3LZ/trcnoTk2JHfc+vtFOm7br2JtFumr6xqOxZqGMgLHi4iI6K5iMN1AtYs75MvlEp5RezotmGKUp4UmqWvZhVfy9z+9SF9dVsuMprVna4F4UUrJu1gghoSjk1qhLYIkmi4F6smFaOWieGub90WGOVSB0MIo37Apxm4MdVifLCe5aNN1HcqovmcOqaHNaYrkdEOzZHMIFSFmbVe1m1wt4KbPQiuKAn0WQ219VlVCPkglHSHvHsEIugv0vLSf2j3EVsOFdjZZ0XIJz5YQWjoqu1u0b7TW02EfttaTKN9kUvQFYNjV4GwvbU60r6vDdpVojgcDLsZrB6NNGmiUg6X03KlrKlPPWhAp075/GrZ9w7m8dV0d+7zo+bW+nxvavHa8BPezyPkl2A+b1lXsH8H2aA5stW2fJDdWJeMsv/kmayYmhlT7vSHW5q7Wj8W69TIix4uIiOjuYjDdILTSC+vswq9+UQMZpuNX0uSSdLhMgHkYQzK8ZKTLSVK864Ek6il50RXqaxISzBFCRT44rfWhIkQ5lt7e5n0pbiSURVdx9YKu/F20+eLrMJI2V24+tCqepxT9ibLkQrF84TiCFWItQAGSC/rKRE3xCtme1RwfXm+FWT5B0obJfaIpBllfthaQ1soI9o3Wejrsw9Z6EuWbTOvBB/bU5kT7ujpsV0o2fdhqCKt1FK9JKSOhJLpa/63QWKZ2fomUad8/4ufytnV16vOC51fzfhY5XmL7Wez8EuuHjevK949IezQ4torQGrXuk2Ckwwol2OkNgEkfmLlx5feGaJu7aD4WVc1lRI4XERHR3cVgujMZpu/BkBbFRZaSpcMVgtEAiqLDshZYQIJhe2upf/uTpnqnF6ZrKd6Cbd6n5EbC/i7W7hT5FMm1/v4uAC9X5YvrS6zibemaGvqqhHDWbXKfZEKi6qjYLn1jvZ7dbKqnHlgA5VH5/ba5fV3dJOm6MSy9Pei5izbtn5s6l6t9vkTg/Lr5/Sxyfu3WD3ei9aECUIc+fD/52GqSOj/x/dIIf5T+7UnaMhhNgaNyZtX+2yxyLETKEBER3UcMpjtL76SXL7IAyMdNLyqJEARTTEeDZHT7mml0bYJzF7HUw6nckOLdqc0dyce1V7QkgWB9dD/5NFxIyRpMp+mZ4ENK2lx/7nyTZGIkFy2PJnd2kgwBpqNHEZKBq3KY0fCs4SZNAcpG++ob3fbhZmmqatONhHz/7KvNIusS367sVUquPqq0S1zzTZSm7WosUxl9FCvTTvxc3mVd1T5f2HZ+te9nkeMlvp8b1UaURfph47pqfayxTObyHJZlwZrNMEs/bgwgDrGYzXBe34m5+rPn4m0W0X4sEu1lRI4XERHR3cVgurPsj3+RnihrTvJcWk6D6ZilADFNW2y4cNyb6AKLWEJvkjxrWB3UEWlz4TIp3BDgpvXkqZkytLNeLZhOJu5R7WqALGsmnPrETgC0MxuGqsK+1qtbriubbMiuTIokaybWm1y/OG0iQ5blPKA9kWUUbymr943kWAzV5AI3qzM4dxGrw3wGeFk7gyHFWORTGxfZCHldsoYzo5we27Su5BnKov0ifUOkHpF9KFJPMgdA+blPyPUy+2qzyLpEtqscMNTeF95Jsi6pPAlh2p66pjLl/rO9jMj+ET+Xu69rvc8n2s+v7ftZ5HiJ7GeR80ukHyaa1lVsu0B7oghBEFQ+SRb4ChdBgPxJGc0sbbecvPqt8uy5eJu32X4sRMqIHC8iIqK7i8F0ZxGmYwthaWbaSX+FcSVNLsDFHOhPstRID73Yhd7yPNn1pa9OkqTkPaO177a3uRBNx3BLz90VzwhGmI5dhEjr8c9wfD7DWi3BCLq1Km1/8uze/GJ9qCmYu4jjuDWl8yCCERTdBYZFSuukf4V6k5OJkcpB7TrN8eB5HmxDAiQDtufB85w0KyHAxfwIw9K+8YbAoj4xVjTF2IrRs5P2eMP1C9JgpMOKe/lxWnpDSKEFPa8o64fFK9o8u4fY1TEoZjoS6Bsi9YjsQ/F6dAsY5ttVL7PfNrevS2S70iALEoysnvyTHXdBwQi6G+eTXi0nR5i5a2cYQneGo6wPpW2uT6zWXqbL/tl+Lm9fl0Cf33p+Ce7nrcdLbD9vP79E+mGiff+ItUdIcIF5f5Jut4ch3FpqtXib24kcC5EygseLiIjojnry9OnTl/WF2zx79gzPnz+vLHvx4kXl/0REREREREQPFUemiYiIiIiIiDpiME1ERERERETUEYNpIiIiIiIioo4YTBMRERERERF1xGCaiIiIiIiIqCMG09ckmz6WfvHOzpt0yHXR/cK+QURERER0WA8kmNbgVN6HXPrGqb3Tct+uFggXV63vj9ac4l2u1wp4BNZ1o2QT/nIJp7YzbyaQS45pfV27kM3S/i99mvrLvXXbfeOxkzWYlfPcgalV+5csa3D8chkfTq3M4ezv/CpocPxr/o4T8HLwFj545wv40TtfwI/+7Vt4WV6Z3MMH73wBHwxKywC8/NKv4Ufv/Fq1LBEREdE1PZBgOsA8BKTeae0iTsaxBCCcI6gs358omGI0baldc2CrgKsrUBQFymC6c8CzdV3UKJoOkn1vhQDi/FgMprscCRmmf/cC8fa+cTfb/HDIMM/6wHyc9DNFgT4DerZXClY1nHk2pHgBK/tdMJ4BtvdAjosM07ehSvXlezZ4Cx/YH8aP/crv4m+98bt45feBD/6gPUh++blfwwcq8Mqv/Es82eWUJyIiItrggQTTQDAPAekIJ+WF8il6EhDONwUZG8hyHpTLmgZN0yCvXazJkOXsU/+uLsbVtS7iuqyLHoy990NqJLSf20SYjkaYBsVJHgUjzEJA7RdDvytXx2A0RV4sCnDuxg03Ae8fzfFgSCFcN65/tUcfxctfPcETN8iD4if+f8Yr734Yf/MPPlovDGSBtMFAmoiIiG7GgwmmcblCDBWla1fg5AgSQpRjaVkz4ftZqq8PZ21USIY58TAxNZj+Ep49xHBow/OqqeKa48Hz0s9kPa0xTy22VQAq7LU072S0cLmWZ7k+iti+rixdM02x3LhdgGw68EtpqJrp3FAKvAytvK7lEr6jVdu9lvK6nhab2L5d1yeyD5Myy6UHQwIkwyvaXjuG2/uYyLHYRz8UabN4P7yXZLN0TBv6oeB+3l7PNgGmHTIhrv3oxN7OL4FzGcDlKoSrj3BRW153ve36CP7mEwCuvlda9j3gT4GXRx8pLUskgfSH8cRiIE1EREQ34+EE09EFFnF1JEjrq0C8wmW+wIFnG4hnepJmqS8gGeVUzIJkDHE006EoAwwGChT9vJIqHozSdM4NIzHV1OIQVpr+WaR5R5gmQ1fVi3btDIYUY3FRXP1tWxcAqMM+5uOsHKAaE1RjQQeeIWGRp5iuMDTUUoE90k7RxxzjbJt1CwvJhlcO4CY21HgGPSszngP907XAfut27VH7ugKMFAWKosONgdhN+5CiQBmVeoZIH+twLK7XD0XaLN4P7x3NwdIzgOxYKArG82Oc1jvZtv3coZ6MnD7e0Z4VI+O0JyFeXOz86EezPZ5fW8/lRDQdocO9gt3IT+tLEqu/AH7mKV6Wl/XfSgJp9yt4xS9/QURERLQ/DyeYRoSLRQxIx/nI77GE0oWqDHOoAqGFUZZnGU0xdmOow4aRkniB81LaJqIbuFIM5ghro+laXwXCWecL03hxnqePRhcLxJBwlOe8J9seu+Oi3nTbd6HaxSjVcrmEZ9QelEyf3803IQpqAdsJjiQgXl1Wy4yma8+2t2/Xfl1/XSJ9rOOxuGf98O5oOBZIni1vfLR8437uUE86Qd9yuYRnSwgtHeX7LHWa48GAi/Hed/Iez6+t5/Ld9FI9wZN3gZfGL1aDbCIiIqI9ekDBdHoxKPVwKiN9Xro8slZcYFZ+5ipef9Ya5SD8JiUTpxWBlob+1tGsZnH5oezoCtXQLN322oPb0dWGAG6L0EpHqdLP+qioDNPxK6mhSbp7JsA8jNO0Yx++k6Sgrt3Q2Lpd+3X9dYn0sW7H4r71w7sj2c+i27B5P3eoJ5pikJ0T1gJSy+RisunDVkNYeaZKmm5fvkElGfDyc6jL4xj7PL+2ncvb7HO7xD1xv4JX/uHX8AQn+OBLn6x/TURERLQXDyqYTi4Gk5EV+bQHKV6gnqVaeW6084Xh/gXnbn4DQDaHUGMX5wLX7XeXDNP3YEgLzLI0ZiVLdy8EowEURYdlLbCABMP21lJH76u71sdEPLx+eLuiIMk2aJpcTDZ9eEYMSx+VRoojTAe1G1SxW6RpK+Wy2+3n/BI7l9vtcbui79eXJI4+DPzp9/GkvOzqewC+hVesS0D95bVXZRERERHtw8MKprMRtr6Gk2T4rzTadIlVvD6q2vmCbt+iCyxiCb1T7Yaen0S+7dJx9bJePr6J99ikI3mz0qzFG9cVIQimmI4GyUX2HU8d3U6kjx3yWHSw534oC0yHva8yzZL9XJ5DYTf7qieRBNKAq48q58fNuO751eVcPoT38GPvAjguz9z9UeBngCer90rLSvyv4pUQeGm/xXRvIiIi2rsHFkxnr8gaYriWpppMtKTaDsqT2sqaCcfsdolZlqeWa+nrieoFtkraJRn21gmfdl9Xto5JMaOvbGJSf9Z5L7Lgo3gOXdac2ro0mI5ZOg7JREyVyeLurAhXcdM7zZPvtvexmzkW7X2jrc0Z8X64jeYs4XlewwzhhX2V2SybWM2GUzoYsmai2+kuUk+9PyffT4zqTYkikB7c8LPo9fbsen6JnMuZpN9lj8uc3Mir2r6HJ79/iZeGlr9X+uXgF/HBJ/4CP/bvyzN8Vz35daZ7ExER0c14cME0gjlCSVp7JVby3Qi6tUJ/UqTgTvrA/KJesIN08qienb6eaJcL/2COENg+4dN11hWMoKc/u1wusZwcYdYpXVNUhOnYQlh6LnLSX2FcWVeAizlKx8FDL3ah58+P7lf1NWUSDC9Z76bnWbcJzl2EKD33WT4OIn3sJo7Flr7R2ua8kGA/FFR/drzJvso0CkZQdBcYFmn3k/4VOp/uW+vJ+nPxKirP7iF2dQzyHanhzJAq/a/4rD83HE0HpZn/u9rX+SVyLieyV7TZ6TPRtuetv17s2tuVjjS7f4G/+YMv4EfvfAEf/KrIO6SZ7k1EREQ348nTp087Z789e/YMz58/ryx78eJF5f/UhQZnaQOW0jr7777Jpg+vt9jhIpv27W4ci9vph0RERERE99HDG5m+hw4z4VMt9VNORsqu+2ws7eJuHovD9EMiIiIiooeBwfRt0pwkJdQA3PFNj0gGuJgfYZilfnpDwLVu4B23tN0dOxYH7YdERERERA8D07yJiIiIiIiIOuLINBEREREREVFHDKaJiIiIiIiIOmIwTTuTTR9Lv3gHLRERERER0WPxMIJp2YS/XKL+6lwGezfsaoFwcXV7E1ZtOO6a42O59LHja6RvVjrZV/6pN76D/P3Ztc+u789+9NL+1Po7o6WMrDnJd8sllr7T2P/uYxkiIiIiavYwgmm6FVEwxWh6t96jJJs+bBVw9QFua3LsVsEIiqJAURRYYf3LbqLpIKnLCgHEcPWk3sGd3PCuZJj+IW8MyDAnBqT64oqWMrKJiS1hYelQFAX6DDC82g2d+1iGiIiIiDZiMH0fyHI+CiZrGjRNg3yrF7wyZDn71L+7PbLpJ6932jWQvnP7mQ5GO4MRW+03OFrKaGcGpHCGaZB0vCg4hxtL6J0WHeg+liEiIiKizR5RMK3BWS7haBocP0uJ9eE0DcPIZqnMEr6jrad0mqX0yLV6knX5flrGd2Dm5bORn7Q95rb2yDAnHiamBtNfwrOHGA5teJ6DcoKwrJnw2+qRNTh+KS3Yd2BqO5QBoDkePC/9TOrpruL7ubIPfQea6WC5rG6XqCSQlhBazYH01v2zdT932K6t6zoUkX4IADK0Sn8W6PMbjtf1tz1p83LpwZAAyfCK/lhLiW8/B7vQ4NgS3PO2LIu2MjKOJSBeXZaWRbhYxJB6p+l+vI9liIiIiKjNIwqmE+qwj/k4SYfVXUA1JtW0Rs3B0jOAWZL6qCgKxvNjnJau47PAbZGm1Sr6ApLhraekLs4xUCyEkgrjaI6BosONJRhnRWWqMcQqbc/GegBIxhBHMx2KMsBgoEDRz5Ff1msOPNtAnLU5raeIPWSYExtqPIOebpMyngP901IgJFImEYyy/RfXvimI7OfKPhyvMDTUUoEO+kldsatj1BTrbN0/hdb9LLpdgus6mG39UDtFH3OMs+OuW1hINrxyo0WO1162PcBIUaAoOtwYiN3iPFRKB1f4HBSgOTYkd9x4EybTXuYERxIQX0XpM/EO1u9B3ccyRERERNTm0QXT8eIcaVYjoosFYkg4Osm+lWEOVSC0MMoKpc8GF48GyzjtSYjLF9bRFGN3fUQnvooAXGKVx5wRrmrxp0g9AIB4gfNSmxBl/25oc1qPOsxGjdML59VlMVlYFGA6mpYCRZEy4kT2c9O270JVVcQxIBlna4G/2P4p2bifEyLbJbyuA9naD9Nn3yvHfRYCaj/dnyLH65DbLn4ObqU5sNUQs+YoOSFSpkLCcf7PI+Tdo+I+liEiIiKisscXTF+VA6UrVMO3JKAM523hY2lEpyS6ilsvQivplNJxfsEvWk+8uNgwa3YRBJdV6wkwD+M0ZdaH7yTp29WgQ6SMOJH93LjtO4hdHYOBhRAq7LVhUJH9U9i8nxNC2yW4rtvQ3A9lmI5fSfNe2uVRZ5Hjdchtb2lPp3VpcGwVoTVquWEkUqYkGEFRSo8axCtU98g9LUNEREREax5dMP1QVZ4tXQuGgGA0gKLosKwFFpBg2F41jVewzF2UBFUBRlYIqHZjWvG2/bNPh1zX9ckwfQ+GtMAsS5lWshnCu7tX2671oQJQhz58P/nYKgDJwMT3k34kUiYd9ZeO22493ccyRERERNTmYQTTayOEu0ouMNV+QzSWa74IlZPZfDqP6Fy/nqQ9oVUKhPJPfTQtQhBMMR0Nkued8zTermWuq2UfXkcwQhJPlyfF6rJ/ruuQ69qXNBtjNs3T17F2LESO1yG3vaU9Xc6dy3NYlgVrNsMs/bgxgDjEYjbD+aVgmTRtXiry/YtU9DzT4T6WISIiIqI2DyOYRoB5iOqzmbKGM6PrhWGUPitqwynNxiNrJsw8OktnvC1PPCWbmHReV+L69SRtVu3qBEKyZsLJG63BdMzS98lFczXwEClTFV0sEEs9nGrpa7LqBTZK2iwZk2K28HTbrysY1dO9RfbPvnRb12Vy5+aWJ37KbiAV546sObVjIXK8um37dmmw1/gM9J7OwShCEASVT5K5vsJFECSPy4uUARCcu4jVYb5/ZO0MhhRjcVG05j6WISIiIqLNHkgwDQQjHVbcg5ell3pDwNUxEJ40KBWMoOguMCzSVSf9K1yUhtaiaTJq2/OydfWS53a7rgtA6M5wNLlmPcEIurVCP6tnucSkD8zzRge4mKP0vYde7EIfTEuBh0iZmnTSp56dviarKb96k2CU7EM73c+TI8x2TC2uakj33rp/9qjDuqLpGG4owU77UdeZqGUzfY1ZkncMY6d6IkzHFkLJyM+dSX+Fcf1YiByvDtsuIjh3EaJoV/nVWPs8B/cimmJsFfsn+fVTe03bfSxDRERERBs9efr06cv6wm2ePXuG58+fV5a9ePGi8n/aRoOztAFLaX6d0yMkmz683qI9gKc7g8eLiIiIiB6zBzMyTfdNLa18p7R8OhweLyIiIiKiMgbTdEsCXMyPMMxT3IeAa2HMHNM7iseLiIiIiKiMad5EREREREREHXFkmoiIiIiIiKgjBtNEREREREREHTGYPoBXP/uH+NTvfR6v1r94BGTTx9Ivvf+biIiIiIjoAXgwwfSrn/1DfOrtL+Np/YtD+cyXN6//3T/CX37jCu/Xlx+KbMLP3tW7XGK59OGY2mEC3KsFwsXVrc34rDnl7W74dHk39gMma07RR3wHTa+qfpxlNDjLZfHO8p0l9az1v+USy6WDrtW3t/nwZe48zXkQ+/nulLmb54U4DY6/3HKjd3MZWdbg+H7RVt+Hk7/q4H57OXgLH7zzBfzonS/gR//2Lbwsb5bcwwfvfAEfDErLALz80q/hR+/8WrUsEdEj8WCC6bvs/f/4RfzJV96uLz640FKgKAoUfYZVz4bXcJGwb1EwxWh6ey/SDkbpNisKFN1FjBiuXlp2p1/yLcP0l/CbrnT3STYxsSUsLB2KokCfAYbnVy+eH3OZvQgwyvpc/tHhxgDCOTr1QpE2H7LMQyWy7Y+5zF7s8bwQJsP0bahSfXlZWxkNZ54NKV7Ayv6WjGeA7d387+qbNngLH9gfxo/9yu/ib73xu3jl94EP/qA9SH75uV/DByrwyq/8Szy5rbvmRES3iMH0jZLx6nH2qX93i6IA04GFUDJw1vHWvyw3/1VdXy5DlrNP7au7SpbzmwuypkHTtPvT9mvQzgxI4QzTILkSioJzuLGE3mmx8Y+5zI2RT9GTYrjn3UIGkTYfssxDJbLtj7nMjdnxvBClOR4MKYTrxvWvctvKrFwdg9EU6e4BogDnbgypd3rjN6hvzkfx8ldP8MQN8qD4if+f8cq7H8bf/IOP1gsDWSBtMJAmosft0QXTr372y3jj7T/Gp97+Y3zq7T/Ez322/qdPxtNKmT/GG7/x5trzzpV6fu/LePqJWgEAT3/jX+P1L6afz9WfmX4TP/f2H+PnPvMmfu732trTsK7PtqSUCwswDwG1X42mZc2E72dpdj6cyp12DWeet57apznwvLNKSp7mePC89DPZMAIum0kaXZoq5zvrqeft7dknGebEw8TUYPpLePYQw6ENz6umGoq0R6RMuyz10YMhAZLhFemEtZ0vm6VUzJ3WJeNYAuLVZWlZhItF+cLwMZdJHacpny37uetx184MSPECF7WL0PZ6RNp8yDL71b7tWWqxwLEonxe+A63zzUyRbX/MZVJ35rwAABla5fdh89+Uy1UIVx/hora8rL1MgOn0IUaOH8HffALA1fdKy74H/Cnw8ugjpWWJJJD+MJ5YDKSJ6HF7VMH0q5/9Q7z+5s/gLz//83j+5s/j+ef/CH/7zX+NN8oB7Gd+Cf8T5vj2m1mZ38Jf/p3fxuu/8ebmev75Ch9/8+8VdaS+/8+S77/5dvPdbQD4qbf6+P/+eVYO+Kk3/298onzh95kvC61rF5erGJCOi4sNzYFnG4hnSWqfoi8gGeXguTkA1/rqWkpell6tb7izD83B0jOAbF2KgvH8GKfViHxLe/ZPMoY4mulQlAEGAwWKfl5sl0h7RMpslaU+JumOsVvso3Jaumz68AwJiyzVMF1Xt1TDExxJQHwVFc+Vrv34Yy6TUI0hVuOW/dz5uGvoq0C8uKjOJ7C1HpE2H7LMHm3d9oQ67GOeHgvdBVRjUkk/XjsvxisMDbVchQCRbX/MZRJ357wAoJ2ijznG2e9K3cJCsuHVVhZNR9gWC4uUqZJx2pPW232fyBtuz6/+AviZp3hZXtZ/Kwmk3a/gFb/8BRHR4/OIgmkZT39Bwg/f/qd49ypddPVFfPvtGD/+C79UjBqnzzfnk4VdvY13v/p14Bf66Ujw5np28cNv/D/4flrP+//pj/BDSPjx/DktGZ946+/tbV3tZJhDFQgtjLLctWiKsRtDHRYjy0ESTZdGa5OLn3DeJSWvYV0AomCK4vHqhjIN7dm7eIHzUpsQZf8WaY9ImX1JL97ccXHRl65rbfSoEwn5vRzpCCfVL1OPr0z7fu5+3GVzCBUhZpUr9u71tLW5cMgyuxLf9nhxnqfXRhcLxJBwlDdm83lxPSLb/vjKNO3nWzsv0vk58p+MAkxn9b9XN0NzPBhwMe4Wgd9bL9UTPHkXeGn8YjXIJiJ6hB5RMP2/4Mc/DvyPd6t/7N5/90+Bjx+VUrBlfOI3/rCS5v2pUXkkuKWeHVTqubrC/yh/ued1tUtHIyqpfUB0FVcvoII5QqjIB6e1PlSE6BRLp+tqD8AF27Nnm0cWRNojUmZfSqNHJddaVzCCogyKi+N4heqWPN4y7fu563FPAr56Nkfnera0GThwmWsR3/bKsYiuUA2TW86LXYls+yMt07ifb+28kGE6fiXNe2l3zUjoTjZ92GoIazDd8Lfj4XnifgWv/MOv4QlO8MGXPln/mojoUXlEwbQIGZ/4vX+Nv/N3/gh/nqVVv/nzeO58vV7wQThJrjorFwCV53MbL0bSVO90RKApxXuftrfnsETaI1Lm7rhEku3fNE6UecxlxAkfd/kUSczQfNa01yPS5kOW2a/2bT8kkW1/zGXECR/Ta50XMkzfgyEtMCu/rcEKS2X2L3mkIIalj27sb+DBRN+vL0kcfRj40+/jSXnZ1fcAfAuvWJeA+strr8oiInpMHlEw/d/wwz8H/vYnqhcIr37iZ4A/X6Vp3clI8F9+9Yt56nVeJtdSz97d5Lrq6dnJBVT++qzKp3qhEJy7iKUeTuV6HaKSddWfva4Sb89hiLRHpMy+NF/wysnMQesjTBtFSAZ4yuNE9ef/HnOZRPt+7nbckwmWXKxPVixSj0ibD1mm/JUG0zE3Pl/bTmTbRbScF52IbPtjLpNo3M+3cl6k2U6z0gzbOx13cUkgDbj6qLLOXa2/EWPdvso0ew8/9i6A4/LM3R8FfgZ4snqvtKzE/ypeCYGX9ltM9yaiR+sRBdMRvv+NGD9enuDr+PN47U0JP/zGv0uD6SR4/an/rZh5+9XPfBmvvVn+gxzh3a9+vbGeTd7/T3+EH378f8fTz6SvyaoX2Ki0rs+kfyC3rEuIrCXv0KxcuESYzkKodnWyGVkz4Zi1oDe6wCKW0Jskz7e1xdLRxSIJvLX0NVnJ0vRZNhtOaWWyZqJYVYf2HIRIe0TKdJFe1DY+A53OrluefEk2MTHWL3i3Cc5dxOoQZtpoWTuDIcVYlKbTfcxlADTu53CWpXV2Oe4bJlgChOsRafMhy2S0MxuGasDeNHt/K7Ft3y6pp+l4dSWy7Y+5DO7UeZHdoC36nqw5G4578rcou1Vw0vj6xvYyRSBdSoG/Bs1ZwvO8tbc1lO2rzGbfw5Pfv8RLQ8vfK/1y8Iv44BN/gR/79+UZvque/DrTvYnocXvy9OnTzjcUnz17hufPn1eWvXjxovL/Q0tm2G76wwn88O3/A+98JfmL9+pnv4zX3vx7+HEAQIy/fPuf4k/S7wAAx2/i5z732/ipj6c/+42v4Nv/9Qivj4DLN/8vZIlQlXr+/Ou4/AZw8ma1TFml/Dd+C8//GfBzb/824Pw8/uQ/ZqXebFjWsK6vAie19rSSTfiegWLvxAjdGc7Lk7WkZM3E2dCAmhaOQxez8+rdfuQXExJiV8dgy9WEbDqYGGqy/tAqZqSWTTiT8rosjEfVNom2R4hswvd6WDReACVpgr1F+/aItEekjLDaPqrsv/q+RYzQHWPU0v5NZM3BxE7riUO44/XZbB9nGQ3O0gZcC+jZ6XFo3s8ix13kIlyontY2H74MAEDW4JwNoUoL6Ds+P9q+7emxsBQUp0DTstp5EYewFoBtAFbDiGgbkW1/nGXu4Hkha3AmWVuS78fzI3h29bhrzhLrmeZhhzLJtq99DazVIypbX9vf032V2ebl597C3xgnyUjzu5d45QtfLV59JffwwR/8r4D1u9VZvAdv4Uf2CZ7UlxMRPQIPJph+TF797B/i9V/4I3zzn3yxmHWciOi2aQ6W/Xnlhg8RERHRQ/WI0rzvqzfxid/4PJ7mKeVv4qcrqelERHeAbMIfSnDXH3olIiIiepAYTN95b+P7//UIH/9c+pquL/4q8PZv4dvl1HQiolslwzw7wmy8OU2XiIiI6KFhmjcRERERERFRRxyZJiIiIiIiIuqIwTQRERERERFRR482mJZNH0t/l/ehEhERERER0WN3Y8G0s1zCN5tDVdn0sVw60OpfXIfmYLn0sWGV664WCBdXO70LdW80B8vlsvnjaMnsuJXlPhxTq9wA0JyGn63XQ1tocJZLXH9XJfWsHYPlcqf+LmtOcfx9p7FvH7IMEREREREVbiyYXsWAdHRSX1yIV7isLzugKJhiNL0Lr3AJYSkKlPqn9J7W0EqX6TOseja80oh6MCr9jO4iRgxXb67nsGSY/uYbKuL2Vc8hBBjVj6Oiw40BhHN0OhKyiYktYWHpUBQF+gwwvNrNokOWISIiIiKiihsLpq/i+pLCyZEExB1HhWU5DyBlTYOmaZB3utiXIcvZp/7dHRcFmA4shJKBs67DnHQ75FP0pLjzu3e1MwNSOMM0SM6SKDiHG0vonRad9pBliIiIiIio6saC6ctVDEjHSQCcpjMnabQyjiUgXhXj0rJZSjFd+nDWhsRkmBMPE1OD6S/h2UMMhzY8ry11NhnRXDr1tGgPnpd+JvVnprN0Xw2O39aeWpt9B5rp7JTK212AeQio/RtYk6zB8f0iNdl3YGoN266Z8DfunyzV2YMhAZLhFfV1yqMWr2d7/xF0LHDcW7d9nXZmQIoXuKjdOWqvZ/0cASJcLGJIvdO0zx6yDBERERER1d1YMB1dxYB0hBMA8rEEoBoAxldJdCGbPjxDwiJLTdYXkAyvMa1XMoY4mulQlAEGAwWKfr4hdVaD43voxRaUUVAZAc/SonV389C5OuxjPs7KAaoxqaa8ak61zeMVhoZaKnCzKjcq9kaGObGhxjPoWYryeA70T6s3CDQHnm0gniUpwdnxKuLbLNU5SW+O3bRc55RzsXq69J9tVGOIVXrcG+vZuu11GvoqEC8uqlkYW+s5QZK8EaU3ohys39M4ZBkiIiIiIqq7sWAalysk4aqM056E0HURS8eQcYIjKUYyEJZ8F7tjTLNoI5pi7G4YFYsXOE9TUQEAUUOi+IkGZ2lDii0MOgVvhXhxjmw10cUCMSQUj3/LMIdqY5t3o8LOR1WLkcodYsFrSoOq1WUR+EUBpqNp6YZFsu0ILYzyHZRsuzqsj/IfQsf+s0V7Pd23XTaHUBFilleKneoBJBzn/0xuUK07ZBkiIiIiIrq5YDq6QgwJx/IJjqQQ8+kVYukIJ/IxknFqVEfFKj9ajGqXrY3wrZFg2DZUAPF8t0AapVFzINuOspY276RpArJBEdQdTIB5GKfp1D58J0nxrgZ3RcBdtul43byWY7FDe9rr6brtSaC/PvFYx3qCUbU/NE3cd8gyREREREQE3GgwjUusYglHp8eQ4hUu0/8fnx5BQoxa3LI3satDd2Oo9m2M7h7GThO4CQhGAyiKDstaYAEJhu3Ba8hhrjy/vFxiaR8uxf22CW+7fIoklm6+qdNez2UyG/5xWwc+ZBkiIiIiIqq7wWA6wlUMSL0epPgKESJcLIBeTyqNeDVfyMvJjEg7jIrFWFxEiKYDWKEEY22CsX1oafNBJM/hbgrSri9CEEwxHQ2S58rVfumZ6WTb81d1VT6jDc+v36SWY7FD/2mvp9u2JxOPuVifxFuknvTcqbxaLk1pz7MzDlmGiIiIiIjqbjCYTibKkiQpD/yiq+T/xahqOmtweYIv2cTEuP6FfDBKXiHVNLIKpM9CSz2caulrsuoFNoownYVJm7OZmtI23zhZg+nbUBuDtOvSYDpmafKpNE25EpQm267a1UmqZM2EY9b3c3Yzpfuzy1Vt9ey3/zTVE86meV8V3/YNE48BwvUE5y5idZj3MVk7gyElN4tuowwREREREVXdaDCdyCYbKyYlKz8vGk2TEdCel6a7ej3Ero7BtR8aDjCyQkC1m2dbTid96tnpa7IaC20QjJI222mq7uQIMyusl9ob1c72zRBHCwv6IAvw9inAxRzoT7LUYw+92F1fVzCCbq1K5ZaY9IH5xXp0H5y7CGHAy1KZu+zjkrZ69tl/QneGo2y70noqc9gJbnsy8VhLMCpSTzTF2Cr6mDcEXL32LP0hyxARERERUcWTp0+fvqwv3ObZs2d4/vx5ZdmLFy8q/39sZNOH11usB59ERERERET04BxgZPohqqVEyxrOdkwtJiIiIiIiovuHwfROAlzMjzDMU4KHgGthzLxYIiIiIiKiR4Fp3kREREREREQdcWSaiIiIiIiIqCMG00REREREREQdMZgmojvr9dc+jT/79Gt4vf4FEREREdEtO0wwrTnJRF2+iWwC7Faag+XSQetbiUXKbCCb/s7vPKYS2YTfcFxlWYPj+/k7lJe+Dyef+nyd5pTLNveRtjKy5iTtWC6x9B2YDRUcsgzueh+7xrkj6tkbn8af9fvJ5zrB8F+9h/l7f4Vvlpd97I2i7n4ff/bGx8rfXt/H3sCf9d/As/ry68p+DzZ9HK04n/KPD8fUKn1dcxp+tl6PiLV1lT7Z+dVYxodT7vQiZUQ01lNrDzQ4y6ZtrC6XzdLvitLHr7RJhub4pXUmv6OyEuL7ub0eIiIietgOEkxrfRWIY8RSD6e8yrjjGi4OGy+MZZgTA1J9MTSceTakeAFLV6AoCpTxDLC92sVsVtyBrQJuVrbpPd1tZWQTE1vCwtKhKAr0GWB4fjXIPWQZAj72Br74EeBfPJ/jp+dz/PR/+XY1GO7gm9/9Nv7Rt79bXfjdd5J653N8/r3qV3dfCEtJ+3H5MwqKEla6TJ9h1bPhlW4eBaPSz+guYsTFeVGrR0S+rvKndg6Wy+jWApKxfi6LlBHR3p4AIysEVBvleFo2h1ARwkq3PZoOkp+zQqC0fwalty1ojgdbWmCW7Tt9Acn2cJbWK7qft9VDRERED9sBgmkZxxIQL2aIIeHopP79HSQXIwuypkHTNMjdrwvvIQ3O0sMQM4y3XRhrZzBiC1ZYXQwAK1fHYDRFkF27RgHO3RhS73TDiE2Mq7UIuq65jHZmQApnmKYri4JzuLGEXumuzSHLUOav8d9+UF/WxYfw+oeyT/27RyIKMB1YCCXjzgRnUTDFuPVcFiuzs2AEKwTUYTF6PjEkhNYI4rcRNPRVIJyVf0dNMdBdrGol2+2rHiIiIrqvbj6Ylk/Rk2IsLgLMQ0Dtr18VymY1dVY7rpcQK7MfMsyJh4mpwfSX8OwhhkMbnldOi5WhlduzXMJ3yumYSdqh76dlfAdmXr46klnZrg2jwO1lknU5pgbH31QGwFrqtQOzlnqtOTbU0MJgFOQjU1EwxSxE7cJYg2NLcM+bLl8DTAXet52nYtoqABV23q5iFG57mfRGzeqyVHOEi0X5Qv6QZfYlPabalmO6tW80lNlw7siaCX/LurZ5/bU0tfuTHwHwEXyxMc37Q3j22hv4eilN++tvfGwtDfzZG5/C1z6Vfl7fPU389Y+9hq9/OlvXp/GvXluPzF8vt+fTb+DZT9ZLJPL+uJZmfJM2/958rIJRcoNhYsrpDS4LnQbk5eOGjJokEJ7eRj1ERER0b914MC2f9iDFC1xEQJBcFVae1ZRNH54hYZGnBK8wNNRSCbEyXUTTMfQtV1+SMcTRTIeiDDAYKFD082LkQztFH/N89FbRLSwkG179IntxjoFiIZRUGEdzDBQdbizBSIeZ1rZLXx8FFikDAKoxxGq8qYwMc2JDjWfQszaP50D/tDgWsomhGucBcvFssI8+4qwUkAbdkjuGQMycknHakxAvLoogvZKKWUp9LaWYbi9zgiMJiK+i4jngtRjwkGUKIn1sG3XYxzw9proLqMakdiNme99YK9N07mgOPNtAPEvS17N66t15m29++78k6dffeg/Ae/h8mopdSfP+2P+MX8L38OvZd8+/hf/wE5/E12rPPf+bd5Lvfzl+v7K8k4+9ga99UsJ3vvM8Xdd7+FnpU/hXpVW9/tqn8TXpJ/AfspT0b76PfyJ9pFzLrbtcxYB0vOcbNjtKR4LL5/IakTLXkma6GB5stUjvFhZdYBEDqp3c8DQ1rfVc3mhf9RAREdG9dcPBdBJEIb5KLqouV4ihohhkSYOscmAWJSmCBZEyXUXbL/LiBc7z3D0AUenfwRSjaTF6iyjAdLZ+oyC+igBcYpU3NcJV/u/N21UeDd1eJtFeJg0EV5fVNo+mxQ2CkyNIWSq1bGJiq4gtHYoyxkoqjb9oDmw1xEw8kobmeDDgYtzhZ3YjIR90lY7Q/ETBocoI9LEt4sV5nj4aXSxqj0mI9I3NZQoyzKEKhBZG+cqSMnkq7T6lz0DnwfUPvovf+c57wEc+uucJvz6E3/zZjwDvfQv/6LtpvvkPvo1fj99H/2ezke4PQfvIq/hO/E38TpaSnpZpEk0H0HW983PJVaUMi1JGwQ6JAHuh2vW21CfqqpXxeogtvfL8sWgZESLtQX4+AIhXKOeKiIkwHeiw3BCACsO2YXtp1ka9aKt91UNERET31c0G0/IpehIQztOLz+xOfh5Nl0b7SqIi4hQss3/toyoyzMokXVkq8maV9GDpGHLbduXBmUiZRHuZAPMwGclZLn34TpLiXb5ElZMc5uTC9OQIEkLMgwhZKnNCg2OrnZ5PlE0/GT1qmlhsn4IRFGVQBI1NF9mHLLMHlWMaXdXyA0T6RkuZXHGjpaypj+3Hh/Cbb3y6kuadpIXv24dw/CrwnferD25/86/+Gnj1Vfzdcpm/aiizQVS+qbaTpgnISn3pwJom/KoHwUUZHVYoQbXP1oJFkTIiRNqTZNoYkMIwT/fuLkIwHSVZR4oC3XIRSyrsrukYe6uHiIiI7qMbDabl0x6kymiDB0PC2gju/SLD9D0Y5RlclSwV+e4KRoPkQtdaYAEJhu2tp6Vvo/WhAlCHPnw/+dgqAMnAxPfX0oKTFOMYli4efHeTjPpLx20X04csc38lN1rEbw7t5kP4zU9/Cv/nT7yH38vSqvO08Jvxs9Knqq/RupHA/WadJHdEbvZmlJAoeV4ZKoYbA1iRMtekncGQYrjnozTde7fAvSybNO266fT7qoeIiIjuhxsNppOLQLd4TjcPOiUkMUlzgCIfl6d1ESlzSMlIXmUG153a07Jd+UinSJmESBkgQhBMMR0NoLtx5aZGZSQyT8eX81RhAMDlOSzLgjWbYZZ+3BhAHGIxm+G8tLIkkAZcfVTZT/uVpM1LlSni689nH7LMIYn0jZYyuaRM04igouz7JkgyEjz/zrfxb0qDwa//5E+UC+3JD3D1PjD/Vilozz/v4N+UyvzsT1YnJdvYHlmD6bQ/K79/6YzRWXbPrcueV24LYEXK7CrJjskeXYimY7hx15FgDeZeAv191UNERET31Q0G08lF4FqgEcwRInudUITpLIRUnlgpnbymIFLmkJLgQ+2XZp3WnB3ak84E3bBd5QBue5lEexkNpmOWgoDsWfZSsF1+nj2aYmyFkGwPy+UER3GaFhxFCIKg8kkyhle4CIL8sfIikL759NXg3EWsDvOZyeV01GpxUaz4kGUOR6RviJw7SRnVrgaJsmbCMbsEKCKS4LX/0WJ27tc/9ga+JL1aK1f45n9/D9959SPQPpa+Jqv2/f/7/vvJ89Zrk3T/AL/znffQ/+Qble9e/9hr+FevZTOQJWV+Vnodv5mV+dBrG9ujndkwVBX2od5TJWswfRtq7KJx4vxbkjyv3D7yLFJmF5pjQ0V5zoak/9bfPb3NkeFV3sAga/VzR8y+6iEiIqL76eaCaa0PFU2BRvKql3ySpGAE3Y3R89L00skRZm4tZVqkzMFEmI6TV7N4aUrspL/CeIc072iajBDn2+X1ELvViXtEygBA6M5wNNlUJsDFHOhn3y899GIXevk55ih5BVY26VQUjDBQFCjKAKPRoDLLdjsNZ4YEQIKRtTn/3MDEPNEUYytGz07SlL1hQxB/yDIHJNQ3RM6dYATdWpX6xxKTPjC/2HcE9wP8zje/hflPSPhamnb9pY++j19vS/P+wbfx6/Ff4+9/Mn1NVm3W729++5v4F+/9BL74qaS+r5dfffXdd/DL33ofv/R6keb9pY8C/+6/f7daJv5r/P305//s9Vfxe3Fze4K5iziOb3yUOH8sxhviaGFVz9M9a5rwq/x6ukbp74r6JIgVImUatLZHNpHMlVfLmMjePW0nv1+qr9Qrfg8VE5kFOLdcxNIw/x3u2Q3nzlb7qoeIiIjuqydPnz59WV+4zbNnz/D8+fPKshcvXlT+T4eiwVnagKV0e9dqo/R5cISwxjeZnk1ERERERHS/3dzINN1D6ateFsCwNErZ9GoaIiIiIiKix4zBNNVUX/XS/GoaIiIiIiKix41p3kRED0by2Ef7i81CWHufqX2Tu9YeIiIiov1hME1ERERERETUEdO8iYiIiIiIiDpiME0Phmz621/rQ3TD2A+v7zHvQ1nTKu98J7qTZA0aOyoR0WMPpmWY/hJLp8vbjzU4yyU6/cidtMu23wGas/l91VcLhIur3d7JqzlYLn3cn4nLH0o/vKduqh8+Jje1D2/7XG7brm1kExO7jx03/PZ/J5S3XXOq7ws/QMNkzYGfv5/c2bkPiNRz38rk71+vfOrniQzNKZVrqCcXAX17svl7IqJH4h4F00nwt9fXNMmn6Ekx3PNHOPXNndj2/R7TKJhiNL3N7cnsd7vujoe6Xft1d/rhIe23bzzOfQhoZwakcP4wJmMLRvkbIayw/uUNkE1MbAkLS4eiKNBngOHVg0UBIvXcxzIAELvQ02OSfAYov6xDczzYagxLT77XZyv0muoBAAQ4dwHj7OZvkhAR3WX3KJjev+TCZVb5Y/JYbNx2Wc5TK2VNg6ZpkBv/kN4lMmQ5+9S/o4O6l/1nX+5YP7yXx+KO7cNDkk0M1du+wXl/5X/TguSPWhScw40l9E67dSSReu5jme009FUgds+RVoMomGLcEjBHFwvE6nBDsE1E9DjcbDAta3D8WspQwzM2smbC94u0I6fymzlJXVsuPRgSIBleUd910sbaLlxkE07eniV8R2t4dk8rlam3OSGbpbSrpjJ73D+Otr09uY3bLsOceJiYGkx/Cc8eYji04XnVlMWt27W1jPgxrdTjO9COK18D6d10z0s/k4bnLAX3c1WRBr+tZGHH7VrbPx0cbz/uIutqLyO6XfvoP8m6fD8t4zsw8/KbRkiaiNfTfn6lZfbRDyFDq2z7pt8tKFIyd/4dt49jIVJGtG/saR8e7FwWX5fIdomQT3uQEOOqfoMTKH7Pm9vP9+1/m7b1Q/G/KXvbdoFzsJ2MYwmIV5elZREuFjGk3mmxbU2PAFSWidRzH8uIi5s6oHTcXE90gUXnoJ2I6GG5wWBahjmxocazIq1oPAf6p9VnyTQHnm0gniXpSYq+gGR4pee+AowUBYqiw42B2E3LKQqUUT0YFLdxZFZzsPQMIGuPomA8P8Zp7ZpWHfYxH6epUC6gGtVnh2TTh2dIWKTpUtl2FWmQ+9o/iW3tKdu47SnJGOJopkNRBhgMFCj6eZ52uH27RMqIHdO1esYrDI31N9YGo2y74/pX4vu5QoPje+jFFpRR0OHxxR23a23/iFONIVbpcW+qR2Rd28uIbVfmuv0HALA4x0CxEEoqjKM5BooON5Y2jpBstK0egfNrrc079UMA2in6mGOc7TvdwkKy4dVP5j267rHYXkasb6zVs9M+POS5LLYu0e0ScXIkAVtSvLed7xD5WyDYD7fVs7dtFzgHtzvBkZQGgtlz202/ToMRdBcw8ptKGhxbReyO07+HIvXcxzIpyYCX3/zw4TQUlI7Xl20W4SoGpKOT+hdERI/GDQbT6S/41WVxARMFmI6mpYsFGeZQBUILozyvaIqxG0MdNoxK7EvbyGy9PWmqU/3xvXhRSoW6WCCGhOLviYzTnlT6A11sV3GneL/7p709JRu3vSRe4Ly0/Yiyf4tsl0gZEZvr6UZkP5ecaHCWNqTYwqAhULy+zdvVbf8k2usRWZdImY6u1X8SyejIJVb54U4u2rpqr0fk/Nrc5s7S54Ar/XAWAmp/LRiMpgPout54s6KTax0LkTIiNtfTzSHPZZF17Wu7AKSji9s0rat+LLb+LRDsh+317GvbRc7BXUjIB8mlI5Q3P5qO4cYqbMeE6dtQQwuDfCPqNtdTuCdlrhZw02eqFUWBPouh2tWBi3kISMZZHozLmomJIbWsK7Vp5JqI6BG4wWA6wDyM07Q/H76TpMhVf+EWFyxlUXKrs/2X9zVsHplN2hPOt194VVKhoitULyFKd4pLqtu13/3T3p7C5m0vxIuLDSM4ItslUkZESz2diOznjATDtqECiAX6wG5atqvT/km01yOyLpEy3Vyv/6yr9P9rXLSt1yNyfrW0uTMZpuNX0muX9uaRvCgPfHd3vWMhUkZESz2d7Pdc1pzScVgua6/iElnXvrZLXOO6Ov8tEOuH7fXsa9tFzsGOglF1Yq14hVrtmA4shKoBQwphbbrRsrWe+1UmGRQojlcUjGCFqNy0CEY6rFCC7SX9YtIHZm7cvK7UZXGnkojoUbrBYBoIRgMoig7LWmABCYbtraWSAbXn7Db8Yd8b2cRQFQuYb9rB988d2vZDEt3PQJKmqrsxVLvL87l0n+3t/Golw/Q9GNICsywtVlGgHGSa44djn+dyllKefwbTyo2HLuu6P+5mP7z+OZhknwinKGt9JGuQUP0RkXruY5lml6v6TYso7fdJvxiMpsBRe8rEyZbviYgeuhsNphMRgmCK6WiQPAdXSSVL/giEVu2iRlGgKKPm1L1rkk97kGIXzVnOSXvU/nUvmJr/uMnJLCFrd8kPtX/at12EyHaJlBHRUs9O2vZzJsbiIkI0HcAKJRhNEyBdW8t2ddo/ifZ6RNYlUmZfDrkuESLnV0ubO0lG4MLZNE+dRVs9sgbTaXn28dpatmvvfaOlnp0c8lxuW9c+tyt9/GBL5kXjujodi479cKN9bbvIOSii6dndNBV9LTsje05arz0/DcF67mOZZidJWkBL/0ln+N5YT/p4QrzjO+GJiB6AGwymNZiOWboYTH65V39xR5jOQqh29aJR1kw4Zv3yKP2D0elZvToNZ4aEcFYdgSgk7YFqVybmkDUTa81plc6kWZ6wRU6ePSr+KO17/2yzbdtFiGyXSJlM2zFNtr2pnk2iiwViqYdTLX21DiC4n9cFIwuhZOw4EtW+XeL7Z7umeopjLLIukTKZtu0S0WVdhyByfu2rHyZBg9ovgjpZczbWo53ZMFQVdtcJ14SJHAuRMpm2vrGvfXjIc1lkXd23q00wD7emNjeta/1YtOnWDzfrtu2XyUobbg6JnINignM3eU1TWpGsncGQkpsqBbnynHT+/HQpxV+knvtXpt6fk+M+VJMbK3lNmlm69pGhOTZUhJhtfC4svTnzyLLdiIjKbjCYDnAxB/qTLHXLQy92oddS6RCMoFurUrnkOZ35xfov5+DcRYjSbJSdLo4A2RxC3TYyG4yg6C4wLNLOJv0rNDSnVTRNRjJ66bNHS6+H2NVLE53sf/+0Edp2Adu3S6xMpvWYBqNqPZMjzNyWdMR04pqenb5ax9HE9/OaACMru7FS/267tu3qsn+2Cd0ZjrJtS+spPwIosi6RMpm27RLRZV0HIXJ+7aUfRpiO06AuX88K4w3ptcHcRRzHN3qRKnIsRMpkWvvGXvbhIc9lwXV13a42wRwhVLQlRjWd703HYrNu/bBVh22PpmO4pWdxKzOQi5yDIqIpxlbSZ5bLJbwh4Oql54eRvHqt+px0+vy0ZGCStUmgnvtXJsDF/AjD0j72hsDCqv69QHCBeX+SlvEwhAtLb8kQ0PpQEeIGf00REd15T54+ffqyvnCbZ8+e4fnz55VlL168qPz/7klmdoWlVP94PAqPeduJiO4H2fTh9RbrQTt/h9MdpDlLDFddb+gQET0sNzgyfdck70N9nBcij3nbiYjuh2g6QygZuLHsfqJ9kU0M1bYUcCKix+ERBdNERER3GW980j0RTTHoNEkcEdHDxGCaiIjoTmOQTUREdBcxmCYiIiIiIiLqiME0ERERERERUUcMpomIiIiIiIg6YjBNRERERERE1NGTf/yP/3Hn90wTERERERERPWZPnj59ymCaiIiIiIiIqAOmeRMRERERERF1xGCaiIiIiIiIqCMG00REREREREQd/f/eWCB03LM1jQAAAABJRU5ErkJggg=="/>
          <p:cNvSpPr>
            <a:spLocks noChangeAspect="1" noChangeArrowheads="1"/>
          </p:cNvSpPr>
          <p:nvPr/>
        </p:nvSpPr>
        <p:spPr bwMode="auto">
          <a:xfrm>
            <a:off x="1708354" y="21650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5" y="614273"/>
            <a:ext cx="5396869" cy="327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32873" y="4286005"/>
            <a:ext cx="7382905" cy="2105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" name="Ink 9"/>
              <p14:cNvContentPartPr/>
              <p14:nvPr/>
            </p14:nvContentPartPr>
            <p14:xfrm>
              <a:off x="3010660" y="3259651"/>
              <a:ext cx="842760" cy="2865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02380" y="3251371"/>
                <a:ext cx="859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" name="Ink 12"/>
              <p14:cNvContentPartPr/>
              <p14:nvPr/>
            </p14:nvContentPartPr>
            <p14:xfrm>
              <a:off x="3962500" y="3533251"/>
              <a:ext cx="672120" cy="214668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54220" y="3524971"/>
                <a:ext cx="688680" cy="21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" name="Ink 13"/>
              <p14:cNvContentPartPr/>
              <p14:nvPr/>
            </p14:nvContentPartPr>
            <p14:xfrm>
              <a:off x="4541020" y="5598211"/>
              <a:ext cx="131040" cy="14040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32740" y="5589931"/>
                <a:ext cx="147600" cy="1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16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Kernel</a:t>
            </a:r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data:image/png;base64,iVBORw0KGgoAAAANSUhEUgAAA9MAAAOHCAYAAAAkEhCkAAAAAXNSR0IArs4c6QAAAARnQU1BAACxjwv8YQUAAAAJcEhZcwAADsMAAA7DAcdvqGQAAP+lSURBVHhe7P1/kPT4fR/4ved5Vvwl2iUuH3plUl5wPA+PJ2jlRZzINGMG11S1b3ThCc3KXp4rdtUd9tzcZOycugKqKnsdnbsquHI6mzqxy6B0mpjbMftcwcZOMUVgRR+n3LlttXnho3JO1WuuoOLtzA2xtmjvI3JFybIoWTvP5A8AjR+NBr7oQc/0zPN+VXXV83R/B/gC3y/Q+PT38wV27ty5c44K7t27h3/wD/5B9u0lH3nqL+LPP/lB/PEf/kH2o0If/ehP4D/+j9vpN7/2XwPu30m/9+zfBP7SfuqtX/7lX8Z3vvOd1HuiHnvHO/Ejf+bH8N1/fpL9KOXuT38KX8SPAQAefuArAADpj76L59/1j/FnHv9jfOtb78Hf/btPZP4q8Oyz/wleeeWV7NtEtKb3vve98DwP//Jf/svsR7luP/ZD+N/8Zybe/Z73pN7/wR/+If7Jf/8N4F1/Ct/xXsW/+B9eS30eOa90trxG7v1XePnP/x387P9lnv2EttEnfx5/64mv4Bf+n8XfV9fFn/7Tfxof+9jH8Hu/93vZj1I++clP4kt/9+9m317yUx/9N/iRHz7DP/qNdy/ee/Y/4fdvZdIn8IUfeQ0/9+r3s5/UZu/p/yXuff8fYuBnP6Hr4rF3vBPf/f0/wvz+r2U/wmM/9EP4Pw3/73BfehH/4p+dZj+u3e3HHsN/+gv/JX6+87/KfkS0Mbeyb9Th9mM/hB/7c1LlQFrUe3/0z2bfurC3/80f46233sJj73hn9qOUf/s9O/j41/42Pv61v42/8vd8/JW/5+PH/l//Gv+Pv/cXMfzbH8c//NrTeOLP/mju64d/+IeziyOiNd26dQu3bt0SDqQjD77zz7Jv4d3veQ/ecXaGf/m6hzdPvpX9+Ob7B38H/91f+S/wnynZD2grveLimz/51/Af7GY/uJ5+//d/H3/0R3+Exx57LPtRyjvf+U488aM/Wvp64/eexD/9zm7qvXe+s/i7nXL4r+H/96H/OfQfyX5Qkx95Gv/7D/02/gED6Wvt7X/zx3j88cfxrvcsX+O+/Sd/Autv9fCJv6rhE39Vw+2SY/yizt5+G4/90A9l3ybaqJ1NjEz/2J//KH7yJ34cP/hX1X/N/OhHfwJP/9S91Hs/+hsv4Yn/7v+Weu+Nf/f/iN/96L+beu//c/RFfO93/nnqvSre+Z734l3v/RH83oPVy/j4xz+efauSb3zjG9m3iGgNP/zDP4xvf/vbOD0V/7X7mb/2NyDd/Sj842/hz3zwzy1GqH/j67+GX/tv/t/Z4ktu7Mg00RX70R/9UciyjD/4g9U/wvP7l2g7vfM978X/+MZ38Pprv5H9aOGv/uz/Gj/z6c9sPNj9ox/8IZ7/3/6H2beJNqb2YHrn1i18ovnv4/af/Ku1rjw/+tGfwF/6X/y11Hvv+/9+cSmYfus/+D/jwW46mP6HzvBCwTQA7Lz7fcAf/z7OH55lPyKiLfK+970P/+gf/SM8fPgw+9FKH/63fhz/0098El/5r78IAPjh974XAPCvfu93MyXzrXFKIyJBzWYTf/AHf1DpmCai7bDz7vdh9o9+FWdv/0n2I6IbrfZg+gN/9sfwF/9nfwl//K/eyn50Lbz7T/0IHnvHu/CvvlctdZSILs+73vUufO9738Nv/uZvZj8iomtqd3cXH/7wh/Gv//W/zn5ERFvu3X/qR/DN3/wt/PP/8RGcKkWPtFrnTL/jXe/G3Y8+hX/zr4tvIrLNfvAHv4f3/un3lc6dJqKr8dhjj2FnZwfHx8fZj4joGvN9H+94xztK504T0fb5wR/8HvY+8m/nzp0musl2/sbf+BuVRqYB5I5M/8j7/wx+8n/yU3jnrbfx9r/54+zH18rtH3oHzm69C+9+x6215n0T0Wa84x3vwPn5Ob75zW/i93//97MfE9E19973vhdPP/00bt26hT/+4+t9LUH0qImun1979b/Hd//lb2c/JrqRKqd5R+7dC24StnPrFt75w+/DOYAf/P53cX5T5jrt7ODdf+r92Ll162ZtF9E19fDhQ3z/+9/Hb/zGb+BP/oRzsohuqlu3bkFRFHzgAx/A7du3cc6bFRBdH+H1863bt/HHf/AWr5/pxltrZBoA7t+/n/r/gwcPUv8nIiIiIiIiuqnWGpm+d+8eg2kiIiIiIiJ6ZNV6AzIiIiIiIiKiRwGDaSIiIiIiIqKKGEwTERERERERVcRgmoiIiIiIiKgiBtMXJBsO5o4BOfvBBlzmuuh6Yd8gIiIiIrpcNySY1mDN53CM5VBCs+aYzy1o2Q/qcjLFbHoCL/t+gmY5mM/nwesiAY/AujZKNuDM57AyO3MzgVzQptl1rUM2Evs/8crrL9fWVfeNR52swUgd5xYMLd2/ZFmD5STLOLAyZS5PfcdXTIPlXPAcJ+C89QzOXn0eb7/6PN5++RmcJ1cmN3D26vM4ayXeA3D+hefw9qvPpcsSERERXdANCaZdTGaA1NjPXMTJ2JMAzCZwU+/Xx3OH6A4Llq5ZMFVg3FagKAqU1nDtgKd0XZTLG7aCfd+fAfAXbdEartMSMgxn+wLx4r6xnXW+OWQYB01g0gv6maKgPQIapp0IVjUc2CYkf4p+dC7ojQDTviHtIsNwTKhS9v2atZ7Bmfk4bn3mBTz29Au4/SJw9lJxkHz+uedwpgK3P/NF7KxzyBMRERGtcEOCacCdzABpF3eTb8r7aEjAbLIqyFhBlhdBuaxp0DQN8tLFmgxZjl7Zz7J8nFzoIq7KuujGqL0fUi6h/VzEw7DbxdCND3LP7WI0A9RmPPR7Om6j1R1iUcxzcTj2c34EvH40y4YuzTAe+9mPavQEzj97FztjdxEU7zhfx+03HsfDn3kiWxiIAmmdgTQRERFtxo0JpnF8Ch8qEteuwN1dSJghGUvLmgHHiVJ9HVhLo0IyjIGNgaHBcOawzQ46HRO2nU4V1ywbth2+BstpjYvUYlMFoMJcSvMORgvnS3mWy6OIxeuK0jXDFMuV2wXIhgUnkYaqGdaGUuBlaMl1zedwLC1d76WU1+W02ED5dl2cyD4MysznNnQJkHQ7rnumDcv7mEhb1NEPReos3g+vJdlItGlOPxTcz+XLKeNiWCET4sJTJ2o7vgSOZQDHpzOM210cZd7Puth2fQAPnwRw8mbivTeBbwPnux9IvBcIAunHsdNnIE1ERESbcXOCae8IUz89EqQ1VcA/xfHiDQu2qcMftYM0y/YUkp5MxYxJege7ozYUpYVWS4HSPkylirvdMJ1zxUhMOrV4hn6Y/hmneXsYBkNX6Yt27QC65GN6FF/9la0LANROE5NeVA5Q9QHSsaAFW5cwXaSYnqKjq4kCNdL20cQEvWib231MJRN2MoAbmFD9EdpRmd4EaO4vBfal21Wj4nW56CoKFKWNsQ/447APKQqUbqJniPSxCm1xsX4oUmfxfnjtaBbmtg5EbaEo6E32sJ/tZGX7ucJyInI4vaM4K0bGfkOCPz1ae+pHvhqPr9JjOeANu6jwW8F65DvZdwKnbwEfvoPz5HvNZ4JAevwl3HaSHxARERHV5+YE0/BwNPUBaW8x8rsnIXGhKsPoqMCsj26UZ+kN0Rv7UDs5IyX+FIeJtE14G7hSdCeYZUbTtaYKzEaVL0z96eEifdQ7msKHhN1Fznuw7f64Fy833PZ1qGY8SjWfz2HrmYmS4fzdxSZ4biZgu4tdCfBPj9NlusOlue3F21Wvi69LpI9VbItr1g+3R05bIJhbnju1fOV+rrCc8AZ98/kctilh1m8j+TtLlmbZ0DFGr/adXOPxVXosb6dz9S523gDO9U+kg2wiIiKiGt2gYDq8GJQa2JcRzpdOjqzFF5ipvznxl+daIxmEb1Jw47Q40NLQLB3NyucnJ2V7J0iHZuG2ZyZueycrArgSs344ShW+lkdFZRiWk0oNDdLdIy4mMz9MO3bgWEEK6tIPGqXbVa+Lr0ukj1Vri+vWD7dHsJ9Ft2H1fq6wHG+IVnRM9KeQCm4uJhsOTHWG/iJTJUy3T/5AJemwF8dQlekYdR5fZcdymTq3S9zO+Eu4/bNfxQ7u4uwLT2U/JiIiIqrFjQqmg4vBYGRF3m9A8qfIZqmm5o1WvjCsn3s4XvwAIBsdqP4YhwLX7dtLhuHY0KUpRlEasxKlu8fcbguK0ka/P8UUEnTTXkodva62rY+JuHn98Gp5bpBtkHdzMdlwYOs++u1uYqTYw7CV+YHKH8dp2kqybLl6ji+xY7lYjdvlfTf7TmD3ceDb38VO8r2TNwG8htv9Y0D91NKjsoiIiIjqcLOC6WiEranhbjD8lxhtOsapvzyqWvmCrm7eEaa+hMa+tqH5k1hsu7SXvqyX9zbxHJtwJG+UuGvxynV5cN0hht1WcJG95amj5UT62GW2RQU190NZ4HbYdZXJF+zn5D0U1lPXcgJBIA2M293U8bEZFz2+qhzLl+F3cOsNAHvJO3c/AXwY2Dn9ncR7Cc6XcXsGnJvPMN2biIiIanfDgunoEVkddJbSVIMbLammheRNbWXNgGVUu8RMWqSWa+HjibIFSgX1knSz9IZP668rWscgvqOvbGCQnetciyj4iOehy5qVWZcGwzIS7RDciCl1s7it5eHEz3umefBZeR/bTFsU942iOkfE+2EZzZrDtu2cO4TH6iqzWnRjNRNWojFkzUC1w11kOdn+HHw+0NM/SsSBdGvDc9Gz9Vn3+BI5liNBv4umy9zdyKPa3sTOi8c417XFc6XPW5/A2ZNv4dbXknf4Ttv5OaZ7ExER0WbcuGAa7gQzSVp6JFbwWRft/imagzgFd9AEJkfZghWEN49qmOHjida58HcnmAHlN3y6yLrcLtrh387nc8wHuxhVStcU5WHY62OWmBc5aJ6il1qXi6MJEu1go+GP0V7MH61X+jFlEnQ7WO+q+axl3MMxZkjM+0y2g0gf20RblPSNwjovCgn2Q0HZueN56iqTy+1CaY+BTpx2P2ieoPLhXrqcqD/Hj6KyzQb8cRutxY7UcKBLqf4Xv5bnDXvDVuLO/1XVdXyJHMuB6BFtZjgn2rTt5ceLXXi7wpHm8Vt4+NLzePvV53H2WZFnSDPdm4iIiDZj586dO5Wz3+7du4f79++n3nvw4EHq/1SFBmtuAn2l8O6/dZMNB3ZjusZFNtVtO9riavohEREREdF1dPNGpq+hy7nhUyb1Uw5Gyi46N5bWsZ1tcTn9kIiIiIjoZmAwfZU0K0gJ1YFxb9Mjki6OJrvoRKmfdgcY9zfwjFsqt2Vtcan9kIiIiIjoZmCaNxEREREREVFFHJkmIiIiIiIiqojBNBEREREREVFFDKYvwXue/VX85V/+ebwn+wERERERERFdSzcmmH7Ps7+Kv/yVX8Kd7AeX5ad/afX633gFv/tPTvCH2feviGbFz8OdOwYKn7asWbnPwa1TpfpcMVmz4CzqamHNR1XHZCNYXt52yxosJ3pWsAMrs7LF87NTL2etOols12WW2Ta113lVu8sajNTxYMFY3PZ9WdGxI1LnbStDREREdJ3cmGB6m/3hf/uL+NaXvpJ9+2poFkwVGLcVKIoCZa3nGsswnDmcOq6Ga6nPJZENDEwJ034biqKgPQJ0e73gNSDDGOiQsm8DwTOfbRPStI+2okBRepjgYHld/jj8PHq1UPmm4CLbdZllhNXYD4vUWmcUtLsM46AJTHqL9myPgIZpw8r7Navo2BGp87aVISIiIrpmGExvlIz37EWv7GdXycdJ1YBrowrqI8uL0TZZ06BpGuQrugDXDnRIsxGGblBZzz3E2JfQ2F+zQtoBdL+P/iz7AaBZJlR/jN7QDQMkD+6wWz1QFiCyXZdZZtvUXueV7e5h2O0u1gMAntvFaAaozbxoGiuPHZE6b1sZIiIiouvmkQum3/PsL+Hpr3wTf/kr38Rf/sqv4qPPZi/mZNxJlfkmnv6FTy/Nd04t55d/CXeezBQAcOcX/j7+wi+Gr89l50x/Gh/9yjfx0Z/+ND76y0X1yVnXswUp5SssUoJNFYAKc1VqqJFOxdRSPwJosOZzzOc2dAmQdDtOMc0dOltNrD4yjIGNgaHBcOawzQ46HRO2nU47T9V5KR06qLPjhGUcC8aifJWRMRl7EuCfHife83A09SE19uM6a9bycvPegwbLlDA+dJNvhsJ1TY9qGKWXoaX2zxyOpaX2cfl2XWYZEeL9sLhviBCsc14b571X2O5iyo8dkTpvWxkiIiKi6+eRCqbf8+yv4i98+sP43Z//Sdz/9E/i/s+/gnd9+u/j6WQA+9P/Ht6PCV7/dFTmb+J3P/hf4C/8wqdXL+fzp/jQp/+deBmh7/6t4PN/+hU/+9HC+55p4nufj8oB7/v0/xVPJgPYn/4loXWV8YatIBW0PwMwQz9KC06khsqGA1uXMI3SRnun6OhqYikuuooCRWlj7AP+OEjZVBQFSrdacCBSn4ikd7A7akNRWmi1FCjtQ0RrW6pzewpJt5dTf6eHaCl9zCQV+u4ELaWNsS9BPxD9EeAudiXAP/HieeR5UYDbRXsM6IuAX4NlqvDHvdSosmaZkDLvxaJ13U3NmXaMnLpKOuxFMOXAylZK20cTE/Si/dvuYyqZsBdBp8h2XWYZEWL9ULhvFBKscy3tvkwOU7lnk3i7yo8dkTpvWxkiIiKi6+cRCqZl3PkpCT/4yv8Bb5yEb538Il7/io93/9S/F48ah/ObFzcLO/kK3vjyrwE/1QxHglcvZx0/+Cf/Fb4bLucP//Er+AEkvHsxmVLGk8/8O7Wtq5iM/YaUvvj3huiNN7GuivwpDhOpr/AW4f/KOmdHvPwTD8AxTheb4+HkQpsmYfGbh7SLu4lPvGEPY1+FaRkwHBPqrI9WOqKCqc4wKomo1E4Tk14cCEI304HgyRTjcA6qoihoj3yo2fm17hDdRao4AM/FMMgbXnFTudXbFbvMMusS7xvVrK5zXe2+uDnZfA7blDDrt1Hxt6qM1XWObVsZIiIiou33CAXT/xbe/SHgj95IX8j+4RvfBj60m0jBlvHkL/xqKs37L3eTI8EFy1lDajknJ/ij5Ic1r6tYYvQowbtYxFmL1enOBXUuuEhPpZtKe9UDK7ebvtGXf4pkAivgYdjqY6bq0KUZ+qlIKBixnPW7i9H1VfzpIRa/IeQEgp47XJpf258BaieTKm85qTTvID04R+l2XXKZC1mvbxQqrXM97Q5viFb0A0l/CsmsOpqeUFrnLSxDREREdE08QsG0CBlP/vLfxwc/+Ap+O0qr/vRP4r71a9mC9MgJRrWlPcGgRmsiCFklpP4kfF/tOHCc4GWqACQdA8dJjSpnA0GgfCTv+DQZLMowHBu6NMUoSnVepAcv/kJguy6zzLapWOca2j3Jc5d/RCknUudtK0NERER0/TxCwfT/gB/8NvCuJ9MXdO958sPAb5+Gad3BSPDvfvkXF6nXizILBcup3WWuK/+CV95bfoDP9iioc+0jXkFauLSbDGXDVOKlkfNovmw7M48WwPEh+v0++qMRRuFr7APwZ5iORjg8BgAXk9nydgHlI3l3d5PbHozOzkbDeIR7qU1Ftusyy9Slrr5Rpc4Xbfe6iNR528oQERERXT+PUDDt4bv/xMe7kzf42vt5fOTTEn7wT/6bMJgOgtf3fTy+8/Z7fvqX8JFPp4OPN778a7nLWeUP//Er+MGHPok7Px0+JitbYKXEun46DApK1rU+D8PRDJI+iO8+LBsY6HnrCi+OK42WbUJ4R+CcOm/iIt09HMNXOzDCuyfJ2gF0ycf0KLkmOTVfdjGPNrrTsufBdd3UK8ikP8WR6y6mg7uTGST9IL5R09J2aTAsI3UjJ1mz0FGD4DkoEwSUajNO+5Y1a6lNRbbrMsuIK+qH9fUNsTrX0e55bbq5Om9bGSIiIqLr5oYF0/8O7ibnOkePtgrv1v2HX/r38U+/8m287xfDz37xk/ijr/yHePVL0QWdhzc+/zfxux98Fn8h/NuPfPwUr2fTvP/b/zS9nM/t4re/UpAKfvKLeP0r38b7uuFjshJ3Bi8Vrav79+N1ZetTF7eL9thHww7n1g52MRovPQwXCC+OZ0jcSXpVnuqGecNWus52A/64nb7xU128IXp9Hw0zeBST3QHG7cT8TwCaZWfmy4bzaCUdgyrzXt0u2n2gs3K7XBxNdtEZxHOh7Q4wTd2sysOwF6w7aqdB8xS97AOOBbbrUstUUNQPa+sbAnWup91dHE2A5iB89NV8DtvcXJ23rgwRERHRNbNz586d8+ybZe7du4f79++n3nvw4EHq/7Q573n2V/EXfuoV/NP/3S/Gdx0nIiIiIiKiS3PDRqZvok/jyV/4edxZpJR/Gn8ulZpOREREREREl43B9Nb7Cr77jV186HNRavpnga/8Tby+SE0nIiIiIiKiy8Y0byIiIiIiIqKKODJNREREREREVBGDaSIiIiIiIqKKGExfgvPPPYe3X26gcj49ERERERERbaXLmTMtN3D2AnDrZ6fYaTVw9tnw31XLFDj/3HM409/C7ae/LPw3tWo9g7dN5K7/vNXAw73v4vbnX8t8cjXOv/AcztTHg/+88eu4XbSfC7arLpXqc5Vaz+Bt82723cDsq3js514L+2G4LQk74y/h9uffxPkXnseZmv00IVyOiLJ1UUVyA2cvfQzneX1QfgpnL3wK508CwFvYGbtL+/i89QwemneDH83eOMbt57+Mncx9Aq9jGSIiIiLKdykj0+c/8xGcf/u72AFwvhf/u2qZ62rHmW5NII3WMzhTgdufeQGPPf0CHssGDUKewPnLz+Psc09kP6iulvpcpmPcfjqsa/IVBsA7n/9i8P/+MYC3FtsVBV47P5f4m8/8OnYSZZLLEVG2rpuvxn6IJ3D+wsdWZI88hbOXPgW88tWw7V3cwidwLieKyA08NB/Hrf6XgjZ4ETh76bnrX4aIiIiIVrqUYBq7j2Pn9HcAPAF88nHsTHICBpEy184TOJejV/azq/QWsFWjTwX1kZ9YBDjnraeC11btS7oRWp/A2be/ituz7AfA+Rc+hfM3fh23Pv9a+EPPm9j5fHoE9/yvfwzns29gxwl/NHG+jttvPI6HPxMH+texDBERERGttrlgWm7g7OXngpcKnOsazl7WcPYkcG4+h7OXn8G5SJnsci/o/HPP4OzV5/H2q8/j7VefyxnVeiJT5nmcfeGppXqkyrz8DM73MgUAnH/hWZy9FL5eyM6Zfgpnrz6Ps9ZTOHu5qD456/rcM3j71Wr75vxzzwV/b94FcDexvHS9ltaV2q6gzm+/+mzQRvqzi3309heeShYsJVafJ3D+wrN4+LmnghFI8+N4+NlP4eyl9LYXt2m4n18Oy4T7Lyh/00fhRLd9zT6f0w/PW43S/lyurD719cPAUzgzH8ftX8n7Ae8J4MPAziu/VZAxEZY5/Z3Ee28Cr7yF80/+eFjv61iGiIiIiIpsLpj2fgu3XvwGbr3yVpAa2/8Gbr0SzsvrfwO3Xvy6WJkaRXNMb0VptZ95HdCfTV/wt34cD/Et3Fqk4n4Vtz78KZwlLtKXlvP89/BQX55LG6X03h6/lf1o4fyzH8Wt56NywQ8KqQCv9YzQusqkU4ITqcqJtOry7Xot/Lsv4fYbwdzcx9ZIT4ZgfSLn+sfx8MUv4bGnv4jbP/sCHvvM11fXOa9NAeCVr+P201/FzpN3cbb7Ldx++ku4/cbjOPvr6wRf10zZtgv0eaF+2HoGZ+bHgBfDfhG1RStdrFRpferrh0Aw8oyxu2Ku8Afw8EkAJx/I/EiQ7DdRmTeDefWvPpPzI811LENERERERTYXTONN7DivAXgcmH0r/DeAbwf/3nHexI5QmbqE6ePJi2ZvilvjzEhMOL95sV7vNey8eAyoH41HdFYsZx07r3x9sZydr72OHTyOhx+JPn0C55+9W9u6itW7XbV643XcClNRAQBe9O/VdV4aXTt5E8Dv4NYb0RtvAt9OFhCVGEVfvLZ8hLts2wX6fHk/DMpg9lXcjtoqaovPZrMySpTWp0atZ3CmHuNWyTzz5I9ewY8En1r+wWYhcVO4J9+f/CDhOpYhIiIioqTNBdPhXOFoLvS5HAY+0b9Fy9QmMRKTsHPyVubi8Yng7tLJYCl1B+eC5awjuRzvu8lP6l9XoctcVzWrU2wL6lwQEKRSWz98p2KAlncDsi+uGNXcPvnbXkefD8qk04bL2yJfWX3q8hTOzLvY6ZffqT75o9fKH2wAwPlyuj+88b1MgWtahoiIiIiWbCyYXswVVoM5jWcvxfMbz17ScC4/JVAmu9RNewLnLz+Lsw+/HqezPh2lIhPdRPX2+dT85bWC4HrrU6gVjHSffza8b0N47wY8+TE8fPm5dHp65ocEIDmCG4767xX9AHgdyxARERFRkY0F07efjh79E47k9Y+DZwgvRvLCeY+FZbJLvYj8i8fzvccTIzHh6NqL09S6z/eSz/ItWE7tbuq66lJQZ46uCaqrzwdldvrZUfsX8FilZ5SL1Kcmr38dt/tfxe0XvxHcu+HFb+D2G8E9G269+A3ceh0AXsOt2fK2A8kR3CBt/nz3A4kPwyybRVbFdSxTnUhGUV1liIiIiK7axoJpIHx29Oxb2IkuhnOeHS1Sph7hnWqTN/iSG3ioJy8eg4DgvBnP8TxvPYOHevJC/k3svHicu5xVdr72Onae/AjQCh+TlS2wUmJdrfDismRd66uyXeGFeF6a66USaVMqVrHPr+yHYRkzfSOr81Yjc7OuMiL1iVywH3rBPRuSr2Au+fcA57VFML8zOca5nniudE4f2/mVX8eO+vHF/jlvfQJnT76FW1+LR7SvY5kqzr/wPM5eerbwjup1lSEiIiLaBhsNpoWeHS1SRljezaGeX9woaOfzX8Tt8Vt4+FL42UsfAcZfwu3FzYfexM7zX8XOhz+2WM7D5vdwK5ti6nw5vZwX3o9b44I01HCO5UMzTGWvcpEYrcsM02dfeP9yfepSYbt2fuXXsYN4P13VhW95m16u9CO/HsdZWK/VN6taXz3rqtjni/qh82Xc7n8PD1+Ij72HTeDW16oc04L1CV1KP3S+jNt9FPcxb4pb/Xj/nH0WuP2ZTHbNdSyzhuy8+Tx1lSEiIiK6Sjt37typPKhz79493L9/P/XegwcPUv+nzTn/3HM4++TruJ3zGCmiy8J+SERERESPss2OTFMNnsL5FxqJFNOnllJMiTaP/ZCIiIiIKIkj09fAeesZPPzsXZw/CQBvYWf8DdxKPoeX6BKwHxIRERERxRhMExEREREREVXENG8iIiIiIiKiihhMExEREREREVXEYLqAbDiYOwYSj80lura2rT9vW33o4m5qm97U7SIiIqKLuRnBtGzAmc9hadm3L3gBdDLFbHqCCz52tRay4WCe3cBaabDmc8xzXxbiNcvQLCf+zLFg5Oxg2bDgLP7egZVbSIPllJS5sGC7Nrrrrou1+/OG9uHa9REkazCyfVXbRB9bQbMyx05g88fyZqSP+xXn1U236VW5qdtFREREF3IzgukN8dwhukM3+/Y1JsNw5nByg1YXXUWBknq1MfYBzCaI9oJm2TBVH/12UKY9OkXDdlIBtWw4sHVgGpZR2lNIup0JxjRYtglp2kdbUaAoPUxwkBuYUz22rT9vtj4yjIMmMOkt+nN7BDTMbD8kIZoFUwXG0THdGuYGlptt07oVnQ/Trtd2ERER0WVhMJ1LhixHr+xnjxB5Hw3Jx/hwEUqjqQL++BBueCXtuUP0xoB+EEUoMvYbEjCbYBhdbXtDjGaA2oyjGM0yofpj9IZueFHuwR1247+hGm1bf66pPrK8GB2VNQ2apiWW52HY7WIYdVQAnttd6odUhY+TlcdnTW0qorDd63aJ20VERETXzqMVTMsaLKc87VOzbNh2+Bpk0xmjlNfyFOVUqrNjQTPy0z4vJqiP44TrciwYi/VGI8ZRCrcNXQIk3Y73QcEwnXagQ/KnOMpcQPt5V9TSXn7aZy4ZexLgT49yR7diMrRUuvgcjqVVWE/CXll7la1LtN0veTlG2XLK+nMFhfvwsusjwxjYGBgaDGcO2+yg0zFh23UfX+LnjaXjfS9bokaykdjP2b4RFSmaaiHWD2Uj3G5TBaDCXGxfut1E2nRp/6TOh3lTCfLeE2l3sWNH5HxYebuW9qHYfiYiIqLr6REKpmUYAxOqPwrTihUovQnQ3F+6+Ha7YVro2M98ElM7TUx6UTlA1QfpFGXNgq1Lcapz7xQdXU0UqMYb9tDuFqQZTg/RUvqYSSr03QlaShtjXwpHjKMU7iBt2x+341TulcsMR6FzAl5pr+hC0MMwGP5b7A9ZM9BRkyPcd7ErAf7J3dQFpmNkWkLbRxMT9KK6tvuYSibsgh8AVlH1Dk7D9orSzlPpnYLrKm/3S15O2XYJ9mcRIusSKVNXfQBA0jvYHbWhKC20WgqU9uFiSkKWHKYqzyarSuQRO28EUxvEjvfSY7mMZmFu68AoPo57kz3sJyq0VJ8VbVHWD71hK/j7/gzADP1oH2TSvEvbtObzYWG7lx474ufDsu2qaz8TERHR9fQIBdNhAHd6HF8Eei6G3eHKi+8i/jSR6nw0hQ8Ju3ejT2UYHRX+uJdKde6tuCAT4y0FtUnBaPExTher8HBygdXJRgcqZhil8q5dTGaApB8gGpiTNQMDXQKkXSw23+2iPQYadhAo22YDfj+xL0LJC0ylPQV0M30RGs5TTLVXGKhXDafz2kJq7McjTYLrKm73K1hO2XbVSGRdImVq5U9xmEjlhpfpZOHNCYN+KGHWb6NaHCty3gimNuRte77iY7lYcG7BrI9uKoV9iHhK7+r6ZNuitB/WYgPnw6J2Fzx2Lm7b9jMRERFdtkcomHYxmflhSp8DxwpSNde9yE+lOnsnSF8WRiOv6Utm7yLRbQX+6XH8n0rp15F43nM27nC7bfRnEswwUB40gdHYB/xTRGvVLAd24xSjxWjNCDCXR2uSF5j5F6EyDMtJpWsG6aZpmpX4fL6cgopse0VtkfwBQHBdxe2Oq11O7naJqWcfipURIVIfID9zIsUbohWOOrb7U0g5/bB4XSLnjcs83oN1FY+uF9SnqL1y+2EdCuqzpuJ2Fzt2Lq5gu65kPxMREdFle4SCacDttqAobfT7U0whQTftpbRZQnjjsVUX7F64H4MApdUdArtS4nMNTVXCbDRMBMouDpcC5eWLUACJi1AZhmNDl6ZxUL5IN02LUjEXrxV3Gl5NfF3Ftm054i6+D+u1ifoEN8tb7odl6+J54zq5/GOHiIiIHl03I5iu9Eu/B9cdYthtBfPgak/9wyLdOju3WN5LBp3bK7jx2BiLKc6FVs+tXrIIlMN08by514sR7nAELhmUX2AfZtcl70kbWNflL6d4u+olsi6RMtdT0XnjMo/3YF3FdyQvqM+VtEVBfYrIeygpkUP82Lm4gu26kv1MREREl+1mBNNhcKZ2EumZsoYDXUoEeRoMy1jM9V2kMhdc9HhHU/hSA/ta+GiUbIGVgptwSfogvuuvHM4tvlLBPOrsyFxaSXCsGbAWO1EOHnGVmlsdt0VcLGiLZNq4O5ml5l5H+ydebxQ0xG0qa9ba+1BK3vAnXNdsFI1A1rWuy19O3natarv1+3Mgb13xPlxdZlP1KZY93uP5/avqky+7nLzzRuJ4z2x7/aIb/JmJ4zDYtvj+fR6Opn5ufapte3X5bSpyPgz7/OIcLkM7aKwRTIsfO2Lnw8Cq7bqq/UxERETb4YYE0+FcXr8BO5ojZ3eAcRutRJB3NAGag2genY2GP0a7KH00nMfbMMNHo1RJ7XS7aId/O5/PMR/sYrQFqYbu4Rgz6PF+ymxTcOMxH9Ps87Ai7hEmzcFiH3YwRr/dTc2tjtoimlc9tzuQZv30HYzdLtp9oLMo04Cfai8Pw14fMymu66B5it6a+3A2HmE3avtwXXF16lrX5S8nb7vifZhxkf68Yl3Zm3nlldlUfYpFx3v8SCvbLKlPLsHzRnS8R/15sIvReLm9auF2obTHQCd+pNOgeYKjRFt4w2AEfVGfsraoy6o2LT0fehj2Eucm5wB7hyNU34Pixw4EzocLK7bryvYzERERbYWdO3funGffLHPv3j3cv38/9d6DBw9S/6dlsuHAbkyXL8SJKtNgzU2grywFtFdj2+pD247nQyIiIrrubszI9PbJpIcupZ0TET0qeD4kIiKim4fB9Ma4OJrsorNIee0A4z56TP8jokcOz4dERER08zDNm4iIiIiIiKgijkwTERERERERVcRgmoiIiIiIiKgiBtMXJBsO5k7i+dZEVJttO762rT50vbD/EBER3Sw3IpjWrOgZsCteq54dWoeTKWbTk624I61sOELbqlnxs3dLL+w0C/O5hfKlXgUNVratF69kneXMNlswcjZaNiw4i793YOUW0mA5JWUuLNgugaa8+dY+vja0D9eujyBZg5Htq4tbYF+CFce76LlFxE07/1TaLZvuP0RERHSpbkQw7XYVKEr4ao/hw8e4nXhvgw++9dwhusPNLb92mgVTRbx/1nrGqwzDmcPZSCCZVbQuF92ojRevNsY+gNkEUatolg1T9dEPt7k9OkXDdlIBtWw4sHVgGu2X9hSSbmculDVYtglp2kdbUaAoPUxwkBuYUz227fjabH1kGAdNYNJb9Of2CGiY2X54jV2780+9Ntt/iIiI6LLdiGC6EllejITImgZN0yCvdU0mQ5ajV/azbefjpPoV7PUg76Mh+RgfLkJpNFXAHx/CDbfZc4fojQH9IIpQZOw3JGA2weJJPd4QoxmgNuMoRrNMqP4YvaEbBgAe3GE3/huq0bYdXzXVp/D842HY7WIYdVQAnttd6ofX3w0+/6xUU/8hIiKirfKIBdMyjIGNgaHBcOawzQ46HRO2HaURBiMey+mMyyMhmmXDtsPXIJuqGKX/lacEp1KLHQuasZm0RtkIUytNFYAKc0Wa5VJ99hIfLtKqbegSIOl2nK65tM+KBMtxnHBdjgVjsd5oxHi9dWkHOiR/iqPMxbqfd/Uu7RWnmKbI2JMAf3pUMpImQ0uli8/hWFqF9STslfWfsnWJ9sNLXo5Rtpyy46uCwn142fUpO//USNZgOeXp4sXHe3226/wjsn/yUrjz3ivrY4Hi/iNyPoTA8RWWyu7DnO8UWTPglNSZiIiIyj1iwXRA0jvYHbWhKC20WgqU9mGYEuxhGAwDpS9utQPoko9pIkKLUsvbYz9ZMkXtNDHpReUAVR+kU4I1C7YuxanFvVN0dDVRoBpv2EN7RUq7N2wF6+jPAMzQj9KiE2mWQapzUX2itOogldoft+P06hXrLTQ9REvpYyap0HcnaCltjH0pHDFeZ13hKHROwCvtFV0sxu0etY+sGeioyRHuu9iVAP/kburC2TEyV9baPpqYoBfVtd3HVDJhL12Bl1P1Dk7D/hOlnadSWwXXVd4PL3k5ZdsleHyJEFmXSJm66oPC888yOUyLnk1WlcgjwxiYUP1ROB1BgdKbAM39dEBVerzHis4tIrbr/CO2f0TV1n8Kz4eCx5fId4pmwTZ1+KNw/+VOaSEiIiIRj2QwDX+Kw0QqJbzEv90JZlCRzKrUmiowG1VO5/WnidTioyl8SNi9G30qw+io8Me9VGpxr+hiq5S3FESKC1Kd661PsWC0+Bini1V4OLnA6mSjAxUzjFIN5WIyAyT9ANHAk6wZGOgSIO1i0RxuF+0x0LCDQNk2G/D7iX0RSgaUSnsK6Gb6wjmcE7n4M8/N/4FGQF5bSI39eCRKcF3F/fAKllO2XTUSWZdImVoVnX8AQDYWI4u2KWHWb6NSrBj98HN6nG6L7jARtFc93i9ybhFRtT4XIbJ/xOXVeZ3+U3o+LD2+RL5TgjKY9dFdHMxBGbWTHTEnIiKiMo9kMJ03chkLgq/4wiIY7aw2MhRIpRZ7J0hfFkYjnemaeBeJJi+k3vos3WG95K69/ulx/J9K6deReN5ztqXcbhv9mQQzDJQHTWA09gH/FNFaNcuB3TjFaHEDshFgLo8wJQPK/AtnGYblpFIxg9TWNJH9k9sWyR8ABNdV3A9xtcvJ3S4x9exDsTIiROqD0vNP0K9a4ehjuz+FlNMPi9flYjLzwzRoB44VpDCnl1Dv8X5xl1kfkf0jLrfOa/SfpPzzYdnxJbIP4x8SkuqoMxER0aPokQymy7iHY/hSA/tyONrpj7HI9iUhqTusK+vetbcCeR9BLJ3XUB7cbphmqihodYfArpT4XENTlTAbDROBsovDpUB5+UIVQOIiVIbh2NClaRyUK1Fqa9rF94/4uopt23LEXXwf1msT9QlulrfcD8vWFfT3Nvr9KaaQoJv2Urr9o+z67Z96j6/UfPOloJyIiIhEMZjO4x1h6kto7GtB6mHZSNJagnS+7FxeeS8Z5F2mbatPNcGNx0R/9Fg9t3rJIlAO08Xz5l4vRriDUZ9UUH6BfZhdl7wnbWBdl7+c4u2ql8i6RMpcTx5cd4hhtxXM1U2l22/b8X4V9SnaPznkPeTVJrfOtfcfkeNLZB8GZWb9zI8xigJF6S5l9RAREVExBtO5ghtSSbq5dOOxLO9oGoxia+FjT7IFVorWMYjvIiuHc3mvRKI+0UasrE8wly87WrYZIusqCY41A9biTr1y8Iir1NzqOLU/LqbhQE+njbuTWWrudbR/4vUGF6pqM065lTVrxT4sl9cWs1E0AlnXui5/OXnbtart1j++Annrivfh6jKbqk8xDYaV6IOI5/evqk++7HLCKRCpAK/K8X4ZqtRH5JxQRGT/hP15Md1HhnbQyA+mc+qc7WOR9fuPyPEl8p0SlFFNa6mfWdmbKRIREVEpBtOruBPMgPIbj4XzZhtm+NiTKqmCbhft8G/n8znmg12M1kzbq0VUn3Bu8Xywi9E4vz7u4Rgz6LCjNMEq211R2bqCG48V/OjhHmHSHIQpjTY6GKPfTo/CuN02+n5jMa96bncgzfrpOxi7XbT7QGdRpgF/3EYrvtsPhr0+ZlJc10HzFL0123Q2HmF3kF5XXJ261nX5y8nbrngfZlzk+FqxruzNvPLKbKo+xVwcTYDmIH5kk22W1CdXtJxwm+Y2Gv4Y7WzaeYXj/VJUqE/ZOaGYyP7xMOwl1uEcYO9wFHwnZOT1n2wfW1i7/wgeXyLfKW4X7f5pYvuD+0hMjlZVmoiIiFbZuXPnznn2zTL37t3D/fv3U+89ePAg9f/rT4M1N4G+svrCaANkw4HdmC5f+BJde1dzTK22bfUhqh+/U4iIiDaHI9MrXM6NxzLphmFqcbWUTiIiIvA7hYiI6JIxmM7SrCC9UgfGvU3/ku/iaLKLziJFsAOM++hVSukkIiICv1OIiIguGdO8iYiIiIiIiCriyDQRERERERFRRQymiYiIiIiIiCpiMH3DyIaDuRM/i3STLnNdRLQ523Ysb1t9tg33DxFdlW07/2xbfejRw2A6STbgRM8tnc8xnzuwDO16HaAnU8ymJxu+cVroMtd1WcIb0C2dmJf6RtQ/EqUWZSwknx4rG+Fzg5PPlJU1WM6K5WRFy83WSZCsWXHdHQtFq9ocDdZ8DmfFyoN9lN5vmxfUSfhRvzfZ2sfyhvbh2vURJGswrPh53nPHgrG4BfYFadbm+/Km9w9tXvRdE71qP4iuSnBOSH9XRq/kcSFDyx6DOYegbCS+v1Z9V1b5Pl3bhs5119Ha558N7cO16yNok98XIi7jO4UuhMF0jllfgaIoUNojnDZM2GsGMVfBc4foDi/yPC8ZhrM66Em6+Lq2j9ZUAd+HLzWwn7MLFn1DUdDuTyHpds6+UtFcnPVk7Dek9MfQYNkmpGkfbUWBovQwwUHuhQQgwxjoyC5BmGbBNiVM22GdR4BuOyvWtUnHOPUBafdu9oOYf4rj7HuFxPsqFdu2Y3mz9ZFhHDSBSS8+lkdAw7Trv8jbkM3unyp4DK7N7S76X3+W/XDbFbW7i264XfGrjbEPYDZB1Gs1y4ap+ugvvptO0ch8N8mGA1vH4vtLaQffuenjtMr3KdVhe84/gc3W5/p/X9DmMZgu4rkYtvqYSToOrvKgkeVFMC9rGjRNg7z0RSFDlqNX9rO6Xea6LpOMPQnwpyP4kFAU9yE8gffGPqTGfurHltlsBjWKpuV9NDDDzI8/1ywTqj9Gb+iGv6R6cIdd5D69RjuA7vfXvNiSYXRU+OPeYtmee4ixL6GR90vBRnk4SeyDrLu7EuAnflkW6vN0cdt2LNdUn8L+42HY7WLoxgec53YxmiE+bi+ZvGJjl9+vaf9cpsK22D7L+zyw6v1C12zbN0beR0PyMT5chNJoqoA/PkR0GAbfp4C+uNgKf4ieTeLvRm+4dJxW+j6lC9q2809N9Sk8Trfv+4K2D4PpUi4mOQeNrBlwitKKZA2WI5AWIhuJ9KQ5HCubVi7DGNgYGBoMZw7b7KDTMWHb6ZQPzbJh2+FrkB1JD1NrjKJUqCg1y4YuAZJux3XP/PxWvK5AcWpWlOpTVJ9Ybpr0JoRf+NOj/DYXNplgpjahAZD3G8B0gtPFh1HAfiSQkqTBMqXEBUhVdxHEqMk1BUFtPEIs0jcCxX2+vE2PT31A2gv6S5jiGDRpuE9Oo3Hpsj4v3leF7K2uc0CGlurP2eO0fNsDl7wcgTYVOZaFFO7Dy65PWf+pV+pc51jQ9rIlyo+dAztnlEOzYNsHFc7zodLvlLL6iBA9BsXaQqQ+ImVElH03ibZFeX3Etr1c2fEejBIvn/uKRo/zBG3qOOG6HAvGYr3RiLFou6dpBzokf4qjzJde+rspFH1HCBH9Pi3bhxUUnusgsK6az/N1LefSzs9l+/Cy61PXcSpAMC4Q+U6h7cJgWkAqCED4xWrq8EftFalHMoyBCdUfhWlHCpTeBGjupw9OzcLc1oFoOYqC3mQP+zlHsKR3sDtqQ1FaaLUUKO3DRboUALjdMP1kvHr4T9U7OO2l06XiL9ooNStIx/LHcZ2UbjqYK1tXkJoVpxYvryugdpqYhPVpjwFVH1xpapa831h84btBNF18MpUNDHQp54vcxWSmoqlp2G8A06Nk8nIU4N5NfVE4xvKaNMuElBhVrkzey00PX+rPpX1DpM8HitrUC6J43AUg7wU1S/5gkb2wWt3nxfuqiPJt30cTE/SidbT7mEom7MzGF207cAXLKdsugWNZlMi6RMrUVR8U9p9lsmbBVIHZZFWJfEvnut4pOrqaLlR67OT/eKc11VRaLET2j8h3Sml9RFQ7BgvbQqQ+ImUELLXXUj8UbIsK9SncdhGlx7uHYTBMlrm+OIAu+ZhmI9gy00O0lD5mkgp9d4KW0sbYl8IR42rtHghHoZe+JwFpr+gLP96uqHlkzUBHTY5wC36flu5DcaXnMcF11Xaer2s5Zdslcv4RJLIukTJ11QcVj9P1vi/E4oKlc1TedwptHQbTlQWps5j10V3kJwXpvmon+mUsPMGfHsdfHp6LYXeYODhzlhOmOuVO/fCnOEyUg5f9WiqXTPeN6pxNUb64IDVLZF3+NJHidTRdmVrtDVtot9sFX9Z1CFPKolTj41P4qbnPAdWMf92d2w34/TZaOdGuO5lB7XTQwPKv8ch8ASrtKaCbS8Grqc4wyln2JhS3V05fXerzgcI2PT5F8JUX7OvZeAxf2oOMu9iVfCwGpiM19HkRxdsOIJyPtVi75+ZevBZuO65gOWXbVSORdYmUqVVZ/0ncVNA2Jcz6bVQ7xaw+1yXLiBw7yz/eBQFI5Yu17LqQ/U7JKZNTn9qtbAuR+oiUEbG6vZL9sLwtKtZn5bYLEjne3Qlmme+r4AeAUeUfY4MfNYN7XASKp+iUkY0OVGS/y4IfLST9ANHAnKwFP05HP7gGxbpoj4GGHR2nDfj95R+YS79PRfahoLL+I7qu2s7zdS2nbLtqJLIukTK1KjtOL/x9IRYXrDpH0XZjMF1ZfEAkJUfdgi8KH5JuB7+SWkEqR/okECxH9GIp71fdqrIjf+k61yUvtTh/Xaky3kkYaOXzsie2usn7CKZnhe3hHWHqL49QxDcga6M/k6Ca6dS/BXeCmSQBK9ot+QW4/EWhwTJVzPrdlb+M1q24vUT6fKCwTb0T+JCwJ9/FrjTDZHgCX9rF3RUj6HX0eRHF247g4tlyUmlyc3P5l+LCbQeudjm521UfkXWJlBGhWYntnq++y31p//GGaIUjBO3+FJK5PPJRrOBctyB47GSDIa0JFTMIfj2ERL5TBOtTs9VtIVIfkTIiCtqrUltUq8/qbRclcryHI+qLYD77A8B6UttYKf06Es97ztbE7QbfoWYYKA+awGjsp25EqVkO7MYpRotMghGQc5wWf59CcB+KnVtK+4/gujZynq9rObnbJaaefShWRoRIfSBynAp8XxSvSzwuyN122moMpgUs3RwJmblCOScnt9sKAq7+FFNI0E17Ka2Gtoe834CUGnkO5oRlf72NeXC7fcygopN7AR6kw+WNWiPniwJA/EWhNaECUDsOHCd4mSoAScfAcXJTCXPlfrHm92cRZX2+3DFOfQm7+3uQ/FMch//f29+FBB95u+TqyTAcG7o0jS/oFAVK5TvCbdtyrq8otW/xag0r9+WsVTcTrEv5sZMOhpbSimtWXp/LJVIfkTL1EGuLy6mP+PHuHo4XT6GQjQ5Uf4y1b7dRl+yP1CleeJ0UbFOrOwR2kz+ramiqEmajYSJQdnGYc5wWfp9W2YcXPreIr6vYti1H3MX3Yb02UZ9V3xdl62JccHMxmC6V/YU3SH9KPiIpfmVHEj247hDDbiuY05EKzILlZEc+Nyk7P0kO7vpU8XFEZcJHINW5LlmDYVmLdLBNCALMcTyXZfGFI2H1tK7wi11fMTqdK0xvy1totH+OD9Hv99EfjTAKX2MfgD/DdDTCofBOzGuL7M2+Atn6pNurSp8vEt78rNGA5J/Ag4ejKdBoXKBv1KB428PRvuQFXVSmkstfTvF21UtkXSJlrpe84yvbFuLHThwMZb9zRIl8p4jX53KI1EekjIiC9sr0w+K2qKs+IsSP9yCbSkJjXwtSRctG2i5BcOMx0aB+9dzqJYtAWeD7tMo+FJBdF78vqhNZl0iZ66k8LsjddtpqDKaLyBoMJ3jsQvxlENwUQzXTwZ2sGbAWN73QYFhG4vNoPm7yRBDdXMOElViQrBnI3jujCu9oGlwEaOHjAhKfSckbU6y8eVYU8JSP0OSvy8PR1BdclxjtwISuqjA39nyyFV/i7gQzFD9GKpijtGp0Op87maXmii3tH8+D67qpV5Dlc4oj112ayrNa0MeSbSGvuClNcXuJ9Hkxx6c+JElaXJx6J8H/1xkpr9JXi+Rt+2wU/aIcBShxupasWcHcvkoufzl527XUx0P5x7K4vHXF+3B1mU3Vp1j2/BzP11xVn3zLx1e0XdkyQsdOFAwNgjmmRbF0/v4R+U6pUB8hFz0GReojUkZEhe+mwraoqz6x4+CgzvnBWPx4j/ujmXuOr5dIu6/4Xo1oRqKfysEjrlJzq+MMgbiYhgM9nTZe+n1aaR+Wy+s//L6oJm9dN//7Iruc1XFB3rbTdmMwnWOR6mt3sDvto51NC3G7aPdP0RzEKV6DJjA5WpzecTRB4nMbDX+cuxylPQY6cbrYoHmCxWLWEc4Xapjh4wISKSSz8Qi7UZ3sBvzxiptnHY4xgw47Sl9blYayYl3eMPjFLbppSNG6RLiTMXzfX2OkRpDWhIq8i4/wV++iC4bwuZeFZbLcLtp9oFPT/inkdlNtYXeAcbu1dAOX0r5R2uerSNxsLLwpWXakXJRwXy2Qt+3xjUU8DHvBs+ajdQyap+hVTpO7/OXkbdfKPrbiWBaVt67szVnyymyqPsWi83P8iBLbLKnPKpnjaz7YxWicaQvhYycM9iQpeP5u5tOUVftH5DtFuD5iLnwMitRHpIwA8e+mkraoqT4Rb9jDODF/OJ6LKX68Awh/AMZaNx6rqqzdgxuP5X2vhtwjTJqDcP/Z6GCMfjuTrdFto+83FvtlbncgzfpoJ08upd+nFfdhibzzGL8vqh3zeeu6+d8X4nFB6XcKbZ2dO3funGffLHPv3j3cv38/9d6DBw9S/6dtosGam0BfWTph0aOOfePm2bY23bb6EN1UPNaoqm3rM9tWH6JyHJkmIiIiuua25sZjRESPEAbTRERERNeVZgXppzow7l38bsVERCSOad5ERJQRpNoVP+xnhn7tdy8mIiIiuj4YTBMRERERERFVxDRvIiIiIiIioooYTBNRJbLhYO7Ez60kIiIiInoUMc07QbPmMIsmCc76UHiv/ptJszBf1fizPpRJM/35VfcF2YBj65AWb/iYjUc4HLobv/mMrBk42DtBd3g128/jlIiIiIi2AYPpVWQDjt3AtN1Cpeey0/WkWQgebVh+QyXNmsPERQM2GYZjozFto7VOBwuDaT96FqOswRiY0DFGu/UI3c2VxykRERERXRGmeRPdBJ6LYauPmaTjQMt+WEyW8xO2l9+XIcvRK/PRtpLlRTq6rGnQNO361J2IiIiIthqD6cpkGM4ccysbsQTvO4YcPlZmDsvQYDlzzOdzzOcOLGP5Kl7WDDglZRDNU53nrZe2iwzNsODMozadw7G0xPzioG/M5zZ0CZB0e1Hu4m3rYjID1GZ6OcV9TMOBbWNp1ZoF2z5A8m3NsmHb4WuwYs60bCT6fHbbwyKF9amTDGNgY2BoMJw5bLODTseEbVup7RKpj0gZIiIiInq0MJiuzMNwNAPUZuqCHNoBdMnH9CjONVX1Dk57ChRFgdKeQtLtMNiO/saCberwR+1UmaXAhq4PbR9NTNBTonbvYyqZsBeN6qKrKFCUNsY+4I/DtleUC6aNB45PfUDaiwPY0j6WH4BrTRWYTVIp7243qGd77CfeTdAszG0diNalKOhN9rCfjshL6lM/Se9gd9SGorTQailQ2ofxdonUR6QMERERET1yGEyvw51gBhXJ+CMIPkapeZv+uBf/3xuiN/YhNfbDQEeG0VGBWR9dNywUllE7y6N+3rCFdrtdS8BFq6gwEyPK0ShkpUFId4hu8iZgnpv/48ulEOtjbhBNJ+qnIYilq/S1nHUB8Nwh4vuU5ZTJqU/t/CkOE3WCF/1bpD4iZYiIiIjoUcRgei3haN7iYjo/+PBP0ndE8k58QNrFXQDAXexKgH96XFAmzVsEAbQZM/SjUeLFq+qNrWQYlpNK8155l/CNE+xj2R+HtCZUzFAplg7XlT0G0gTrUzN/erTihmwi9REpQ0RERESPIgbTa3IPx/ClBvZlQDY6UP0xDoviiBVSc2avNPCiiwvu0K1LU4zaiYC8P8sW3Ji7uxLgn6SCx/I+lv5xKC/Fu07l9blcIvURKUNEREREjxYG0+vyjjD1JTT2New3pNzRL2kvnQQq70mAf4pgjOsYpz4w62dHQhUoeY9nkjUYlgWNeaVbLBydHQ2RzCqW9+KnQW9WNkNCvI/FPw5llyEqWFd27nWaeH0uh0h9RMoQERER0aOIwfTaghuRSbq5dOOxiKQP4vm2soGBngy6g79XzXSALGsGLGM5INEOTOiqCrPqc4+odsdB1Jjzw0YUUMZzaWXNwkDPC6Y9nPhIzKG/IFmD4ZiZDIkKfSz6cWjQKU3x9o6mQeCthY/JCt4N54absBIrkzUD8aoq1OdSiNRHpAwRERERPYoYTF+EO8EMWLrxWGQ2HmF3EKaF2g344zZayYJuF+3+KZpRmfkcgyYwOVqOZNzJGL7vrzFiSHXzhj2MZxJMO2iz+A7tHoa94FnP9qI9T9FbkebtHo4xQ1x2nUdjqWbUvzrYnfbRbg3TGRLCfczD0dSHJEnwx4m7XecJb8DVMMPHZEX1drtQ2mOgE6dED5onSK1KuD6XRKQ+ImWIiIiI6JGzc+fOnfPsm2Xu3buH+/fvp9578OBB6v+PBg3W3AT6CtI32V71PhEREREREd0EHJm+gIvceIyIiIiIiIiuLwbT69AszOdz2Dow7mXSaomIiIiIiOjGY5o3ERERERERUUUcmSYiIiIiIiKqiME0ERERERERUUUMpmltsuFg7sTPVCYiIiIiInpUMJjOJcOwnMUzZeeOBUNjyLjkZIrZ9IQ3YKPN0yzM5xaqP4mbiIiIiGgzGEwv0WDNbTQwQltRoCgK2iNA7+xzBDbDc4foDvlcMCIiIiIievQwmM6Inh3d67qLEVfP7aI9OsmUvESyvAjkZU2DpmmQrzSylyHL0Sv7GW2dres/RERERETXH4PpFBn7DQn+9Ggpddlz4+AaAGTDghOlgc8dWEYyOtFgzedwnLCMY8FYlHcQFA3KWIYGy1m1HAQp5wMbA0OD4cxhmx10OiZsO53yKmsGnKLlyBospyR1XaQMAM2yYdvha5A/Z1pk/1ha2bYHZCOsk7WpJN+oPkXvVaizbCTKzOFY2tI+Etk/N7X/lK4ru38cC9petgQRERER0dViMJ1yF7sS4J9kQ+k02XBg6xKm7SANXGlPIek2nGxQMD1ES+ljJqnQdydoKW2MfQn6QRzGqHoHp72S5QCQ9A52R20oSgutlgKlfYhFgrVmwTZ1+KN2ajlxICjDGJhQ/Th1XelNgOZ+IqASKRNwu2H6+9jPfBIQ3T9qp4lJuO3tMaDqgzBQ3F6lddYszG0diNpCUdCb7GE/sRNF98+N7D+l68rZP71TdHQ1uRQiIiIioivHYDpJ3oOUfW9JOHo97mG4yAMfojf2ITXS86qDoPwYp4uY08NJJv4UWQ4AwJ/i0E0E+V70bxlGRwVmfXSjz8PlqJ1o1Dj8keD0OB5d91wMu8M4oBIqI6LC/pkeYlHloyl8SNi9mygQ8oYttNttKN1qNdmE4jrntEU4tzyeWl5h/9y4/iOyrtX7h4iIiIhomzCYTvJOUH7Jnj967Z34gLSLnFgQQBBkLEh7i2BHdDl5qeeBOIhJSi/HxWTmQ9JtzOcOHCtIv00HXCJlRIjvn1SZkn3vLYK/q1Vc52DbZ5OioF98/yTdjP4jsq6C/UNEREREtEUYTKcEo4DSXvUQ8qoFQUw8T3duptNi3W4LitJGvz/FFBJ004admYMsUoZupsvsP2XrIiIiIiK6DhhMp3g4muanycpadBOp/IBb3pMA/xTpMbdyF19OUJ9ZP5xfmnp1MynaHlx3iGG3Fcx3VptL86HFyhSpd/8AAGQNhmUh515WmyOU8p8VbLvaLNpj9e6fiy/nMvuPyLoK9g8RERER0RZhMJ3hDUeYSToGiTswy5oFuxPdTjgMuJM3npINDPT8u4CXufhyPAxHM6hmOtiUNQOWEYUxGgzLSHwezEtNB10iZdK8oyl8qYF9LXxMVvBurfsHALQDE7qqwkzceKteYRCcmLerHTTWCKaDtoBqwko0hqwZWDRFzfvn4su5zP4jsq6gTN52ERERERFtEwbTS1x0lTam6MAO01DtDjAexQGKNwxG3Rp2mKZqN+CP22gt7pgkbjYeYXdwweW4XbT7p2hGy5nPMWgCk6NoXNHF0QSJz200/DHarWEi6BIpkxHeGKphho/JClN669w/AOBOxvB9v2Qu8kV4GPbGmEEP2tw5wN7hCLNsMRFuF0p7DHTiVOZB8wSLpqh5/1y7/lO6rrBMcv8MdjEar9UaREREREQbs3Pnzp3z7Jtl7t27h/v376fee/DgQer/VEaDNTeBvoItuEk1XTvsP0REREREV4kj00REREREREQVMZgmIiIiIiIiqohp3kREREREREQVcWSaiIiIiIiIqCIG00REREREREQVMZgmIiIiIiIiqojBdJJswAmffRu8HFiGBjlbbuvI0CwnUXcHliZfg3pvF1mz4n3oWDAuugOj/uQYy20ha7CcZD9Ll5ANJ9EP43LV6qTBms8RPv67kMi211WGiIiIiOgmYDCdY9ZXoCgKlPYIpw0Tdl4wJESG4czhbDii0CwbpjTFqB3VewrJtHGwFERdTn0Cl7muGsgGBqaEab8NRVHQHgG6XTV4TZJhDHRI2beBIMi1TUjTPtqKAkXpYYKD5XX54/Dz6NXC0MuUqYPIttdVhoiIiIjohmAwXcRzMWz1MZP0nMB0W2hoqsBsNIQbBVreEK32GKeZkrWR41FvWdOgaRrkax4waQc6pNkIw3Aneu4hxr6Exv6aG6YdQPf76M+yHwCaZUL1x+gNXYRrgzvsbiZQFiCy7XWVISIiIiK6KRhMl3IxmQFqMxlNy9CMRDrrfA7HSqaDB+m187kNXQIk3Y5TdVM5t2XLESDv5Y9+ekMM3eg/ddZHhjGwMTA0GM4cttlBp2PCti0ESxJdV7i0KJ0557PLI2NPAvzT48R7Ho6mPqTGfrz9mrWcap33HjRYpoTx4aIBEsJ1TY/CQPoiRNoLwF5RSrnIttdVhoiIiIjo5mAwLeD41AekvURQtY8mJuhF6bftPqaSCXsRELroKgoUpY2xD/jjIO1VURQo3USAVbocAd4Rpj6gmnM4jgVD06AtRS7110fSO9gdtaEoLbRaCpT2IYIlCa5rq9zFrgT4J14YHFs5+xCA20V7DOjJHw5MFf64lxpV1iwTUua9WLSuu6kA1zGW9zEkHXYUKDvBPPgUwfZS9Q5Oe4kpALqdSL8X2fa6yhARERER3RwMptfhDtFdpOiG6eCjGaA2wyBLUC3L8TBstdEfzwCo0E0Tph3c/El8GaEq9fGnOFzklQPwciPHUt6whXa7vWWBtoS9xT93cTfxiTfsYeyrMC0DhmNCnfXRSkfSMNUZRvmR9ILaaWKSCHChm+n55SdTjMO5x8H8Yx+qaadvJibYXqlg3xuiNy4aLV697bG6yhARERERXV8Mptciw0jdPXuOualmCwmoaznBnNtWKwy8+mP4kgozZ0S5mHh96klTDnhrBuIb4XbTN/ryT5FMXA5+vOhjpurQpRn6qR8BgpHqWb8bjtKv5k8PU3PcswGu5w4Xc4+D/3fRnwFqJ3kzPLH28k/S+9c78fMD3NJtr7EMEREREdE1x2BawN0gfzUMHmUYjg09efdsRYGSd6epQnUtZ5nnBsFZKjW91Obqs/2OEWTyC+4trYkgZJWQ+pPwfbXjwHGCl6kG6doDx0mNKmcDXKB8BDeYbhCVqau9RLa9rjJERERERDcHg+lS4d2yJ9FYYzA3NHX3bADyXu5twArUtRwNRi3PHqqrPhXJGgzrqufXeggGa5OhrIz9hpQzAh/Nk25n5k8DOD5Ev99HfzTCKHyNfQD+DNPRCIfHWNzQLjfoLBnBDX7UicqIt1d2XXJwp7BwOSLbXlcZIiIiIqKbg8F0EVkL5sX6Y8Q3Zg5G4NRmnG4raxYG+nIQswgwcuenVllOsV3dTt3FWdYMDPS8IOZy6hMoWldMOzChqyrMK372mHs4hq92YIRRvawdQJd8TI+Se1BOzZNezJ+OnkPueXBdN/U68QHgFEeuu5hW7k5mkPSD+AcEOdteGgzLSP3AIGsWOuEj0IIy4u0l6YP4buPhuuLliG17XWWIiIiIiG4KBtM5VDOcf2p3sDvto92KAw/Aw7AXPHs6utPyoHmK3or0WvdwjBkSd2Ve5PpWW85qLg77Y/hSZ7Ec22zAH7fTN8aKSm+8PrHV60qUmYzh+35i5P+KeEP0+j4aZvAoL7sDjNuJeb8ANMvOzJMO509LOgZVsgPcLtp9oGNH/SzbXi6OJrvoDOK50HYHmPbbiKdoi7fXbDzCbrSscF2pqd4C215bGSIiIiKiG2Lnzp0759k3y9y7dw/3799PvffgwYPU/4mIiIiIiIhuKo5MExEREREREVXEYJqIiIiIiIioIgbTRERERERERBUxmCYiIiIiIiKqiME0ERERERERUUUMph9BsuFgHj0bmYiIiIiIiCpjMJ0kG3CiZyLP55jPHViGdg2CThma5STq7sDS5NX1PpliNj1JPDubAEA2rPQ+zD47WtZgWE7cPxwLhpazl2UNllOwnDJL/TBcV8XF3HRsLyIiIiK6Sgymc8z6ChRFgdIe4bRhwl57FFeG4czhbPiqWrNsmNIUo3ZU7ykk08aBli0Z8NwhukM3+/YjTTYc2DowTe5D3Ya12IcyjIMmMOkFnysK2iOgYSbLAIAGyzYhTftoKwoUpYcJDtYKrBb9MFyXbjtrLeey+uFlYnsRERER0VVjMF3EczFs9TGT9JWB6dXT0FSB2WgINxpq9oZotcc4zZQEZMhy9Mp+9iiTsd+QgNkEw8Q+HM0AtRk1vIdht4vhYicDntvNlAE0y4Tqj9EbuuHIvwd32I2XuybPPcTYl9DYZ8OxvYiIiIhoGzCYLuVikrkAB2RoqRTTORwrmQ6uwZrPMZ/b0CVA0u04/TM1LFa2HAHyHqTsewiCi+zgs2bZsO3wNciOtgejYalU1TDtNTtAJmsGHIG0WNkIU2zTQ4E3mIw9CfCnRxtIob+L3VRDh+21tG+To5qi/VCgTWUNliOQMn2tsL2IiIiIaH0MpgUcn/qAtBcHn9o+mpigF6Z0Ku0+ppIJe3HB66KrKFCUNsY+4I/bi/RPpZuIcEuXI8A7wtQHVHMOx7FgaBpWXTO73TAFdexnPwpG8lpxmqqiKOjPAPhTHCUjDc2CberwR+E2LaXXXkcehsGQ5eKHA1kz0FF9jA9Xp8PLmgVTBWaTqEwQQPknd1NzcB3j4jtHNppQ4WO6aIy4zqmlawfQpaicaD8sa1MZxsCE6o/CVGgFSm8CNPfT6y6jWZkfatIv8T7E9rqU9iIiIiKiQgym1xHOOV7EmJ6bf6FcppbleBi22uiPZwBU6KYJ0w5GosSXsUw2HJjqDP3WMDFqJ8PoqMCsj26UPusN0Rv7UDvZkW7AG7bQbrfTgcC2crtoj4GGHQRVttmA3+8tp/smbjZlmxJm/Taym6d2mpj0oh9IpoBurjX/VTXjQNPWJcyy9XEnmEFFMmlCC3L+l+u9kkibhkHn6XG6r3aHqNSybjf1Y032ld2Phdhem28vIiIiIirEYHotMozU3bPnmJtqtpCAupYTzPNshSPL7f4YvqTCFB/qS9Ms2DowbnczF9/xRXqSd+ID0i7upt4NP/OEo4QrpVkO7MZp4iZuI8C0l4Mqb4hWGPy1+8GN3rJl/Olhav56b+xDauwv/dhQJnlDq+imcul1hVMQFkFUOH9+MfIqQqRNXUxmfph27MCxgpThqttTJ7bX9WovIiIiopuIwbSAu0EuaDjKI8NwbOjJu2crCpT+LPtnJepazjLPDQKCVGq6KNmAY6qY9VsrR8tScznX/gFgm2hoqlLmJm4uDkuCqmg/Z8v4Jzk7bsWPDcJWBHnu4Ri+1MC+DMhGB6o/RkGm80plbep2W1CUNvr9KaaQoJt2tekIqDPNm+11Ke1FRERERIUYTJfKjh4FI0OpC3kA8l7ubcAK1LUcDUZ2NG5tGixbhzTrL6XCBo5x6mdG4Bav7Cg2wuf8WivncF8LlYKqYORR2svZYP8U6bHEmnhHmPoSGvsa9hvSGjfTqtKmHlx3iGG3Fcy7rzQdoeY071XYXgkXbC8iIiIiKsRguoiswXCCR+fEo0fBxazajOcIy5qFgZ4XBHs48bE0OhWospxiu7qdugu4rBkY6Ksv1L2jaTA6poWPyQLCkfJgW9sro5rgJkqqmQ6QZc2AlXPTJu3AhK6qMLf3uWKhOP12sV2yhgM9ePxSsDc0GFbi8xX72Z3MIOkHieUsl1lLWJ/l5QRtIulm4kZWWUX9UKRNs9sePppqUwFnKbbX9WovIiIioptp586dO+fZN8vcu3cP9+/fT7334MGD1P+vJdmAY+uJR035mI1HOEzeJAzBhbI1MKGGBf3ZGL3JLmwT6GdHh2QD1kBflMWsH9+Qq8pyCsiagYNOA6oUrcTHbNxDd1WeNgDZsDDQ1WBbZ30oXcCam1hO2PYxbqdTvoP1xdvkz8YYHaZH2AEAmgGn04A/atUz6rhRMjRrAHPRUD782Qi9btz2ovtZ1iwMzHDfrihTaKkfYnVfBIKMgrkJNdm3sor6oUCb5n3e6yZvTnfZ2F7Z9tju9iIiIiK6eRhME117QXCGfk2p0rRhbC8iIiKim4Bp3kTX3EVuZEWXj+1FREREdDMwmCa6rsK7Y9s6MO4xhXfrsb2IiIiIbhSmeRMRERERERFVxJFpIiIiIiIioooYTBMRERERERFVxGD6GpENB3Mnfi41ERERERERXQ0G06uENwvaXPCqwZrPYWnZ9wucTDGbnvDGRZsk0u4iZS6kQt+QNVjOPKjP3IFlFNRINuBstN5ERERERI8OBtMraE0V8H34UgP7WxJ5eO4Q3eGq5+nIMJw5nKJgqjaXua7LJdLuImUuhwbLNiFN+2grChSlhwkOkN8sMoyBDin7NhERERERrYXBdC4ZexLgT0fwIWH3bvZzALK8GN2TNQ2apkHODWLqIEOWo1f2s2vsUvehCIF2FylzSdulWSZUf4ze0A2zFTy4wy6GeakL2gF0v4/+LPsBERERERGtg8F0HnkfDcnH9MjFZAaozWy+rQxjYGNgaDCcOWyzg07HhG1bSJWUjUQK7hyOpeWk15an6WqWDdsOX4Nsim6QEjyf29AlQNLtxfrmmTxhWTPglKyruM4i68pLUc57T2wfCtUZ4XzynG2upLTdRcqIbVfxfo4U9Y0oqD8SSPvXYJkSxoershqIiIiIiKgqBtM55P0GJH+KIw9wg4gpHQiFJL2D3VEbitJCq6VAaR9iEa5oFua2DozaUBQFiqKgN9nDfmZBaqeJSS/4vD0GVH2wlKbrdqPP/fQHwafoKgoUpY2xD/jjeH1KNxE8aRZsU4cf1ac9haTb6QC3tM6C66qgbB+W1rlGIu0uUgYC21W8nwPFfeMudiXAP7mbCrgdY7k2mmVCGvfyR6yJiIiIiGgtDKaXyNhvSIAf3ujr+BQ+VCwNQAKAP8Whm4hQvOjfMoyOCsz66CY+99whslOe/ekhoiLe0XR16vCF5NTHG6I39qF2opHunDIr6lyrKvtwqc4xb9hCu91eO6gXa3eRMqEq27ViP4v0jWTArbSngG6m57JrFkx1hhEjaSIiIiKiWjGYzpL30ZCA2SSMbLwjTP28dN6iFNtg1HCxjAL+STLgOkHe2PPFhaOYp8epd70TH5B2EcRn4nWuU9k+LK5zmrcIWNcg0u4iZUJl2yWyn0X6RjLgjn5skBr74Y8NGixTxazfjUfFiYiIiIioFgymM+T9BiQAqhmlzgbzg1el814nqTnO8znmppotsnUuq84i7S5S5rKlAu5I9GOD1oQKQO04cJzgZaoAJB0Dx9lYujwRERER0aOAwXTG3V0J8Mfho4bCV38GQMJeNrd4pWOcrhixvBpBfWb9xDYtXtGo5QbrLO+t8UgmkTonyBoMy4Im3EZpIu0uUqZcXfs5uAGalLdi/xTHAHB8iH6/j/5ohFH4GvsA/BmmoxEO04P+RERERERUAYPpFA1NNSdF151gBgkN4YcKexiOZoBqwkpEd7JmIOf+UMK8o2nwbGMtfExW+lOc+Eik+KY/G45mUM10sClrBqxFharUuWhdYbCYmIutHQQjutWI1DmmHZjQVRXmwfJn5UTaXaSMiCr7uZg7mUHSD+L9IxsY6FJcR8+D67qp14kPAKc4ct14GjcREREREVXGYDpJa0KFj+lRNsoIRwFzg8cV3C6U9hjoxGnKg+YJjpaGVCsI58Q2zPAxWZk8XfdwjBl02FFKdPJzt4t2/xTNQZwyPWgCk2SFKtR59bo8DHuJz5wD7B2OsNbjjUXqHBWdjOH7vtBc5CUi7S5SJvPJShX2cyG3i3Yf6Njh/rEb8MdttHizMSIiIiKijdu5c+fOefbNMvfu3cP9+/dT7z148CD1fyIiIiIiIqKbiiPTRERERERERBUxmCYiIiIiIiKqiME0ERERERERUUUMpomIiIiIiIgqYjBNREREREREVBGDaSIiIiIiIqKKGEwnyQac+RyZxzdDNhzMHUP8OcJCNFg569oIzVo8z3jp+dN0+WQNhuXE7eFYMLR075JlDZaTLOPAypQhIiIiIqKrw2D6UeB2oSgKFEVBf5b9kC6XDOOgCUx6izZpj4CGaSd+WNFwYJuQ/Cn67aCM0hsBpg3HYEBNRERERLQNGEwTVSHLiwwFWdOgaRrkSvGth2G3i6Hrxe+4XYxmgNqMMwZOx220ukMsinkuDsc+pMZ+zRkSRERERES0DgbTa5GhGRacROq0Y2npIGcpTXc5lTegwXKi5Tiw1hp5FKiPIDm5HMeCZliYzy0kE8NTZQrqLBvh9l+XtHLZSLRF3j6UYQxsDAwNhjOHbXbQ6Ziw7fT+KV9OGRfDYRxsExERERHR9mEwvQ5tH01M0AvTdJV2H1PJhL0IGmUYAxOqP0I7KtObAM39dNAFQO00MemF6b5jQNUHWBGbrlZaH0GaBVuXMF2kFp+io6upIrLhpMu0p5D0G5B+rFmY2zowai/Sr3uTPezn7EJJ72B31IaitNBqKVDah3CjDyssJyJrFkwVmE0WS8khY78hwZ8egWE2EREREdHVYzCdQzXjUcX5fA5bl9IF3CG6QzcOajwXwyBPNwyW72JXAvzT43SZ7jAOukL+9HCRyusdTeFDwu7dTKEypfURIcPoqPDHPSwGRb0hemM/VWa/IeWWyUs/9oYttNttKN3sVm+bYNsx66ObSr8eYphXdX+Kw0Q5eNG/KywnvNndfD6HbUqY9dso2k2aZUPHGD2OWBMRERERbQUG0zlm/XDUNbpBVCqgRBA0WU4qrXpuJkdwXUxmPiTdxnzuwLGCFO9ssAkA/kkyKDtBdk1iyuojIvwBIFkfAN5JskYFZaRd5P0G4C0CzW0WbFfxyHBs9ehwheV4Q7Si/tWfQiq4uZhsODDVGfqt4Yr1EhERERHRZWMwXZkMw7GhS1OMolRnRYGSuU22221BUdro96eYQoJu2tXTroWI1Ye2l+euHt0P0up99NvdpawGIiIiIiK6OgymKwtHH0eJOy0DkPcyqeAAAA+uO8Sw2wpGtyulXYuqUp8ixzj1AWkvc8ut1HIKyvinOE69i/B5yhZy77u2VYLtSt5Nez11LScQBNLAuN1NtS0REREREV09BtOVRQGTkXhEkoVBal61BsMyEkFkMNc4N+C8MJH6xI6DwjkBrofhaAZJH8R3HZeNzHI8HE39oMxiZUGZvNRn7cCErqowD+oJLjcn2HaoJqzEjpE1A0alqossJ9s3gs+z+zAOpFvx/HQiIiIiItoaDKYr8zDs9TGTdNjh/ORB8xS9VFq1i6MJ0BxEc5htNPwx2huZ8ypSn5g37GE8k2Da4WObkvN03S7aYx8N0w7qPdjFKLMcbxiMsjfCv5/bDfjjNlo5EZ87GcP3fbE5xFfN7UJpj4FOuO3zOQbNExxVrXrpcqK+ET82zTaz+1DDgS4BkKBH+3nxyjyGi4iIiIiIrsTOnTt3zrNvlrl37x7u37+feu/Bgwep/9PNIBsO7MZ0Qz8EEBERERERXU8cmaaETAqyHIyQ5qVwExERERERPcoYTFOCi6PJLjpRerrdAcZ9PtuYiIiIiIgog2neRERERERERBVxZJqIiIiIiIioIgbTRERERERERBUxmCYiIiIiIiKqiMF0kmzAmc9hZR7kKxsO5o6BxBOZa6DBylnXldGs9POMt6ZiV0izVj/XOewr2X4hyxosJ36G9NxxYC1uj75Ms5Jl42VVXc5FyYYVbM98jvncgZV8/jgRERERES1hME0BtwtFUaAoCvqz7IeUJsMY6JCyb0PDgW1C8qfot4N9qfRGgGnDyQtONQumCoyjsotneVdczgXJhgNbB6bRutpTSLq9PT/0EBERERFtIQbTN4As5wdYq96nC9IOoPv93B8dTsdttLpDuNHTxDwXh2MfUmN/RWaDj5OcJ49VX866ZOw3JGA2weIJaN4QoxmgNhlNExERERGtwmB6LTK0VFrsHI6lpYOcpTRdC0Zumq4Gy7lIeq2GAztnFFGzYNsHiRRlgTqXyktNz3sPkDUDjsB2yUa4j7ILuAKpVGfHgraXLYFge00J40M3+wEAF0OBZ3IvttlUAagwF+uM0rzFliPapqJtQURERERE4hhMr0PbRxMT9MK0aKXdx1QyYS8CQhnGwITqj9COyvQmQHN/af6t2mli0gvKtMeAqg9QLdZxMckZRdSaKjCbYBHylda5RpoF29Thj9rXJm04SHWW4lTn3ik6upotBs0yIY178ShuqWDk158ehSncgDdsBevozwDM0I/aZJHmnWd5OUJtWtoWHobBMPSi38magY7qr/jBgIiIiIiIwGA6n2rGI33z+Ry2npkd6w7RHbpxUOO5i4AkiFHuYlcC/NPjdJnuMA5uQ/70cJHK6x1N4UPC7t1MoRJuEE0nAnUNQSydWFtpnesiw+iowKyP7mLDhuiNfaid5Zu4ecMW2u02lG52z1ymMFBNBslhnVM0C6Y6w0g8koZm2dAxRq/C3+TJXU5pmwq2hdtFeww07LC/mw34/So/GBARERERPXoYTOeY9cORvvDVzgZVkGFYTiq9NkjZjbiYzHxIuo353IFjBSne2UASAPzkhFnvBNk1CXEnmEHFYnBaa0LFDMlYurzOdYl/SEjyTnxA2kXe7wSed9VRW1jnzORl7yTZGhosU8Ws3136QWQV2XBgqjP0C0ecy61eTlmbirWFZjmwG6cYLW5AtrmbnRERERER3RQMpiuTYTg2dGkaBx+LlN2Y221BUdro96eYQoJu2ptJqQbiVO9wtHEpxVuwznUKfkhYFeRdQ1oTKgC148BxgpepApB0DBxnKYU9SBv30W+LB995Vi9HvE2L20JDU5UwG13Gzc6IiIiIiG4OBtOVBaN9qeADgLy3/KAkwIPrDjHstoLR7dpTqmPu4Ri+1MC+nJPiXanOFcl7mUdEHePUXx7dD17ZgBCArMGwLOTem+3SBHWW9tKVSO2f40P0+330RyOMwtfYB+DPMB2NcJgY/I0eNTVud1P7u6ri5Yi0acW2yFqRSUBERERERAym1xAEKGoznnMqaxYGqXnVGgzLSASI4eOH/FOkE25r5B1h6ktoDDo5Kd4idY4dB4VzAtxwOYv5tjK0g0YmmA5uaKWa6QBZ1gxYxvJPCdqBCV1VYR4sf3Z5gjpLyZu/yUZ6/3geXNdNvYIs8FMcuS6iTPU4AG5daM5x+XJE2lSkLeKshkUZWcOBHjwuqzTgJiIiIiJ6RDGYrszDsNfHTNJhh2mzg+Ypeqn0WhdHE6A5iFJrbTT8MdpLc17r5OFo6kOSJPjjw0wQJFLnmDfsYTyTYIY3pIrnznoY9saYIVyOc4C9wxGWluJ20e6fJrZ/jkETmBwth2buZAzf9zMj6VfA7aI99hc34ZoPdjEaL21ZiTAIhQQ9Ws7iZVXIShBZjmCbCrSF222j7zcW7T23O5BmfbSv9KZwRERERETbbefOnTvn2TfL3Lt3D/fv30+99+DBg9T/iYiIiIiIiG4qjkwTERERERERVcRgmoiIiIiIiKgiBtNEREREREREFTGYJiIiIiIiIqqIwTQRERERERFRRQymiYiIiIiIiCpiMJ0kG3Dmc1iZBwLLhoO5YyB62nI9NFg569oIzUo/q/hSVnrTbKK9NFjOfAN9i4iIiIiINo3B9KPA7UJRFCiKgv4s+yFdDRmGY0KVsu8TEREREdF1wGCa6Apolg1dmmE89rMfERERERHRNcBgei0yNMOCk0iddiwtnaora7AcJ06tdiwYWl4yb5jqO59jPndgGXllygjUR5CcXI5jQTMszOcWktnNqTIFdZaNcPvrzY3ejNraS6wtjk9nGLe7OMq8T0RERERE1wOD6XVo+2higl6YOq20+5hKJuxF0CjDGJhQ/RHaUZneBGjup4JSAFA7TUx6QZn2GFD1AZbiszKl9RGkWbB1CdN2VOdTdHQ1VUQ2nHSZ9hSSbsOpXOltUmN7CbaFN+xi6KXeIiIiIiKia4TBdA7VjEcV5/M5bD0zsdUdojt0sYiFPBfD0QxQm2HwdRe7EuCfHqfLdIdwo/+H/Okh3LCQdzSFDwm7dzOFypTWR4QMo6PCH/fiIM8bopdKQ5ax35Byy0iN/aXRV2/YQrvdhtLNbvW2qbG9amkLIiIiIiLadgymc8z64ahi+GovzWuVYVhOKpV3biZHcF1MZj4k3cZ87sCxgpThbLAJAP5JYnjSO0F2TWLK6iMiDCiT9QHgnSRrVFBG2kXebwCedx2GX+tsrzragoiIiIiIth2D6cpkGI4NXZpiFKU6KwqUzG2y3W4LitJGvz/FFBJ0015K9a2HWH2oWD3txbYgIiIiInpUMJiuLBidnY2Gi3RfAJD38p5x5MF1hxh2W8Ho9kZSfavUp8gxTn1A2kuPx6aXU1DGP8Vx6l0AsgbDspB7H6+tdNH2qqstiIiIiIho2zGYriwIKNWmsUgDljULg9S8ag2GZSSCyGCucW7AeWEi9YkdB4VzAlwPw9EMkj6I72ItG5nleDia+kGZxcqCMv70KJ4nHNIOTOiqCvOgWkh6+epqryptIUOW5UVq/F1ZhrzUJkREREREtK1WBtPvfve78cEPfhAf/OAH8e53vzv78SPMw7DXx0zSYYdzYgfNU/RSqbwujiZAcxDNm7XR8Mdot4ZLAefFidQn5g17GM8kmHb42KbkrajdLtpjHw3TDuo92MUosxxvGIzaNsK/n9sN+OM2Wjm3pnYnY/i+j9kkexuvbVNXe4m3hWbZsG0bpi4Bkg7TtmHb6UeQERERERHR9tq5c+fOefbNH1d+HN//j76P78jfAQB80Psg/sXP/4vF5/fu3cP9+/cTfwE8ePAg9X+6GWTDgd2YrhFYEhERERER3VxLI9M/rvw4fvOF38Q397+J7/257+F7f+57+Ob+N7PF6EbKpDvLGg5WpHATERERERE9ylLB9Lvf/W58/z/6Pt760FvJt+mR4eJosotOlO5sd4BxH72cFG4iIiIiIqJHWSrN+4Mf/CB+e/Tb+N6f+166FIA7T91Z/Jtp3kRERERERPQoW0rzJiIiIiIiIqJiqWD6d3/3d/FB74PJt4iIiIiIiIgoIxVM/+AHP8CP/L0fweO//XjybSIiIiIiIiJKWErz/q35b+Ennv8J/OTRT+L9/+z9eP8/ez9+8ugns8VuJtmAM5/DyjzsVzYczB0DiScy10CDlbOuK6NZ4TOWw9fWVOyyabCceU57B+2V2keLV8nzoTVrZRnNcuLlpNYpZz6zkHwk+JKw7y7VW9ZgZJezuF07xLerdDkXkLN/ZMMKtmc+x3zuwMpsvCxrsJxkfRxYIvXJWVcthPZPeZtW265VfXUFkW0XKbOk7u0qILSfBcnh/lvRx2Kr9vMVnsNXHe8bsPocVX6cxlbtwxXW6odERESXbymYRhhQf/8//z4+1PkQPtT5EL7/n38/W4RuGrcLRVGgKAr6s+yHjwoZhmNClbLvA4CLbrh/4lcbYx/AbAI3W1yEZsFUgXE7XF7iWd6aZcNUffTDz9qjUzRsZylICcgwBjqWqy3DOGgCk96izu0R0DDtRAAgsl0iy6mPbDiwdWAa7Zf2FJKeXJeGA9uE5E8X+0fpjQDThpO/gzZMbP+Ut2mV7Srqq5er3u0qIrafxWiwbBPStI+2okBRepjgIOf42p79HFt1vG9AwTmq/DiNbOM+JCIiqkduMI0w5fs73/kOvvOd7+AHP/hB9mPaIrK8dAUIFLxP+TTLhi7NMB772Y/yyftoSD7Gh2uF0iEfJ0tPHtPQVAF/fAg3/Mxzh+iNAf1g6UoV0A6g+/2cH0E8DLtdDKOFAPDcLkYzQG3mLCeytF1rLmctMvYbEjCbYPFENm+4tK7TcRut7nCxf+C5OBz7kBr7YiNftRLZP2JtKrpdlfvqxtS7XcVE9rMYzTKh+mP0hm4YHHpwh924zy3Kbct+Tlh5vG9K3jlK7DjFtu5DIiKimqwMpqmIDC2V3jaHY2lL6bXptMZV6YiiqYaraDiwc0YDNAu2fZBIkxOoc6m8tMa89wBZM+AIbJdshPsou4ArcHw6w7jdxVH2gxW0Ax2SP8VR5kIzlfroWND2sp+H22yqAFSYK1Io/eUrWEDaW041NaULBvRpq7ZLiGwk+nN+HyvbP+VcDLNRzwoi6xLqqwLbJaK4TcW3S6SvCm27QBmRba9ru0TWVa7sXCdjTwL86dFilHUVkf2MPYFzuMh2iZQROd4FllPW50XPUSJE9qFQPyQiItpCDKbXoe2jiQl6UVpsu4+pZMJeBIQyjIEJ1R+FKYQKlN4EaO4vzQFTO01MemHK4hhQ9UFOqmERF5O80YCmmk4/Lq1zjTQLtqnDH7VL0v+2i5czMrVaOCKXuSAPUh+lOPWxd4qOriZKAN6wFXzWnwGYoR+1SSKFEgCkvfKOoFkmpHFPuN5ymLY5m6y6GM/frqzc5WgW5rYORO2uKOhN9rCfaPfy/eNhGAxvLY4DWTPQUcsyAIKRsmS9y9cl2FcFtisrd/8Itmna8nZBoK+KbLtIGdFtr2W7BNeVlLufS891d7ErAf7J3VQQ7BjLKyrbzwCg6h2chufwqP+k0tdFtkukjMjxLrIcgT5ffo4SP07L9qFQPyQiItpSDKZzqGb8q/58PoetZyZ7uUN0F+mBQcpidGERXI+EF2unx+ky3eHS3Fp/mkiPPJrCh4Tdu5lCJdwgmk4E6kFAlLrALK1zXWQYHRWY9dFdbNgQvbEPtbM8quENW2i321C62T2z3WSjAxUzjFJXiWGAkLzYDbe9muAHEkk/QJTMIGsGBroESLtYdA/Ngqlm65AjulnRfA7blDDrt7Fqd+dv1+LDguXktDuClN9hoozQ/nG7aI+Bhh2tqwG/XxBAIEwlxRi9RSGRdeXUeamv5pRZ2q5Q4f4RbNOM5e0SIbbtImXKt72u7RJZV6hwP4uf65I/ZCrtKaCbFedwB/L2YZy+LrJdImVEjneR5eSUWerzgtY4TpeJ9EMiIqLtxWA6x6wfXmCFr/bSF7sMw3JSaYRBOlzExWTmQ9LtYMTDClK88y5UUumR3gmyaxLiTjCDinh6ZhMqZkgPipXVuS7xDwlJ3om/8uLa8ypdfW2BeL5g+jo/GvFKb493Ur1V3W4b/ZkEM7xQHTSB0dgH/FMEe1aDZaqY9btLP9As8YZoRX25P4W08sZPq7YrVLicYNuzI7FpYvtHsxzYjVOMFjc2Kr5ZlWw4MNUZ+qmRfZF1ifRVke0KFe4fkTZNy98uERW2XaBM2bbXs11i6wLK97PouS75Q+ZyECwudx9W6j8iZUSOd5HliPR5MVWP03wi/ZCIiGh7MZiuTIbh2NClaXwRsUiHi7ndFhSljX5/iikk6Ka9mZRqIE71DkcWllK8Betcp+CHhOKL2WtL3kcQcxZdtF6UF/ahoK1a3SGwm8iQ0JpQAagdB44TvEwVgKRj4DgrU+qDm0OtCBoqbFfhci5EQ1OVMBuJ3awqSBH10W8XBRnFNtFX8/dPSZsm1LFdl+fqtmt5P4uf67IBHIDKAeWlWfN4X+Xifb7acUpERHRTMZiuLPz1P3kRAUDey7t49OC6Qwy7rWB0u/aU6ph7OIYvNbAv56R4V6pzRfJe5hEtxzj1l0f3g1fOBbSswbCsRYrodRDcoGuM5Sm8wbZn54/Wsp+zc5mPD9Hv99EfjTAKX2MfgD/DdDTCYd6QYInV2yUi2Pbs3P20C+6fTKATPZpn3O6m+nVAZF0ifVVku9aVPz+9eLtEiG+7SJnq277Odq27riyRc12Ymp43z3vFaHqR7HLkPSmxHJHtEigjdLwLLEeoz19QpR8kRPohERHR9mIwXVl0wRLPL5M1K5gjuKDBsIxEgBimz65xoSbMO8LUl9AYBHNe04OLInWOHQeFcwLccDmJ+aTaQSMTTAc3plHNdIAsawasnBv8aAcmdFWFmffIp0snQ5blxYXgXVnG8tPF8gOFQLDtUvImcnI4f7QqzYC12IFy8Cif5Fxmz4PruqlXkBl5iiPXRZA5n+2H8XzW5foXbZfIcqIbEpmJegfl4mYX2T9xlkW8+RoO9HT6eRyYtVbM0RRZl0hfFdkukf0j0KZC2xUp6qvi2y5Spnjb69oukXWJ7Gexc507maXmeUfbvtz/i/ZzIG8fzkbZG3UVbZdAGaHjXWA5Qn1ehNhxGn5QsA9F+iEREdH2YjBdmYdhr4+ZpMMOU+QGzVP0UmmELo4mQHMQpdHZaPhjtCvPfazCw9HUhyRJwTNfM5+V1znmDXsYJ+ZAxnPgPAx7Y8wQLsc5wN7hCEtLcbto908T2x/Mo5wcLY97uJMxfN8XSi3eNM2yYds2TF0CJB2mbcO2rVQ2QXCDLh/TVc+Ncrtoj/3FTXnmg12Mxkt7qJx7hElzsOg/HYzXSI2N+mH8iDbbbMAft9HKRDTF2yW4HLcLpT0GOnEK6aB5glSzC+wft9tG328s+t/c7kCa9dFe3GUqvGiHBD0qs3gl2ktgXUJ9tXS7RPdPWZsKbpdIXxXddoEyxdte43aVrktkPwue69wu2n2gs+hj2eUESvczgNl4hN2o/4TLSd8QrWy7BMuIEFmOSJ8XUH6cBkr3oUg/JCIi2lI7d+7cOc++WebevXu4f/9+6r0HDx6k/k9ERERERER0U3FkmoiIiIiIiKgiBtNEREREREREFTGYJiIiIiIiIqqIwTQRERERERFRRQymiYiIiIiIiCpiMH1BsuFg7sTPNN2ky1wXXS/sG0REREREl+uGBNMarNTzkBOfWJlnmdbtZIrZ9KTw+dGaFT8X9UIBj8C6Nko24MznsDI7czOBXNCm2XWtQzYS+z/xyusv19ZV941HnazBSB3nFgwt3b9kWYPlJMs4sDJlLk99x1dMg+Vc8Bwn4Lz1DM5efR5vv/o83n75GZwnVyY3cPbq8zhrJd4DcP6F5/D2q8+lyxIRERFd0A0Jpl1MZoDU2M9cxMnYkwDMJnBT79fHc4foDguWrlkwVWDcVqAoCpTWcO2Ap3RdlMsbtoJ9358B8Bdt0Rqu0xIyDGf7AvHivrGddb45ZBgHTWDSC/qZoqA9AhqmnQhWNRzYJiR/in50LuiNANO+Ie0iw3BMqFL2/Zq1nsGZ+ThufeYFPPb0C7j9InD2UnGQfP6553CmArc/80XsrHPIExEREa1wQ4JpwJ3MAGkXd5NvyvtoSMBssirIWEGWF0G5rGnQNA3y0sWaDFmOXtnPsnycXOgirsq66MaovR9SLqH9XMTDsNvF0I0Pcs/tYjQD1GY89Hs6bqPVHWJRzHNxOPZzfgS8fjTLhi7NMB772Y9q9ATOP3sXO2N3ERTvOF/H7Tcex8OfeSJbGIgCaZ2BNBEREW3GjQmmcXwKHyoS167A3V1ImCEZS8uaAceJUn0dWEujQjKMgY2BocFw5rDNDjodE7adThXXLBu2Hb4Gy2mNi9RiUwWgwlxK8w5GC+dLeZbLo4jF64rSNcMUy5XbBciGBSeRhqoZ1oZS4GVoyXXN53AsLV3vpZTX5bTYQPl2XZzIPgzKzOc2dAmQdDuue6YNy/uYSFvU0Q9F6izeD68l2Ui0aU4/FNzP5csp42JYIRPiwlMnaju+BI5lAMenM4zbXRxl3s+62HZ9AA+fBHDyZuK9N4FvA+e7H0i8FwgC6cex02cgTURERJtxc4Jp7whTPz0SpDVVwD/F8eINC7apwx+1gzTL9hSSnkzFjEl6B7ujNhSlhVZLgdI+TKWKu90wnXPFSEw6tXiGfpj+Gad5exgGQ1fpi3btALrkY3oUX/2VrQsA1E4Tk15UDlD1AdKxoAVblzBdpJieoqOriQI10vbRxAS9aJvbfUwlE3YygBuYUP0R2lGZ3gRo7i8F9qXbVaPidbnoKgoUpY2xD/jjsA8pCpRuomeI9LEKbXGxfihSZ/F+eO1oFua2DkRtoSjoTfawn+1kZfu5wnIicji9ozgrRsZ+Q4I/PVp76ke+Go+v0mM54A27qPBbwXrkO9l3AqdvAR++g/Pke81ngkB6/CXcdpIfEBEREdXn5gTT8HA09QFpbzHyuychcaEqw+iowKyPbpRn6Q3RG/tQOzkjJf4Uh4m0TXgbuFJ0J5hlRtO1pgrMRpUvTP3p4SJ91DuawoeE3UXOe7Dt/rgXLzfc9nWoZjxKNZ/PYeuZiZLh/N3FJnhuJmC7i10J8E+P02W6w6W57cXbVa+Lr0ukj1Vsi2vWD7dHTlsgmFueO7V85X6usJzwBn3z+Ry2KWHWbyP5O0uWZtnQMUav9p1c4/FVeixvp3P1LnbeAM71T6SDbCIiIqIa3aBgOrwYlBrYlxHOl06OrMUXmKm/OfGX51ojGYRvUnDjtDjQ0tAsHc3K5ycnZXsnSIdm4bZnJm57JysCuBKzfjhKFb6WR0VlGJaTSg0N0t0jLiYzP0w7duBYQQrq0g8apdtVr4uvS6SPVWuL69YPt0ewn0W3YfV+rrAcb4hWdEz0p5AKbi4mGw5MdYb+IlMlTLdP/kAl6bAXx1CV6Rh1Hl9lx3KZOrdL3M74S7j9s1/FDu7i7AtPZT8mIiIiqsWNCqaDi8FgZEXeb0Dyp8hmqabmjVa+MKyfezhe/AAgGx2o/hiHAtft20uG4djQpSlGURqzEqW7x9xuC4rSRr8/xRQSdNNeSh29rratj4m4ef3wanlukG2Qd3Mx2XBg6z767W5ipNjDsJX5gcofx2naSrJsuXqOL7FjuViN2+V9N/tOYPdx4NvfxU7yvZM3AbyG2/1jQP3U0qOyiIiIiOpws4LpaIStqeFuMPyXGG06xqm/PKpa+YKubt4Rpr6Exr62ofmTWGy7tJe+rJf3NvEcm3Akb5S4a/HKdXlw3SGG3VZwkb3lqaPlRPrYZbZFBTX3Q1ngdth1lckX7OfkPRTWU9dyAkEgDYzb3dTxsRkXPb6qHMuX4Xdw6w0Ae8k7dz8BfBjYOf2dxHsJzpdxewacm88w3ZuIiIhqd8OC6egRWR10ltJUgxstqaaF5E1tZc2AZVS7xExapJZr4eOJsgVKBfWSdLP0hk/rrytaxyC+o69sYJCd61yLKPiI56HLmpVZlwbDMhLtENyIKXWzuK3l4cTPe6Z58Fl5H9tMWxT3jaI6R8T7YRnNmsO27Zw7hMfqKrNadGM1E1aiMWTNQLXDXWQ52f4cfD7Q0z9KxIF0a8Nz0bP1Wff4EjmWI0G/i6bL3N3Io9rexM6LxzjXtcVzpc9bn8DZk2/h1teSd/hO2/k5pnsTERHRZty4YBruBDNJWnokVvBZF+3+KZqDOAV30AQmR9mCFYQ3j2qY4eOJ1rnwdyeYAeU3fLrIutwu2uHfzudzzAe7GFVK1xTlYdjrY5aYFzlonqKXWpeLowkS7WCj4Y/RXswfrVf6MWUSdDtY76r5rGXcwzFmSMz7TLaDSB/bRFuU9I3COi8KCfZDQdm543nqKpPL7UJpj4FOnHY/aJ6g8uFeupyoP8ePorLNBvxxG63FjtRwoEup/he/lucNe8NW4s7/VdV1fIkcy4HoEW1mOCfatO3lx4tdeLvCkebxW3j40vN4+9XncfZZkWdIM92biIiINmPnzp07lbPf7t27h/v376fee/DgQer/VIUGa24CfaXw7r91kw0HdmO6xkU21W072uJq+iERERER0XV080amr6HLueFTJvVTDkbKLjo3ltaxnW1xOf2QiIiIiOhmYDB9lTQrSAnVgXFv0yOSLo4mu+hEqZ92Bxj3N/CMWyq3ZW1xqf2QiIiIiOhmYJo3ERERERERUUUcmSYiIiIiIiKqiME0ERERERERUUUMpi/B+eeew9svN1A5n56IiIiIiIi20uXMmZYbOHsBuPWzU+y0Gjj7bPjvqmUKnH/uOZzpb+H2018W/ptatZ7B2yZy13/eauDh3ndx+/OvZT65GudfeA5n6uPBf974ddwu2s8F21WXSvW5Sq1n8LZ5N/tuYPZVPPZzr4X9MNyWhJ3xl3D782/i/AvP40zNfpoQLkdE2bqoIrmBs5c+hvO8Pig/hbMXPoXzJwHgLeyM3aV9fN56Bg/Nu8GPZm8c4/bzX156/vF1LENERERE+S5lZPr8Zz6C829/FzsAzvfif1ctc13tONOtCaTRegZnKnD7My/gsadfwGPZoEHIEzh/+Xmcfe6J7AfV1VKfy3SM20+HdU2+wgB45/NfDP7fPwbw1mK7osBr5+cSf/OZX8dOokxyOSLK1nXz1dgP8QTOX/jYiuyRp3D20qeAV74atr2LW/gEzqNHmyEIxB+aj+NW/0tBG7wInL303PUvQ0REREQrXUowjd3HsXP6OwCeAD75OHYmOQGDSJlr5wmcy9Er+9lVegvb9fyjgvrITywCnPPWU8Frq/Yl3QitT+Ds21/F7Vn2A+D8C5/C+Ru/jluffy38oedN7Hw+PYJ7/tc/hvPZN7DjhD+aOF/H7Tcex8OfiQP961iGiIiIiFbbXDAtN3D28nPBSwXOdQ1nL2s4exI4N5/D2cvP4FykTHa5F3T+uWdw9urzePvV5/H2q8/ljGo9kSnzPM6+8NRSPVJlXn4G53uZAgDOv/Aszl4KXy9k50w/hbNXn8dZ6ymcvVxUn5x1fe4ZvP1qtX1z/rnngr837wK4m1heul5L60ptV1Dnt199Nmgj/dnFPnr7C08lC5YSq88TOH/hWTz83FPBCKT5cTz87Kdw9lJ624vbNNzPL4dlwv0XlL/po3Ci275mn8/ph+etRml/LldWn/r6YeApnJmP4/av5P2A9wTwYWDnld8qyJgIy5z+TuK9N4FX3sL5J388rPd1LENERERERTYXTHu/hVsvfgO3XnkrSI3tfwO3Xgnn5fW/gVsvfl2sTI2iOaa3orTaz7wO6M+mL/hbP46H+BZuLVJxv4pbH/4UzhIX6UvLef57eKgvz6WNUnpvj9/KfrRw/tmP4tbzUbngB4VUgNd6RmhdZdIpwYlU5URadfl2vRb+3Zdw+41gbu5ja6QnQ7A+kXP943j44pfw2NNfxO2ffQGPfebrq+uc16YA8MrXcfvpr2Lnybs42/0Wbj/9Jdx+43Gc/fV1gq9rpmzbBfq8UD9sPYMz82PAi2G/iNqilS5WqrQ+9fVDIBh5xthdMVf4A3j4JICTD2R+JEj2m6jMm8G8+lefyfmR5jqWISIiIqIimwum8SZ2nNcAPA7MvhX+G8C3g3/vOG9iR6hMXcL08eRFszfFrXFmJCac37xYr/cadl48BtSPxiM6K5azjp1Xvr5Yzs7XXscOHsfDj0SfPoHzz96tbV3F6t2uWr3xOm6FqagAAC/69+o6L42unbwJ4Hdw643ojTeBbycLiEqMoi9eWz7CXbbtAn2+vB8GZTD7Km5HbRW1xWezWRklSutTo9YzOFOPcatknnnyR6/gR4JPLf9gs5C4KdyT709+kHAdyxARERFR0uaC6XCucDQX+lwOA5/o36JlapMYiUnYOXkrc/H4RHB36WSwlLqDc8Fy1pFcjvfd5Cf1r6vQZa6rmtUptgV1LggIUqmtH75TMUDLuwHZF1eMam6f/G2vo88HZdJpw+Vtka+sPnV5CmfmXez0y+9Un/zRa+UPNgDgfDndH974XqbANS1DREREREs2Fkwv5gqrwZzGs5fi+Y1nL2k4l58SKJNd6qY9gfOXn8XZh1+P01mfjlKRiW6ievt8av7yWkFwvfUp1ApGus8/G963Ibx3A578GB6+/Fw6PT3zQwKQHMENR/33in4AvI5liIiIiKjIxoLp209Hj/4JR/L6x8EzhBcjeeG8x8Iy2aVeRP7F4/ne44mRmHB07cVpat3ne8ln+RYsp3Y3dV11KagzR9cE1dXngzI7/eyo/Qt4rNIzykXqU5PXv47b/a/i9ovfCO7d8OI3cPuN4J4Nt178Bm69DgCv4dZseduB5AhukDZ/vvuBxIdhls0iq+I6lqlOJKOorjJEREREV21jwTQQPjt69i3sRBfDOc+OFilTj/BOtckbfMkNPNSTF49BQHDejOd4nreewUM9eSH/JnZePM5dzio7X3sdO09+BGiFj8nKFlgpsa5WeHFZsq71Vdmu8EI8L831Uom0KRWr2OdX9sOwjJm+kdV5q5G5WVcZkfpELtgPveCeDclXMJf8e4Dz2iKY35kc41xPPFc6p4/t/MqvY0f9+GL/nLc+gbMn38Ktr8Uj2texTBXnX3geZy89W3hH9brKEBEREW2DjQbTQs+OFikjLO/mUM8vbhS08/kv4vb4LTx8KfzspY8A4y/h9uLmQ29i5/mvYufDH1ss52Hze7iVTTF1vpxezgvvx61xQRpqOMfyoRmmsle5SIzWZYbpsy+8f7k+damwXTu/8uvYQbyfrurCt7xNL1f6kV+P4yys1+qbVa2vnnVV7PNF/dD5Mm73v4eHL8TH3sMmcOtrVY5pwfqELqUfOl/G7T6K+5g3xa1+vH/OPgvc/kwmu+Y6lllDdt58nrrKEBEREV2lnTt37lQe1Ll37x7u37+feu/Bgwep/9PmnH/uOZx98nXcznmMFNFlYT8kIiIiokfZZkemqQZP4fwLjUSK6VNLKaZEm8d+SERERESUxJHpa+C89QwefvYuzp8EgLewM/4GbiWfw0t0CdgPiYiIiIhiDKaJiIiIiIiIKmKaNxEREREREVFFDKaJiIiIiIiIKmIwXUA2HMwdA4nH5hJdW9vWn7etPrQ9bmrfuKnbRURE9Ki6GcG0bMCZz2Fp2bcveOFyMsVseoILPna1FrLhYJ7dwFppsOZzzHNfFuI1y9AsJ/7MsWDk7GDZsOAs/t6BlVtIg+WUlLmwYLs2uuuui7X784b24dr1ESRrMLJ9VdtEH9swzcocg4HNnxM2I33+WHF+3nTfuCo3dbuIiIgeUTcjmN4Qzx2iO3Szb19jMgxnDic3aHXRVRQoqVcbYx/AbIJoL2iWDVP10W8HZdqjUzRsJxVQy4YDWwemYRmlPYWk25lgTINlm5CmfbQVBYrSwwQHuYE51WPb+vNm6yPDOGgCk96iP7dHQMPM9kO6VJoFUwXG0bmhNcwNLDfbN+pWdF5Nu17bRURERGUYTOeSIcvRK/vZI0TeR0PyMT5chNJoqoA/PoQbXgF77hC9MaAfRBGKjP2GBMwmGEZXyd4QoxmgNuMoRrNMqP4YvaEbXkx7cIfd+G+oRtvWn2uqjywvRjVlTYOmaYnleRh2uxhGHRWA53aX+iFdBR8nK4/zmvqGiML+U7dL3C4iIiK6NI9WMC1rsJzytE/NsmHb4WuQTUOMUl7LU5RTqc6OBc3IT9e8mKA+jhOuy7FgLNYbjRhHKdw2dAmQdDveBwXDdNqBDsmf4ihz4evnXQlLe/npmrlk7EmAPz3KHZWKydBS6eJzOJZWYT0Je2XtVbYu0Xa/5OUYZcsp688VFO7Dy66PDGNgY2BoMJw5bLODTseEbW/m+KqtvUqXk3Pe2MuWqJFsJOqTrXNUpGjKhth2yUZ43jVVACrMxfal21+kbyztn9R5NW9KQt57Iv1HrE1FzquVt2tpH4rtZyIiIrpcj1AwLcMYmFD9UZhWrEDpTYDm/tLFt9sN00LHfuaTmNppYtKLygGqPkinKGsWbF2KU517p+joaqJANd6wh3a3ID1weoiW0sdMUqHvTtBS2hj7UjhiHKVwB2nb/rgdp3KvXGY4Cp0T8Ep7RRdwHobB8N9if8iagY6aHOG+i10J8E/upi4MHSPTEto+mpigF9W13cdUMmEX/ACwiqp3cBq2V5R2nkrLFFxXebtf8nLKtkuwP4sQWZdImbrqAwCS3sHuqA1FaaHVUqC0DxdTErLkMMV4NllVYrXa2qtkOcEUCbHzRuk5oYxmYW7rwCg+H/Qme9hPVHmpPivatGy7vGEr+Pv+DMAM/Wg/ZdK8S/tGzefVwv5T2qbi59Wy7aprPxMREdHleoSC6TCAOz2OL948F8PucOXFdxF/mkh1PprCh4Tdu9GnMoyOCn/cS6U691ZcSInxloLapGC0+Bini1V4OLnA6mSjAxUzjFJ51y4mM0DSDxAN6MuagYEuAdIuFpvvdtEeAw07CJRtswG/n9gXoeSFodKeArqZvngM5xem2isM1KuG03ltITX24xEiwXUVt/sVLKdsu2oksi6RMrXypzhMpHLDy3Sy8OaEQT+UMOu3sU78WVt7FS4nmCKRtw/zFZ8TigXnKMz66KZS4YeIp/Surk+2TYu3qy4bOK8W9R/BNr24bdvPREREJOoRCqZdTGZ+mIrnwLGCFO91L/JTqc7eCdKXc9HIa/pS17tIdFuBf3oc/6dS+nUknvecjTvcbhv9mQQzDJQHTWA09gH/FNFaNcuB3TjFaDHKMgLM5VGW5IVh/sWjDMNyUmmWQZpommYlPp8vp44i215RWyR/ABBcV3G742qXk7tdYurZh2JlRIjUB8jPnEjxhmiFo4Xt/hRSTj8UWddG2mtpOZd53gjWVTxKX1CfonZf2q66FNRnTcX9R6xNL65gu65kPxMREZGoRyiYBtxuC4rSRr8/xRQSdNNeSsMkhDceW3Wh7YX7MQhQWt0hsCslPtfQVCXMRsNEoOzicClQXr54BJC4eJRhODZ0aRoH5Ys00bQohXLxWnGH4NXE11Vs25Yj7uL7sF6bqE9ws7zlfnjxdV1+e9GmsU2JiIio3M0Ipiv9Qu/BdYcYdlvB/LXaU/awSLfOzi2W95JB5/YKbjw2xmKKc6HVc6uXLALlMF08b+71YoQ7HDlLBuUX2IfZdcl70gbWdfnLKd6ueomsS6TMzSPeXsUu87wRrKv4zuYF9bmSNi2oTxF5DyUlctTVpiIKtutK9jMRERGJuhnBdBicqZ1Eeqas4UCXEkGeBsMyFnN9F6nMBRcr3tEUvtTAvhY+0iRbYKXgJlySPojvFi6Hc4uvVDCPOjsyl1YSHGsGrMVOlINHXKXmVsdtERcL2iKZNu5OZqm519H+idcbXezHbSpr1tr7UEreqCdc12wUjUDWta7LX07edq1qu/X7cyBvXfE+XF1mU/Uplj3e4/n9q+qzPvH2KpY4b2T2Yf2iGwWaieM52EfxfQA9HE393PrUvw/T8vuGyHk1bIvFd4EM7aCxRjBdpU1FzquBVdt1VfuZiIiILuaGBNPhXF6/ATua22Z3gHEbrUSQdzQBmoNo/puNhj9GuyilM5zH2zDDR5pUSQl3u2iHfzufzzEf7GK0BSmC7uEYM+jxfspsU3DjMR/T7POwIu4RJs3BYh92MEa/3U3NrY7aIppXPbc7kGb99J2H3S7afaCzKNOAn2ovD8NeHzMpruugeYremvtwNh5hN2r7cF1xdepa1+UvJ2+74n2YcZH+vGJd2Zt55ZXZVH2KRcd7/Cg82yypz9rE26tUdN6IjovBLkbjNZYjwu1CaY+BTvxIp0HzBEeJNvWGQQbPoj5lbVqXVX2j9LzqYdhLnOOcA+wdjlB9D1Zr07Lz6sKK7bqy/UxEREQXsnPnzp3z7Jtl7t27h/v376fee/DgQer/tEw2HNiNaXEATyREgzU3gb6yFNBejW2rDz0qeF4lIiKiq3JjRqa3TybNdCntnIiIquF5lYiIiLYHg+mNcXE02UVnkfLaAcZ99Ji2R0S0Jp5XiYiIaHswzZuIiIiIiIioIo5MExEREREREVXEYJqIiIiIiIioIgbTFyQbDuZO4vnWRFSbbTu+tq0+9GhiPyQiItoONyKY1qzwZjSrXque+VmHkylm05OtuJOsbDhC26pZ8bN3Sy/INAvzuYXypV4FDVa2rRevZJ3lzDZbMHI2WjYsOIu/d2DlFtJgOSVlLizYLoGmvPnWPr42tA/Xro8gWYOR7auLW1dfIyvOG6LnKBE37TxWabdsuh8SERGRkBsRTLtdBYoSvtpj+PAxbife2+CDbz13iO5wc8uvnWbBVBHvn7WezSrDcOZwNhJIZhWty0U3auPFq42xD2A2QdQqmmXDVH30w21uj07RsJ1UQC0bDmwdmEb7pT2FpNuZC1wNlm1CmvbRVhQoSg8THOQG5lSPbTu+NlsfGcZBE5j0Fv25PQIaZrYf0vU7j9Vrs/2QiIiIRN2IYLoSWV6MYMiaBk3TIK91LSVDlqNX9rNt5+Ok+pXn9SDvoyH5GB8uQmk0VcAfH8INt9lzh+iNAf0gilBk7DckYDbB4gk73hCjGaA24yhGs0yo/hi9oRteuHtwh934b6hG23Z81VSfwvOPh2G3i2HUUQF4bnepH1LkBp/HVqqpHxIREVEtHrFgWoYxsDEwNBjOHLbZQadjwraj9L9gpGI5DXF5BEOzbNh2+BpkUwyjtL3ylOBUarFjQTM2k44oG2FKpKkCUGGuSI9cqs9e4sNFWrUNXQIk3Y7TLJf2WZFgOY4TrsuxYCzWG40Yr7cu7UCH5E9xlLnI9vOuuqW94tTQFBl7EuBPj0pGwGRoqXTxORxLq7CehL2y/lO2LtF+eMnLMcqWU3Z8VVC4Dy+7PmXnn7rU3F6lyyk7b9Rnu85jCKd9FKXl56Vw571X1lcDxf1Q5LwKgXYPS2X3Yc53k6wZcErqTEREdJM9YsF0QNI72B21oSgttFoKlPZhmBLsYRgMA6UvbrUD6JKPaSJCi1LL22M/WTJF7TQx6UXlAFUfpFOCNQu2LsWpxb1TdHQ1UaAab9hDe0VKuzdsBevozwDM0I/SohPpkUGqc1F9orTqIJXaH7fj9OoV6y00PURL6WMmqdB3J2gpbYx9KRwxXmdd4Sh0TsAr7RVd5MXtHrWPrBnoqMkR7rvYlQD/5G7qgtcxMlfE2j6amKAX1bXdx1QyYS9dOZdT9Q5Ow/4TpZ2nUlIF11XeDy95OWXbJXh8iRBZl0iZuuqDwvPPMjlMZ55NVpVYrbb2KllO+XkjVnSOErFd5zEZxsCE6o/CaR8KlN4EaO6v9eNIbf2w8Lwq2O4i302aBdvU4Y/C/Zc7NYaIiOhmeySDafhTHCZSKeEl/u1OMIOKZFal1lSB2ahyOq8/TaQWH03hQ8Lu3ehTGUZHhT/upVKLe0UXSaW8pSBSXJDqXG99igWjxcc4XazCw8kFVicbHaiYYZRqKBeTGSDpB4gGjGTNwECXAGkXi+Zwu2iPgYYdBMq22YDfT+yLUDKwUNpTQDfTF7zhXMbFn3lu/g80AvLaQmrsxyNIgusq7odXsJyy7aqRyLpEytSq6PwDALKxGBG0TQmzfhuVYrxQbe1VuJyq542LnKNEVK3PRYQ/sJ0ep/dhd7jyx5EieXVepx+WnldL213kuykog1kf3UXnCMqoneyIORER0c31SAbTeSOXsSD4ii8IgtHOdUaGUqnF3gnSl3PRSGe6Jt5FoskLqbc+S3dYL7nbrn96HP+nUvp1JJ73nG0pt9tGfybBDAPlQRMYjX3AP0W0Vs1yYDdOMVrcgGwEmMsjQ8nAIv+CV4ZhOakUyiAlNU1k/+S2RfIHAMF1FfdDXO1ycrdLTD37UKyMCJH6oPT8E/SrVjhq2O5PIeX0Q5F1baS9lpZT73nj4i6zPi4mMz9ME3fgWEGKd7YdROXWeY1+mJR/Xi1rd5F9GP+QkFRHnYmIiK6TRzKYLuMejuFLDezL4WinP8Yi25eEpO6wrqx7t90K5H0EsXReQ3lwu2F6qKKg1R0Cu1Licw1NVcJsNEwEyi4OlwLl5QtMAImLRxmGY0OXpnFQrkQpqWkX3z/i6yq2bcsRd/F9WK9N1Ce4Wd5yP7z4ui6/vW6i4LzSRr8/xRQSdNNeSpPfLvW2e2q++VJQTkREdPMxmM7jHWHqS2jsa0HKYNlI0lqCNLzsXF55LxnkXaZtq081wY3HRH/0WD23eskiUA7TxfPmXi9GuIPRmlRQfoF9mF2XvCdtYF2Xv5zi7aqXyLpEytw84u1VbNvOG1dRHw+uO8Sw2wrmMpdN6ZD3kFeb3DrX3g9F2l1kHwZlZv3MjzqKAkXpLmUHERER3VQMpnMFN6SSdHPpxmNZ3tE0GMXWwseVZAusFK1jEN/9VQ7n8l6JRH2ijVhZn2AOXna0bDNE1lUSHGsGrMUdduXgEVepudVxan9cTMOBnk4bdyez1NzraP/E6w0uMNVmnHIra9aKfVgury1mo2gEsq51Xf5y8rZrVdutf3wF8tYV78PVZTZVn2IaDCvRBxHP719Vn/WJt1exKueNy1ClPiLnliLZ9gqnmqQC4HA/L6YNydAOGvnBdE6ds301sn4/FGl3ke+moIxqWkv91crelJGIiOgGYzC9ijvBDCi/8Vg4b7Zhho8rqZLi53bRDv92Pv//s/d/IbKz+X3o+13v64vYd56sMLDNGbnp9jFbzI51E5xAjlIJBZ2DT1QDL6xg3WigPNCbc1wgG85QhKMLwaaYA3aBxtlp8BSMbjQnF4aRJuakocjUVgxeJjeaxGjjPd2UNYcEZtke39m5mPX2uZBU+lMq6VG3qld1r+8HCt5V9bzSIz2Pquun5/c8ihAtzrB6YLrdIPL6ZHOLo8UZVm5zfYJrFyEMeHl6X5/j7qlrX+nCYy03PYIbrMeLLBXRwxQuLL06ehLMdFjJaDevOvKmkEKruvJwMINuAdNdmRESV8ekWKUHy7mFUCrquhhvMX9gm4buCmeL6r6K6gy1r6ffTtNxFeew5jHX14F91RfzaipzrPq0C3CzBsaL4lFLnt1RnwcTb69OPb43nkSP+nR9t7TL2yv7fyMPo8SFXkm5j7Gcl/bhX+H8epX+balp6of1vrrz4H4o2O4if5uCGXRrWzr+dD2K9c2hShMREb08r16/fn1ff7PLmzdv8Pbt28p77969q/z7+dPgRDZgKYd/0ByBbPrwRpvaDzKil+DDXFOHnVp9iE4X/zYRERHt48j0AU+z8FgtTTBLLR4+pZOIiEgU/zYRERGJYDBdpzlpeqUBuPNj34EPcLM+w3SX2jcFXAvzwVM6iYiIRPFvExERkQimeRMRERERERH1xJFpIiIiIiIiop4YTBMRERERERH1xGD6hZFNH5FfPEP0mJ5yX0R0PKd2LZ9afU4Nzw8RfSin9v1zavWhjw+D6TLZhJ8/bzSKEEU+HFN7Xhfo3Qbh5u7IC6dlnnJfTyVbgG7vi3mvb+T9o1RqV8ZB+amvspk9N7j8LFhZg+Mf2E5dvt16nQTJmlPU3XfQtqvj0eBEEfwDO0/PUfW8HV9aJ+FH9L5kD76Wj3QOH1wfQbIG0yme5x35Dszd0tWPpDnH78vHPj90fPnfmvw1+EX0oaTfCdW/lfmrfF3I0OrXYMMlKJulv1+H/lb2+Xv6YEf6rnuOHvz9c6Rz+OD6CDrm34un9BR/mz5SDKYbhJYCRVGg6CtsRza8BwYxH0IcLDFbPuZ5XjJM/3DQU/b4fZ0ebawCSYJEGuGy4RTs+oaiQLc2kAyv4VypGO++rWRcjqTqx9DgeDakjQVdUaAoc6xx1fhDApBhLgzUtyBMc+DZEjZ6VucVYHj+gX0d0y22CSCdXdQ/KCRb3NbfayXeV6ndqV3Lx62PDPNqDKznxbW8Aka2N/yPvCM57vnpg9fggwWzXf+zwvqHp66t3QPMsuMqXjrcBEC4Rt5rNceDrSawdn+bthjV/jbJpg/PwO7vl6Knf3Or12mfv6c0hNP5/kkdtz7P/+8FHR+D6TZxgOXEQigZuPqQF40s74J5WdOgaRrkvT8UMmQ5f9U/G9pT7uspyTiXgGSzQgIJbXEfsi/wuZtAGl1WbraEYQg1j6blS4wQIkyKzzXHhpq4mC+D7E5qjGA5Q+NTZ7QrGIn1wB9bMsypisSd77YdB9dwEwmjpjsFRxXjrnQO6i7OJCAp3VkW6vP0eKd2LQ9Un9b+E2M5m2EZFBdcHMywClFct09MPnCw++8PdH6eUmtbnJ79c5469H6rZ3bsRyNfYiQlcK93oTTGKpC418gvw/TvKWDsfmxlN6LDdfG3MV7uXae9/p7SI53a989A9Wm9Tk/v7wWdHgbTnQKsGy4aWTPht6UVyRocXyAtRDZL6UkRfKeeVi7DXHhYmBpMP4JnTzGd2vC8aqqG5njwvOy1qI+kZ6k1ZlsqVJ6a5cGQAMnwirrXbr+17yvVnpqVp/q01afQmCZ9DNkf/M1Nc5sLW68RqmNoAOTLEbBZY7v7MA/YbwRSkjQ4tlT6AdLXBdIYtbynNKgtRohF+kaqvc93t+ntNgGk87S/ZCmOaZNm52Sbj0t39Xnxvirk/HCdUzK0Sn+uX6fdx5564u0ItKnItSyk9Rw+dX26+s+wKt91vgPtvF6i+9q58hpGOTQHnnfV43s+0/k3pas+IkSvQbG2EKmPSBkRXX+bRNuiuz5ix96t63pPR4n3v/vaRo+bpG3q+9m+fAfmbr/5iLFou1dpVwakZIOb2h+96t+mTP43Qojo39Ouc9hD63cdBPY18Pf8UNt5su/nrnP41PUZ6jrtMnB7dW5H7G8TDYPBtIBKEIDsD6ttIFnpB1KPZJgLG2qyytKOFCjzNTC+rF6cmoPIM4B8O4qC+foclw1XsGRMcbbSoSgTTCYKFP16ly4FAMEsSz9xDw//qcYU23k1Xar4Q5unZqXpWIlb1EmZVYO5rn2lqVlFavH+vlLqdIx1Vh/dBVRj8UFTs+TL0e4PfpBG0+1fprKJhSE1/CEPsA5VjDUNlyNgc1NOXs4D3IvKF6Fv7u9Jc2xIpVHl3uTzxvTwvf7c2TdE+nyqrU3jNIrHBQD5PK1Z+YZF/YfV4T4v3ldFdB/7JcZYY57vQ7ewkWx4tYNvO3bgA2yn67gErmVRIvsSKTNUfdDaf/bJmgNbBcL1oRLN9r7r5ltMDbVaqPPaab55p43VSlosRM6PyN+UzvqI6HcNtraFSH1EygjYa6+9fijYFj3q03rsIjqv9xjLdJis9vviCoaUYFOPYLtsrjFRLISSCuNsjYmiw02kbMS4X7unslHovb+TgHTe9ge/OK68eWTNxFQtj3AL/j3tPIfiOr/HBPc12Pf8UNvpOi6R7x9BIvsSKTNUfdDzOn3o3wsM2V4d29n7rmv620SDYTDdW5o6i9DCbJeflKb7qtP8zlj2Bb+9Lf54xAGWs2Xp4mzYTpbq1Dj1I9ngulQOcf3PUrdyum9e53qK8uOlqVki+0o2pRSvm83B1Op4OYGu6y1/rIeQpZTlqca3WySVuc8p1S7uFkbeCImlY9IQ7QbrEOp0ihH278aj9kWo6BvAsPeCV1sNsWrY9jG0t1dDX93r86nWNr3dIv2Tl57r0HWRSOeQcYEzKcFuYDo3QJ8X0X7sALL5WLu9x0Hjj9fWY8cH2E7XcQ1IZF8iZQbV1X9Kiwp6toTQ0tHvK+bwd125jMi1s3/zLg1A+v1Ya9gX6n9TGso01GdwB9tCpD4iZUQcbq9yP+xui571OXjsgkSu92CNsPb3Kr0BsOp9Mza9qZmucZFqn6LTRTanUFH/W5betJCMK+QJe7KW3pzOb7imxWbQXWDk5dfpCIm1f4O58++pyDkU1NV/RPc12Pf8UNvpOq4BiexLpMyguq7TR/+9SA3WXq3bOfxdR8fBYLq3IlAuK4+6pX8oEkiGl94lddIU7+qXQLod0R9LTXd1+6qP/FXrPJSm1OLmfVXKxHdZoNUsrn+xDU2+RDo9K2uP+AabZH+EoliATIcVSlDtaurfTrBGKEnAgXYrfxHu/6HQ4NgqQmt28M7o0NrbS6TPp1rbNL5DAgnn8gXOpBDr5R0S6QwXB0bQh+jzItqPHemPZ8evpF1F9v4d3tZjBz7sdhqPazgi+xIpI0JzSscdHV7lvrP/xEtMsrv/urWBZO+PfLRr+a7bEbx26sGQNoaKEIJ/HjIif1ME6zOww20hUh+RMiJa2qtXW/Srz+FjFyVyvWcj6rtgvn4D4GEqx9gr/TpXzHuu1ySYpX9D7SxQXoyBlZtUFqLUHB/eaIvVLpNgBTRcp+1/TyF4DsW+Wzr7j+C+jvI9P9R2Go9LzDDnUKyMCJH6QOQ6Ffh7IbKvo7TX3nZavuvoKBhMC9hbHAm1uUINnT2YTdKAy9pgAwmG7e2ladDpkC9HkCojz+mcsPrdwEKMYGYhhIpp4w/wNB2uadQa9S/CXP6HQhtDBaBOffh++rJVAJKBhe83phI22vuCTTX1ZxFdfb7bLbaJhLPLc0jJFrfZv88vzyAhQdMp+fBkmL4HQ9oUP+gUBUrvFeFObTvPV57at3tNlr37ct2hxQSH0n3tVIOhvbTigXXX52mJ1EekzDDE2uJp6iN+vQfX7u4pFLI5hZq4ePByG0Op36SuiLPfSekxTWZL4Kx8W1XDWJUQrpalQDnAdcN12vr3tM85fPR3i/i+2p3adsQ9/hwO6xj1OfT34vH7evr2omEwmO5Uv8Obpj+VH5FUvOojiTGCYInlbJLO6agEZul26iOfx1SfnySnqz71fBxRl+wRSEPuS9ZgOs4uHewY0gDTLea4777AJBye1pX9YTcOjE43ytLbmjaan5/ba1iWBWu1wip7uQmAJMRmtcK18Elsaov6Yl+pen2q7dWnz7fJFj8bjSAld4gR42YDjEaP6BsDaD/2bLSv/IMuL9PL02+n/biGJbIvkTLPS9P1VW8L8WunCIbqf3NEifxNEa/P0xCpj0gZES3tVeuH7W0xVH1EiF/vaTaVhNGllqZ4do20PYF04THRoP7w3Oo9u0BZ4O9pn3MooL4v/r3oT2RfImVeHvH2atfyXUdHwWC6jazB9NPHLhR/DNJFMVS7GtzJmglnt+iFBtMxS5/n83HLXwT54ho2nNKGZM1Efe2MPuKbTfojQMseF1D6TCovUHBw8aw84OkeoWneV4ybTSK4LzHalQ1DVWEf7flkB/6IB2uEaH+MVDpX5dDodLNgHVbmiu2dnzhGEASVV5qds8VNEOxN5Tks7WPltpAPLErT3l4ifV7M7TaBJEm7H6fxXfrvh4yU9+mrbZqOPVzld5TzAKVI15I1J53b18vTb6fpuPb6eKb5WhbXtK/iHB4uc6z6tKt/PxfzNQ/Vp9n+9ZUfV72M0LWTB0OLdI5pWyzdfH5E/qb0qI+Qx16DIvURKSOix9+m1rYYqj6F2/SibrhhLH69F/3RbvyOH5ZIux/4u5rTzFI/ldNHXFXmVhcZAkUxDVdGNW288+9pr3PYran/8O9FP037evl/L0SIt1c7kb9NNCQG0w12qb7eFGcbC3o9VSOYQbe2GC+KFK/FGFjf7L7ecbNG6XMPo8Rt3I6iu8C0SBdbjO+w28xDZPOFRnb2uIBSTnDornCW18kbIXEPLJ517SKEAS9PXzuUV3xgX/EyHYnPFw1p25eIYO0iSZIHjNQI0sZQ0fTjI7vr3faDIXvuZWuZumAG3QKmA52fVsGs0hbeFHD1yd4CLp19o7PP91FabCxblKw+Ui5KuK+2aDr2YmGRGMt5+qz5fB+L8Rbz3mlXT7+dpuM62McOXMuimvZVX5ylqcyx6tMu/34uHl3o2R31OaR2fUWLM6zcWlsIXztZsCdJ6fN3a59WHDo/In9ThOsj5tHXoEh9RMoIEP/b1NEWA9UnFy/ncEvzh4u5mOLXO4DsBjAetPBYX13tni481vR3NRPcYD1eZOfPwxQuLL2WrTHTYSWj3XmJvCmk0IJe/nLp/Hva8xx2aPoe49+Lftd8074+ir8XncTbq5PI3yYazKvXr1/f19/s8ubNG7x9+7by3rt37yr/plOiwYlswFL2vrDoY8e+8fKcWpueWn2IXipea9TXqfWZU6sPUTeOTBMRERE9cyez8BgR0UeEwTQRERHRc6U5afqpAbjzvisIExHRYzDNm4iIatJUu/aH/YSwBl+9mIiIiOj5YDBNRERERERE1BPTvImIiIiIiIh6YjBNRL3Ipo/IL56DSERERET0MWKad4nmRLDbJgmGFhSu1f8yaQ6iQ40fWlDW4+rnH7ovyCZ8z4C0eyNB6K5wvQyOvviMrJm4Or/DbPlhjp/XKRERERGdAgbTh8gmfG+EjT7B4M9lp9OjOUgfbdi9oJLmRLDx2IBNhul7GG10TB7SwbJgOsmfxShrMBc2DLjQJx/Raq68TomIiIjoA2GaN9FLEAdYTiyEkoErrf5hO1luTtjef1+GLOev2kenSpZ36eiypkHTtOdTdyIiIiI6aQyme5Nh+hEipx6xpO/7ppw9ViaCY2pw/AhRFCGKfDjm/q94WTPhd5RBPk81atovnRYZmunAj/I2jeA7Wml+cdo3osiDIQGS4e3KPb5tA6xDQB1Xt9PexzRceR72dq058LwrlN/WHA+el70WB+ZMy2apz9ePPSvSWp8hyTAXHhamBtOP4NlTTKc2PM+pHJdIfUTKEBEREdHHhcF0bzGWqxBQx5Uf5NCuYEgJNjdFrqlqTLGdK1AUBYq+gWR4WbCd/z8OPNtAstIrZfYCG3o+tEuMscZcydvdwkay4e0aNcBMUaAoOtwESNys7RXlkWnjqdttAkjnRQDb2ceaA3BtrALhupLyHszSeupuUnq3RHMQeQaQ70tRMF+f47IakXfUZ3iSMcXZSoeiTDCZKFD06+K4ROojUoaIiIiIPjoMph8iWCOEinL8kQYfq8q8zcSdF/+Ol5i7CaTRZRboyDCnKhBamAVZoayMOt0f9YuXE+i6PkjARYeosEsjyvkoZK9ByGCJWXkRsDhovvnyJMT6WJBG06X6aUhj6T59rWFfAOJgiWKdsoYyDfUZXLLBdalOiPP/FqmPSBkiIiIi+hgxmH6QbDRv92O6OfhI7qorIsV3CSCd4QIAcIEzCUi2ty1lquJdEEDHEcLKR4l3r74LW8kwHb+S5n1wlfCjE+xj9ZtD2hgqQvSKpbN91a+BKsH6DCzZ3BxYkE2kPiJliIiIiOhjxGD6gYJrF4k0wqUMyOYUauLiui2OOKAyZ/aDBl70eOkK3Ya0wUovBeRWWC94NBdnEpDcVYLH7j5WvTnUlOI9pO76PC2R+oiUISIiIqKPC4Pph4pvsEkkjC41XI6kxtEv6byaBCqfS0CyRTrGdYttAoRWfSRUgdL0eCZZg+k40JhXesKy0dnVEuWsYvm8eBr0cdUzJMT7WHFzqL4NUem+6nOvq8Tr8zRE6iNShoiIiIg+RgymHyxdiEwy7L2Fx3KSsSjm28omFkY56E7/f9WuBsiyZsIx9wMS7cqGoaqw+z73iAZ3m0aNDTc28oCymEsraw4WRlMwHeMuQWkO/SPJGkzfrmVI9Ohj+c2hxbQzxTu+2aSBt5Y9Jit9N5sbbsMp7UzWTBS76lGfJyFSH5EyRERERPQxYjD9GMEaIbC38FgudFc4W2Rpod4IiatjUi4YzKBbW4zzMlGExRhY3+xHMsHaRZIkDxgxpKHFyzncUILtpW1WrNAeYzlPn/Xs7dpzi/mBNO/g2kWIouxDHo2l2nn/muJsY0GfLKsZEsJ9LMbNJoEkSUjc0mrXTbIFuEZ29pisvN7BDIruAtMiJXoxvkNlV8L1eSIi9REpQ0REREQfnVevX7++r7/Z5c2bN3j79m3lvXfv3lX+/XHQ4EQ2YCmoLrJ96H0iIiIiIiJ6CTgy/QiPWXiMiIiIiIiIni8G0w+hOYiiCJ4BuPNaWi0RERERERG9eEzzJiIiIiIiIuqJI9NEREREREREPTGYJiIiIiIiIuqJwTQ9mGz6iPzimcpEREREREQfCwbTjWSYjr97pmzkOzA1hox77jYIN3dcgI2OT3MQRQ76P4mbiIiIiOg4GEzv0eBEHkZYQVcUKIoCfQUY00uOwNbEwRKzJZ8LRkREREREHx8G0zX5s6Pns2A34hoHM+iru1rJJyTLu0Be1jRomgb5g0b2MmQ5f9U/o5Nzcv2HiIiIiOj5YzBdIeNyJCHZ3OylLsdBEVwDgGw68PM08MiHY5ajEw1OFMH3szK+A3NX3kdaNC3jmBoc/9B2kKacLzwsTA2mH8Gzp5hObXheNeVV1kz4bduRNTh+R+q6SBkAmuPB87LXonnOtMj5cbSuY0/JZlYn51hJvnl92t7rUWfZLJWJ4Dva3jkSOT8vtf907qt+fnwH2nm9BBERERHRh8VguuICZxKQ3NVD6SrZ9OEZEjZ6mgau6BtIhge/HhRsrjFRLISSCuNsjYmiw00kGFdFGKMaU2znHdsBIBlTnK10KMoEk4kCRb/GLsFac+DZBpKVXtlOEQjKMBc21KRIXVfma2B8WQqoRMqkglmW/u4mtU9SoudHnY6xzo5ddwHVWGSB4unqrLPmIPIMIG8LRcF8fY7L0kkUPT8vsv907qvh/My3mBpqeStERERERB8cg+ky+RxS/b092ei1O8dylwe+xNxNII2q86rToPwW213MGeOuFn+KbAcAkGxwHZSC/Dj/bxnmVAVCC7P882w76jQfNc5uEmxvi9H1OMBytiwCKqEyInqcn801dlW+2SCBhLOLUoFMvJxA13Uos341OYb2Oje0RTa3vJha3uP8vLj+I7Kvw+eHiIiIiOiUMJgui+/Q/ZO9efQ6vksA6QwNsSCANMjYkc53wY7odppSz1NFEFNW3U6AdZhAMjxEkQ/fSdNvqwGXSBkR4uenUqbj3Me74O/Daq9zeuzhui3oFz8/ZS+j/4jsq+X8EBERERGdEAbTFekooHTeP4T80NIgppinG9nVtNhgNoGi6LCsDTaQYNgevNocZJEy9DI9Zf/p2hcRERER0XPAYLoixs2mOU1W1vJFpJoDbvlcApItqmNu3R6/nbQ+oZXNL628ZrUU7RhBsMRyNknnO6vjvfnQYmXaDHt+AACyBtNx0LCW1fEIpfzXpceujtvO2LDn5/Hbecr+I7KvlvNDRERERHRCGEzXxMsVQsnAorQCs6w58Kb5csJZwF1eeEo2sTCaVwHv8vjtxFiuQqh2NdiUNROOmYcxGkzHLH2ezkutBl0iZarimw0SaYRLLXtMVvruoOcHALQrG4aqwi4tvDWsLAguzdvVrkYPCKbTtoBqwyk1hqyZ2DXFwOfn8dt5yv4jsq+0TNNxERERERGdEgbTewLMFB0bTOFlaajeFHBXRYASL9NRt5GXpal6IySujsluxSRxobvC2eKR2wlm0K0txvl2ogiLMbC+yccVA9ysUfrcwyhxoU+WpaBLpExNtjDUyM4ek5Wl9A55fgAgWLtIkqRjLvJjxFjOXYQw0jb3r3B+vUJYLyYimEHRXWBapDIvxnfYNcXA5+fZ9Z/OfWVlyudncYaV+6DWICIiIiI6mlevX7++r7/Z5c2bN3j79m3lvXfv3lX+TV00OJENWApOYJFqenbYf4iIiIiIPiSOTBMRERERERH1xGCaiIiIiIiIqCemeRMRERERERH1xJFpIiIiIiIiop4YTBMRERERERH1xGCaiIiIiIiIqCcG02WyCT979m368uGYGuR6uZMjQ3P8Ut19OJr8DOp9WmTNKc6h78B87AnM+5Nv7reFrMHxy/2sWkI2/VI/LMr1r1PaN3bbOHBcIsc+VBkiIiIiopeAwXSD0FKgKAoUfYXtyIbXFAwJkWH6EfwjRxSa48GWNljpeb03kGwPV1q95NPUJ/WU+xqAbGJhS9hYOhRFgb4CDO8hwWtOhrkwINXfBtJnRHs2pI0FXVGgKHOscbW/r8TNPs9fEyzjWpkOmuPBVhNYWd/QV1uM6sclcuxDlSEiIiIieiEYTLeJAywnFkLJaAhMT4WGsQqEqyWCPNCKl5joLra1koORi1FvWdOgaRrkZx4waVcGpHCFZXYS4+AabiJhdPnAA9OuYCQWrLD+AaA5NtTExXwZINsbguWsd6DcLe0biXu96xtxsMTcBYxShxY59qHKEBERERG9FAymOwVYh4A6LkfTMjSzlM4aRfCdcjq4BieKEEUeDAmQDK9Is3X6bEeAfN48+hkvsQzyfwxZHxnmwsPC1GD6ETx7iunUhuc5SLckuq9sa3k6c8NnT0fGuQQk29vSezFuNgmk0WVx/Jqzn2rd9B40OLYE93rXACXZvjY3WSD9GCLtBSR3DXuSzrNyIsc+VBkiIiIiopeDwbSA221SCj4AaJcYY415nn6rW9hINrxdQBhgpihQFB1uAiRumvaqKAqUWSnA6tyOgPgGmwRQ7Qi+78DUNGh7kcvw9ZGMKc5WOhRlgslEgaJfI92S4L5OygXOpCzo1BxEkdNwDgEEM+guYJRvHNgqEndeGVXWHBtS7b1Cvq+Lypxp39w/x5AMeHmg7Kfz4CsE20s6bzqYnMixD1WGiIiIiOjlYDD9EMESs12KbpYOvgoBdZwFWYIG2U6M5USH5YYAVBi2DdtLF38S30amT32SDa53eeUA4sbIsVO8nEDX9RMLtCWc7/7zDBelT+LlHG6iwnZMmL4NNbQwqUbSsNUQq+ZIekedjrGeF3PcYdjV+eV3G7jZ3ON0/nEC1fZQiZM72yvNqpCMq11gK2smFoa0d1yFw8deGKoMEREREdHzxWD6QWSYldWzI0S2Wi8kYKjtpHNuJ5Ms8LJcJJIKu2FEuZ14fYZJU07FDwzEjyKYVRf6SrYoJy6nNy8shKoBQwphVW4CpCPVoTXLRukPSzbFPGbES8zdajp0HCx3c4/Tf89ghYA6LS+G191ewUyHFUrpDZYowmIMrNyk4bhEjn3AMkREREREzxyDaQEXaf5qFjzKMH0PRnn1bEWB0rTSVKuhtrMvXWSqlpre6Xj1OX23SDP5Bc+WNkYaskqo/C/Z++rUh++nL1tN07UXvl8ZVW6ex9w+gptON8jLiLZXjGA22X0+mS2Bs/Ise5FjH6oMEREREdHLwWC6U7Za9jofa0znhlZWzwYgnzcuA9ZiqO1oMAd59tBQ9elJ1mA6H3p+bYy7BJDOyqGsjMuR1DACn8+T1mvzpwHcXsOyLFirFVbZy00AJCE2qxWub1GkXjcFnR0juOlNnbzMQ9srW+F7d1wixz5UGSIiIiKil4PBdBtZS+fFJi6KhZnTETh1XKTbypqTzkPdkwUYjasZ99lOuzPDq6zinM+L3Q9inqY+qbZ9FbQrG4aqwv7Azx4Lrl0k6hRmFtXL2hUMKcHmpnwG5co86d386fw55HGMIAgqr7sEALa4CYLdtPJgHVbmMUOut5cG0zErNxhkzcE0ewRaWkawvTSztHCZnD6WC9U53SLHPlQZIiIiIqKXgsF0A9XO5p96U5xtLOiTPIBBOmd2nj57Ol9peTHeYr6XXpsKrl2EKK3KvMv17bedwwJcWy4SabrbjmePkLh6dWGsvPTR61M4vK9SmbWLJElKI/8fSLzE3EowstNHeXlTwNVL834BaI5XmyedzZ+WDCz6ZAcEM+gWMM3mMUdevb0C3KzPMF0Uc6G9KbCxdBRTtAXbK7jBerzItuNhCheWXpvTLXDsg5UhIiIiInohXr1+/fq+/maXN2/e4O3bt5X33r17V/k3ERERERER0UvFkWkiIiIiIiKinhhMExEREREREfXEYJqIiIiIiIioJwbTRERERERERD0xmCYiIiIiIiLqicH0R0g2fUT5s5GJ6CTxOiUiIiI6bQymy2QTfv5M5ChCFPlwTO0Z/JiVoTl+qe4+HE0+XO+7DcLNXenZ2VTQ4PhRRxDTUUbOPt/1oYZSImXa7PXVCJHvoO9mPg4d7SXsEdvJ2qv+qHXN8RFFfnO7NV2nbHciIiKik8FgukFoKVAUBYq+wnZkw3vIj2cAgAzTj+Af+Zeu5niwpQ1Wel7vDSTbw1Xth3suDpaYLYP62wQZpm9Dlervl3WV0eB4NqSNBV1RoChzrHFVC3ZEyojZ9VVFgb4CDO9AYNbpafrq0+tqL1FDbacgmz5sFXD1CZYNd7bartPh2p2IiIiIHorBdJs4wHJiIZSMg4Hph6dhrALhaokg/0EeLzHRXWxrJQEZspy/6p+R5ngwpBCum9Q/2ukqozk21MTFfBlkI4oxguWsEiyJlHmIOLiGm0gYXbJxc13tJWqo7eRk04dnHAqk+12nbHciIiKiD4PBdKcA6xBQx+VoWoZmOpV0S98pp4NrcKIIUeTBkADJ8IqUzEqeZ9d2BMjnaBwsi5eoD2ppjgfPy16L+mh7OjJZSR+NosYUVFkz4QukKMum33DMp+t2G8LVZ7ipf1DSXkbGuQQkm5uWFHqRMg91gbNKZ8jadO/8l0ehRfuqQLvLGhw/a/MoSz/WmvvGU2lvL3FDbQe7QFpCaDUF0l3XaZN6uxMRERHRU2AwLeB2mwDSefGjVrvEGGvMszRLRbewkWx4u+AjwExRoCg63ARIXH2XkqnMShFu53YExDfYJIBqR/B9B6am4VD8EsyytNDG0bUYy0mROqooCqwQQLLBTfkHv+bAsw0kq+yY9A0kw9ubC/ocxQKjw+1l0qAmubuozIf2zfLJESnzMLI5hooEm12DxViuQkAdo7J17QqGlJcT7atd7S7DXNhQk1WWuq5Ama+B8WV13100p+GGTvHq28/a20vcUNvB2IFnSEhcHeXTW9Z+ne7bb3ciIiIiegoMph8im8u4++kaB81BS5dBthNjOdFhuSEAFYZtw/bSUUHxbexL53OGsCbL0giqDHOqAqGFWZ5THi8xdxOo0/0RtHg5ga7r1aDsI6BOx1jP8xskG8Cw9+Yii5QRodpFoJmOds6rQV+wRggV5cQKLZ0X0CM4FGn37CbB9rban2dL9Gr9YFa5oVN/PfeupKoqkgSQjKtHXZ+d7U5ERERER8dg+kFkmJXVsyNEtlovJGCo7aRzbifZyLJuuUgkFXbfYbyc5mTzOWe1QKgImMriuwSQznBReTf7LP74fuEnm+vK/PW5m0AaXVZuNoiUEVFeiCpfeK4alGfTFHZBbzbHft0nKhVp9wDrMMnSxH34Tpri3fd4XrrE1TGZWAjxiOtTqN2JiIiI6NgYTAu4SPNysxE3GabvwSivnq0oUKyw/r91GGo7++IgDc4qqemiZBO+rR6czwnU5tU++AbAy5XcNZy42s0GkTK9HQjKg2sXiTTCpQzI5hRq4uK6Tyyd6Wr3YDaBouiwrA02kGDYXr8pCxg+zfvUpO0eYGaFgGoPczwH2p2IiIiIjovBdKf6SF46SldZPRuAfN53BaChtqPBHGxESoPjGZBC60A67S22SW1UbPeqj2KnC1KZjnNwDvfLk44CS+cNB5xskY7ripQZWHyDTSJhdKnhciQ9YPGzPu0eIwiWWM4m6ZzfXlMWPmyatyyydPZQghnSePpx0zGIiIiI6MNhMN1G1tJny1ZG8tLAQh0Xc4RlzcHCaAqCY9wlODBi1Gc77c4Mr7IKuKyZWBiHg6b4ZpOOVGrZ43eAbKQ8PVb9YMSSLmil2tUAWdZMOA0LaGlXNgxVhX26zxWrSc9HPjp80fhoovYywTpM58PuGmO/LUTKPIis4apxO2m7SYZdWnisrq2virS7BtMxS5/LuBxJx7tBIKy9vXKaE8HzvL0VzAti2+kjmLWnezdfpw0OtjsRERERHdOr169f39ff7PLmzRu8ffu28t67d+8q/36WZBO+Z5QeNZUgdFe4Li8ShvTHq7OwoWYFk9DFfH0Gzwas+kidbMJZGLuyCK1iQa4+22khayaupiOoUr6TBKE7x+xQnjYA2XSwMNT0WEMLygxwIhv7CdvJ3rNw0/0Vx5SELlbX1RF2AIBmwp+OkKwmRx1RHIrmRNjPWA8rbSFSRtYcLOzs3B5oC5Eyrfb6Kg73VyDNOohsqOX+V9fWVwXavenz+ay8gN3TE2kvlMolro5JQzuIbuegrL0Sqza6rjmIbBVh/f3M3nV6fd6z3YmIiIjoWBhME30U0mAaB4I2IiIiIiLqh2neRB+Bxyw8RkRERERE+xhME71k2erYngG48w+bck1ERERE9JIwzZuIiIiIiIioJ45MExEREREREfXEYJqIiIiIiIioJwbTz4hs+oj84rnURERERERE9GEwmD4kW7jpeMGrBieK4Gj191vcbRBu7riI1DGJtLtImUfp0TdkDY4fpfWJfDhmS41kE/5R601ERERE9PFgMH2ANlaBJEEijXB5IpFHHCwxWx56tpEM04/gtwVTg3nKfT0tkXYXKfM0NDieDWljQVcUKMoca1yhuVlkmAsDUv1tIiIiIiJ6EAbTjWScS0CyWSGBhLOL+ucAZHk3uidrGjRNg9wYxAxBhiznr/pnz9iTnkMRAu0uUuaJjktzbKiJi/kyyLIVYgTLGZZNqQvaFYzEghXWPyAiIiIioodgMN1EvsRISrC5CbAOAXVcz7eVYS48LEwNph/Bs6eYTm14noNKSdkspeBG8B2tIb22O01Xczx4XvZa1FN005TgKPJgSIBkeLv9RbU8YVkz4Xfsq73OIvtqSlFuek/sHArVGdl88oZj7qWz3UXKiB1X+3nOtfWNPKi/EUj71+DYEtzrQ1kNRERERETUF4PpBvLlCFKywU0MBGnEVA2EMpIxxdlKh6JMMJkoUPRr7MIVzUHkGcBKh6IoUBQF8/U5LmsbUqdjrOfp57oLqMZiL003mOWfJ9UP0k8xUxQoig43ARK32J8yKwVPmgPPNpDk9dE3kAyvGuB21llwXz10ncPOOg9IpN1FykDguNrPc6q9b1zgTAKSu4tKwO2b+7XRHBuSO28esSYiIiIiogdhML1HxuVIApJsoa/bLRKo2BuABIBkg+ugFKHE+X/LMKcqEFqYlT6PgyXqU56TzTXyIvHN5nDq8KM01CdeYu4mUKf5SHdDmQN1HlSfc7hX50K8nEDX9QcH9WLtLlIm0+e4Dpxnkb5RDrgVfQMYdnUuu+bAVkOsGEkTEREREQ2KwXSdfImRBITrLLKJb7BJmtJ521Js01HD3TZaJHflgOsOTWPPj5eNYm5vK+/GdwkgnSGNz8TrPKSuc9he56p4F7A+gEi7i5TJdB2XyHkW6RvlgDu/2SCNLrObDRocW0VozYpRcSIiIiIiGgSD6Rr5cgQJgGrnqbPp/OBD6bzPSWWOcxQhstV6kZPzVHUWaXeRMk+tEnDn8psN2hgqAHXqw/fTl60CkAwsfP9o6fJERERERB8DBtM1F2cSkLjZo4aylxUCkHBezy0+6BbbAyOWH0Zan9AqHdPulY9aHrHO8vkDHskkUucSWYPpONCE26hKpN1FynQb6jynC6BJTTtOtrgFgNtrWJYFa7XCKnu5CYAkxGa1wnV10J+IiIiIiHpgMF2hYaw2pOgGa4SQMBJ+qHCM5SoEVBtOKbqTNRMN60MJi2826bONtewxWdVPcZeglOJb/Wy5CqHa1WBT1kw4uwr1qXPbvrJgsTQXW7tKR3T7EalzQbuyYagq7Kv9z7qJtLtIGRF9znO7YB1CMq6K8yObWBhSUcc4RhAEldddAgBb3ARBMY2biIiIiIh6YzBdpo2hIsHmph5lZKOAjcHjAcEMiu4C0yJNeTG+w83ekGoP2ZzYkZ09JquWpxtcuwhhwMtTosufBzPo1hbjRZEyvRgD63KFetT58L5iLOelz/wrnF+v8KDHG4vUOS+6dpEkidBc5D0i7S5SpvbJQT3Oc6tgBt0Cpl52frwRElfHhIuNEREREREd3avXr1/f19/s8ubNG7x9+7by3rt37yr/JiIiIiIiInqpODJNRERERERE1BODaSIiIiIiIqKeGEwTERERERER9cRgmoiIiIiIiKgnBtNEREREREREPTGYJiIiIiIiIuqJwXSZbMKPItQe3wzZ9BH5pvhzhIVocBr2dRSas3ue8d7zp+npyRpMxy/aw3dgatXeJcsaHL9cxodTK0NERERERB8Og+mPQTCDoihQFAVWWP+QnpYM82oMrOe7NtFXwMj2SjdWNFx5NqRkA0tPyyjzFWB78E0G1EREREREp4DBNFEfsrzLUJA1DZqmQe4V38ZYzmZYBnHxTjDDKgTUcZExsHV1TGZL7IrFAa7dBNLocuAMCSIiIiIieggG0w8iQzMd+KXUad/RqkHOXprufipvSoPj59vx4Txo5FGgPoLk8nZ8B5rpIIoclBPDK2Va6iyb2fE/l7Ry2Sy1RdM5lGEuPCxMDaYfwbOnmE5teF71/HRvp0uA5bIItomIiIiI6PQwmH4I7RJjrDHP0nQV3cJGsuHtgkYZ5sKGmqyg52Xma2B8WQ26AKjTMdbzLN3XBVRjgQOx6WGd9RGkOfAMCZtdavEWU0OtFJFNv1pG30AyXkD6seYg8gxgpe/Sr+frc1w2nELJmOJspUNRJphMFCj6NYL8wx7bycmaA1sFwvVuKw1kXI4kJJsbMMwmIiIiIvrwGEw3UO1iVDGKIniGVC0QLDFbBkVQEwdYpnm6WbB8gTMJSLa31TKzZRF0ZZLN9S6VN77ZIIGEs4taoS6d9REhw5yqSNw5doOi8RJzN6mUuRxJjWWa0o/j5QS6rkOZ1Y/61KTHjtDCrJJ+vcSyqerJBtelcojz/+6xnWyxuyiK4NkSQktH22nSHA8GXMw5Yk1EREREdBIYTDcIrWzUNV8gqhJQIg2aHL+SVh3Z5RHcAOswgWR4iCIfvpOmeNeDTQBI7spB2R3qexLTVR8R2Q2Acn0AxHflGrWUkc7QdA8g3gWapyw9rvaR4cLh0eEe24mXmOT9y9pAallcTDZ92GoIa7I8sF8iIiIiInpqDKZ7k2H6Hgxpg1We6qwoUGrLZAezCRRFh2VtsIEEw/b6p10LEasPna44ODy6n6bVJ7D02V5WAxERERERfTgMpnvLRh9XpZWWAcjntVRwAECMIFhiOZuko9u90q5F9alPm1tsE0A6ry25VdlOS5lki9vKu8iep+ygcd21k5IeV3k17YcZajupNJAGXH1WaVsiIiIiIvrwGEz3lgdMZukRSQ4WlXnVGkzHLAWR6VzjxoDz0UTqU7hNCzcEuDGWqxCSsShWHZfN2nZi3GyStMxuZ2mZptRn7cqGoaqwr4YJLo8nPXaoNpzSiZE1E2avqotsp9430s/r57AIpCfF/HQiIiIiIjoZDKZ7i7GcWwglA142P3kx3mJeSasOcLMGxot8DrOHUeJCP8qcV5H6FOLlHG4owfayxzaV5+kGM+hugpHtpfVenGFV2068TEfZR9n/H3kjJK6OSUPEF6xdJEkiNof4QwtmUHQXmGbHHkVYjO9w07fqndvJ+0bx2DTPrp9DDVeGBECCkZ/n3av2GC4iIiIiIvogXr1+/fq+/maXN2/e4O3bt5X33r17V/k3vQyy6cMbbY50I4CIiIiIiOh54sg0ldRSkOV0hLQphZuIiIiIiOhjxmCaSgLcrM8wzdPTvSngWny2MRERERERUQ3TvImIiIiIiIh64sg0ERERERERUU8MpomIiIiIiIh6YjBNRERERERE1BOD6TLZhB9FcGoP8pVNH5FvovRE5gFocBr29cFoTvV5xidTsacjmw783Tnw4ZSfwZ2X0UplfAcNRXrRnOJ50819TIPjH/qsJOu7TeWGrjMRERERETGYplwwg6IoUBQFVlj/8OWTTR+eAWz09Bwo+gaS4VVvdsgmFraEjaVDURToK8Dw/IcHp5oDWwXcfJ97z/KWYfo2VKnyZgMZ5sJAY7Gh60xERERERACD6ZdBlpsjo0PvU52My5EEhGvsngIWL7EKAXVcRNPalQEpXGEZpIXi4BpuImF0+ZjznODuwJPHNMeDIYVw3aT+UZV2BSOxGm+CHKfORERERETEYPpBZGiVlOAIvqNV02tlDY5fTuF1YGpNAUyWxtuSWtxOw5VXG0FFOurpeVco3haoc6em1PSm9wBZM+ELHJdsZueovoGTI+NcApLtbem9GDebBNLostb2ZqlN98/z7phtFYAK+0Ca9+02hKvPcFN6b58Gx5bgXgf1DwatMxERERERVTGYfgjtEmOsMc/SohXdwkay4e0CQhnmwoaarKDnZeZrYHxZCm5T6nSM9Twto7uAaix6puAGWNdGUAFAG6tAuMYuxOqs84A0B55tIFmlqcWNKdMnJcYyHYbenXtZMzFVk1KQeoEzCUju4mx+uYPmeyMOIs8A8mNXFMzX57gsHXu8nKSfWSGAEFbeJrU073g5K0bKD9AcG5I7P1BuuDoTEREREVEVg+kGql2M0EVRBM+ozUYNlpgtgyLwiYNdMJbGH1kQs72tlpkti+A2k2yukWXgIr7ZIIGEs4taoQ5BGk2XAnUNaSxd2ltnnYciw5yqQGhhtjuwJeZuAnW6vzhWvJxA13Uos/qZeWLBDLoLjLysze0REutQkAoAEs53/3mGtMkajh1AHCyxPMbhaQ5sNcTqcCVrTqDOREREREQvBIPpBqGVjRRmL31vzqoM0/ErKdNpym4uwDpMIBkeosiH76Qp3vVAEshGDXPxHep7EhKsEULFbnBaG0NFiHIs3V3noRQ3Esriu6QUwFXFsWgweDya48MbbbHaLUC2AmwPflOaQDCDokyKQDvZIj3a9NgrNzGORoNjqwit2d4NmkYnUWciIiIiopeDwXRvMkzfgyFtisBrl7JbCGYTKIoOy9pgAwmG7R0npRooUr2zkd+9FG/BOg8pvZFw7MB9KBrGqoRwtdxlCSAOcO2W5xbfYpsA0nlDcP0haGOoANSpD99PX7YKQDKw8P0spf7E6kxERERE9IIwmO4tG8krB14A5POmBxPFCIIllrNJOro9eEp1Ibh2kUgjXMoNKd696tyTfF57JFMawNVH99NXwyiqrMF0DszlPQW70fQY6eB6eWw9XQU82dxk6fPpsdfnrx/F7TUsy4K1WmGVvdwEQBJis1rh+hanV2ciIiIioheEwXRvefBRzP+VNQeLyrxqDaZjlgLE7NFLu9TaI4hvsEkkjBbThhRvkToXbtPCDQFutp3d3GcZ2tWoFkyni3mpdjVAljUTjrkfsGlXNgxVhX21/9nTKUb2d3WWNVwZ6eOy8lMZXLtI1OluVXZZu4IhJdjc7Iazs3noNpzSwcuaiYZDFyBDluVdavyFLGP3tLM4RhAEldddAgBb3AQB8sz5p68zEREREdHHgcF0bzGWcwuhZMDLUpgX4y3mlZTpADdrYLzI05w9jBIXem215mFljzySJCTudW0EWKTOhXg5hxtKsLPFuIp5wzGWcxchsu34Vzi/XmFvK8EMurUtHX+ExRhY3+yNSyNYu0iS5IPP2Q1mOqxktDvmyJtCCi3o5YXR4iXmVoKRnaawe1PA1UvzkNMNQdFdYFqkuS/Gd2g49E6a48HzPNiGBEgGbM+D5zn9shueuM5ERERERB+LV69fv76vv9nlzZs3ePv2beW9d+/eVf5NRERERERE9FJxZJqIiIiIiIioJwbTRERERERERD0xmCYiIiIiIiLqicE0ERERERERUU8MpomIiIiIiIh6YjBNRERERERE1BOD6TLZhB9FcGoP8pVNH5FvIn/a8jA0OA37OgrN2T0/OIoiRE+y05fmGO2lwfGjI/QtIiIiIiI6NgbTH4NgBkVRoCgKrLD+IX0YMkzfhirV3yciIiIioueAwTTRB6A5HgwphOsm9Y+IiIiIiOgZYDD9IDI004FfSp32Ha2aqitrcHy/SK32HZhaUzJvluobRYgiH47ZVKaLQH0EyeXt+A4000EUOShnN1fKtNRZNrPjHzY3+jgGay+xtrjdhnD1GW5q7xMRERER0fPAYPohtEuMscY8S51WdAsbyYa3CxplmAsbarKCnpeZr4HxZSUoBQB1OsZ6npbRXUA1FtiLz7p01keQ5sAzJGz0vM5bTA21UkQ2/WoZfQPJ8OD3rvQpGbC9BNsiXs6wjCtvERERERHRM8JguoFqF6OKURTBM2oTW4MlZssAu1goDrBchYA6zoKvC5xJQLK9rZaZLRHk/84km2sEWaH4ZoMEEs4uaoW6dNZHhAxzqiJx50WQFy8xr6Qhy7gcSY1lpNHl3uhrvJxA13Uos/pRn5oB22uQtiAiIiIiolPHYLpBaGWjitlL35vXKsN0/Eoqb2SXR3ADrMMEkuEhinz4TpoyXA82ASC5Kw1Pxneo70lMV31EZAFluT4A4rtyjVrKSGdougcQx89h+HXI9hqiLYiIiIiI6NQxmO5Nhul7MKQNVnmqs6JAqS2THcwmUBQdlrXBBhIM29tL9R2GWH2o3TDtxbYgIiIiIvpYMJjuLR2dDVfLXbovAMjnTc84ihEESyxnk3R0+yipvn3q0+YW2wSQzqvjsdXttJRJtritvAtA1mA6DhrX8TpJj22vodqCiIiIiIhOHYPp3tKAUh2buzRgWXOwqMyr1mA6ZimITOcaNwacjyZSn8JtWrghwI2xXIWQjEWxirVs1rYT42aTpGV2O0vLJJubYp5wRruyYagq7Kt+IenTG6q9+rSFDFmWd6nxF7IMea9NiIiIiIjoVDGY7i3Gcm4hlAx42ZzYxXiLeSWVN8DNGhgv8nmzHkaJC32y3As4H0+kPoV4OYcbSrC97LFN5aWogxl0N8HI9tJ6L86wqm0nXqajtqPs/4+8ERJXx6Rhaepg7SJJEoTr+jJep2ao9hJvC83x4HkebEMCJAO258Hzqo8gIyIiIiKi0/Xq9evX9/U3u7x58wZv376tvPfu3bvKv+llkE0f3mjzgMCSiIiIiIjo5eLINJXU0p1lDVcHUriJiIiIiIg+ZgymqSTAzfoM0zzd2ZsCroV5Qwo3ERERERHRx4xp3kREREREREQ9cWSaiIiIiIiIqCcG00REREREREQ9MZgmIiIiIiIi6onBdJlswo8iOLWH/cqmj8g3UXoi8wA0OA37+mA0J3vGcvY6mYqdOM1BFJWfDy1Dc/ziPPoOyo/yFjfUdroI9kNZg1mvz27Z96yIrMHxy2V8OLUywmQNjp/3Rx9O74MXPK5O4tuRNQd+R3t1l+nX7tWy1e8o2Sztq+EcDtNeIucnLbPbT+XV9Gz1rO0PfOd2HVdv2ff+/v76tcVO7TtB7Dz321dbu/chsp3WMo++Tsva252IiOgUMZimVDCDoihQFAVWWP+QRGmOB1tNYOnpudRXW4w8v/WHcZOhtjMMGebVGFjPd31EXwEj2ysFURquPBtSstnVWZmvANuD37vSGhzPhrSxoCsKFGWONa4+0LELkk0sbAkbS9+dH6PeXgJlerW75sBWATc/36VnwcumD88ANvln+gaScaz26hJglvWb4qXDTQCEawSVsjJM34YqVd7c6T6uvmSYCwNNu+vVFgeJnede+2pp915EttNaZsjrtL3diYiIThWD6RdAlpt/vRx6n45Fw1gFEvcaQfaLMw6WmLuAcdXn1/5Q2xlKjOVshmVeGQBxMMMqBNRxUZ+tq2MyW+7qjDjAtZtAGl32GmnSHBtq4mK+DLIf7jGC5Qyn/IQ27cqAFK525ygOruEmEkaXpYCps8xD2j3B3d55kXE5koBwXZyzeHm09noQ+RIjKYF7XQ2lNceDIYVw3aTyfkrsuHrRrmAkVsMNxIe0RbPu8/yQfTW1+0OIbKe5zJDXaXu7ExERnS4G0w8iQ6ukGkbwHa0h/a09LTb12DQ5DVdew8iM5sDzrqrpx1117tSU0tn0HiBrJnyB45LN7BzVN/AhyGapLZrPTyXF1HegndcKAEiafnlK57X+0b0vke0InWeBfeH8sf0wwFLoV3RXP5RxLgHJ5mZ/lKxG6NgFjuvx28nqvL0tvRfjZlMOmETKpLrafXfN2CoAFfauP/ZJjxVtryHOzz7tyoCUbHBTq8LtNoSrz3BTfbs3oTpDg2NLewF9WVdboPM7Qfw8d+1LtN27jl1kO91lRK/Trus9NVS7ExERPTUG0w+hXWKMNeZ5yqJuYSPZ8HYBoQxzYUNNVln6mwJlvgbGl3vzA9XpGOt5ltrnAqqx6JkmF2DdMDKjjdVqCmVnnQekOfBsA8kqTWd9fCrmE9AcRJ4B5HVWFMzX57gs1TlNMZWKFNP5FlNDLW8FACCddzSgwL4guJ3O8yy4L9WYYpv1w3w7bem+cpb+Ga4PByL5SGLlB3dnP7zAmQQkdxeV4Mw3axUWOXaR4xpkO3md4/R8Rw7275uJlEl1tXu8nKT1sEIAIaz8XO5ScGMs0+Ha3XeJrJmYqvsjwVVN7TXE+anLRmIbArG4dWRT8LgE66w5NiR33rK/7rYQ/U6oajjPAvvqbnexYxfZTncZ0eu063pPtbc7ERHR6WIw3UC1i7voURTBM2oTuYIlZrvUtjRtL/+Rl/5EyH5obG+rZWbL2vxAINmUUvtuNkgg4eyiVqhDkEbTpUA9/bFaCXQ66zwUGeZUBUILs92BLTF3E6jT/ZGzeDmBrutQZvUz85Qa6ow01XK5q1b2A7j84zs7rkJ6Y0MyrnaBkqyZWBgSIJ0hbVaRfT1wO3vnuaHM3r5STcdVHzHdLdQURfBsCaGlo63ZNMeDARfz8q9kwX5Yvsmk6BvAsEvBWcNx7R17qv24htpOnYTd4OSuveqayoi0u6BgBt0FRl7eXiMkVnvguN9exzk/sjmFihCrtsoc0nlcgnXWHNhqWx1E2kLkO2Hf/nkW2ZcIwWMfUPt1Kn69ExERPVcMphuEVvbjIHvpez+OZJiOX0ldS9PhcgHWYQLJ8NK79U6a4t30Y6aS2hffob4nIcEaIVTsBqe1MVSEqA4adtV5KMWNhLL4Ljn4wzCOD/2gfSppndtHWUsjiyXxXbXFgpkOK5RgZz/2F2Ng5SZAskV6RkT2Jb6d9vMsti/U++HedvI3l5jk14S1gdSyWJVs+rDVENbeokZi/bB8k2k/OBM59lT7cQ21nZJgBkWZFMHVrr1KWsp0t7sYzfHhjbZY7Rbq2l/0qqy5vY5wfkrznrt75b7u4xKpswbHVhFas9Y6dLeF2HdCWfN5FtmXCJFjH1b7dQrh652IiOi5YjDdmwzT92BIm+IH3S4drhDMJlAUHZa1wQYSDNvbS20bTpbqnY0+7KV4C9Z5SOmNhI/xB1SctX16jiezJXD2kCVqxbbzoc5zukBS/YdzKk19TWDp9WBFvB/WAxRgf5R3qGN//HZusU260nRFykC43dtpGKsSwlXboleFw+2Vevz5KZEvkcbSTXvqIn5crXXWxlABqFMfvp++bBWAZGDh+6WU6CHaotB+nofbV+uxD6z9OhW/3omIiJ4rBtO9ZaN95R90AOTzph8+MYJgieVsko5uHzG1Lbh2kUgjXMoNKd696tyTfF57rEwaNNRH99NXw49IWYPpHJ4/+jTSOtfnnVc1B0Pd57A+P1RkX02at9N+nsX31XhcvUbFUvmji1x9VulrKZF+mKW8NgWdu/qIHHuqvp3qcQ21nRjp4F851K/PixUp06Te7o9UuyHR3l5DnZ9CuvCYi9ap2w+xOy6BOt9ew7IsWKsVVtnLTQAkITarFa7rld6pt4X4d0L7eW5S35cIgWMfjMh1KnK9ExERPW8MpnvLA5TSyqeak85v29FgOmYpQMxSGxt+XA4mvsEmkTBapPMRqwM/InUu3KaFGwLcbDulObna1agWTKeLBKl2NUCWNRNOfXEaANqVDUNVYR98BMxTyBc2suGUKi1rJooqp2Wk8gJxcjavsUwzS9uQ08fHVOaHiuxLfDvt51lwX0DjcYWrPBW13p+LOZ3lH/tFwFBKYa4Q64fBOqzMH83rUw5Mu4891X5cQ20nu5mlTncr9svaFQwpwaa0XLVIme52F1FkqhSb0nBlVNOru9truPOTEgkQZciyvAv4L2QZxRP+RI5LoM5xjCAIKq80M3uLmyDAbtZJZ1uIfSd0n2eRfYkQOPYBdV+nYtd79klLuxMREZ0uBtO9xVjOLYSSAS9Lo1uMt5hXUtcC3KyB8SJPtfMwSlzoe/NHh5Q9ZkeS0ueV1j7rrnMhXs7hlubvFfMRYyznLkJk2/GvcH69wt5Wghl0a1s6/nQO4Ppmf2wkWLtIkuSBaZ8DCmZQdBeYFimSi/EdKlUOZtDdZLf4UbQ4w8qtHX1wg/V4sWv3Kdz9tE6hfYltp/M8i+wLQOiucJZvxxshccuLi+X9uXjUm2enZSa7H/tZUAMJRn5+di8ny8gQ7IfBDLoFTPPtZPUp9iV47J3HNeB24iXmVoKRnZ5nb9oQPImUEWl3AcFMh5WMdtdw5E0hhRb0XaVF2mvA8wNkC4/Vbh7UaI4Hz/NgGxIgGbA9D55X1Kf7uMTr3EmkLTq/E0TPs8C+RAx17CI6r1PB612g3YmIiE7Vq9evX9/X3+zy5s0bvH37tvLeu3fvKv8mIiIiIiIieqk4Mk1ERERERETUE4NpIiIiIiIiop4YTBMRERERERH1xGCaiIiIiIiIqCcG00REREREREQ9MZh+JNn0EfnFczSP6Sn3Rc8L+wYRERER0dN6IcG0BqfyPOTSJ07teZ5Du9sg3Ny1Pj9ac4rn8z4q4BHY11HJJvwoglM7mccJ5NI2re/rIWSzdP5Lr6b+8mx96L7xsZM1mJXr3IGpVfuXLGtw/HIZH06tzNMZ7voqaHD8R37HCbiffIb3P/g6fvqDr+On3/sM9+WdySO8/8HX8X5Seg/A/Te/hp/+4GvVskRERESP9EKC6QDrEJBGl7UfcTLOJQDhGkHl/eHEwRKzZcvWNQe2Cri6AkVRoEyWDw54OvdFjeLlJD33Vggg2bXFZPmQlpBh+qcXiLf3jdOs88shw7waA+t52s8UBfoKGNleKVjVcOXZkJINrPy7YL4CbO+FtIsM07ehSvX3Bzb5DO/tL+CTX/8GfuZXvoFPvwW8/057kHz/W1/DexX49Nd/H68ecskTERERHfBCgmkgWIeAdIaL8pvyJUYSEK4PBRkHyPIuKJc1DZqmQd77sSZDlvNX/bO6BHeP+hHXZ1/0YgzeD6mR0HluE2M5m2EZFBd5HMywCgF1XAz9bl0dk9kSu2JxgGs3abgJ+PxojgdDCuG6Sf2jAX0R979xgVdusAuKX/l/hE9/9AV8/s+/WC8M5IG0wUCaiIiIjuPFBNO43SKBitJvV+DiDBJClGNpWTPh+3mqrw9nb1RIhrnwsDA1mH4Ez55iOrXhedVUcc3x4HnZa7Gf1rhLLbZVACrsvTTvdLQw2suz3B9FbN9Xnq6ZpVgePC5ANh34pTRUzXSOlAIvQyvvK4rgO1q13nspr/tpsanu43o8kXOYlokiD4YESIZX1L3Wht19TKQthuiHInUW74fPkmyW2rShHwqe5+7tdAmw7JEJ8eipE4NdXwLXMoDbbQhXn+Gm9n7d447r7+HzLwG4+3HpvR8Dfw7cn/290nupNJD+Al5ZDKSJiIjoOF5OMB3fYJNUR4K0sQokW9zu3nDg2QaSlZ6mWeobSEY5FbMgGVOcrXQoygSTiQJFv66kigezLJ3zwEhMNbU4hJWlfxZp3jGW6dBV9Ue7dgVDSrC5KX79de0LANTpGOt5Xg5QjQWqsaADz5Cw2aWYbjE11FKBAWmXGGONeX7MuoWNZMMrB3ALG2qygp6Xma+B8eVeYN95XANq31eAmaJAUXS4CZC4WR9SFCizUs8Q6WM92uJx/VCkzuL98NnRHESeAeRtoSiYr89xWe9kXee5x3Zycja9oz0rRsblSEKyuXnw1I9mA15fnddyKl7O0ONewcPIr+vvpLY/AX7xNe7L740/SwNp99v41C9/QERERDSclxNMI8bNJgGk893I77mE0g9VGeZUBUILszzPMl5i7iZQpw0jJckG16W0TcRH+KUYrBHWRtO1sQqEq94/TJPN9S59NL7ZIIGEs13Oe3rsiTsvtpsd+0OodjFKFUURPKM2UTKbv7s7hDioBWwXOJOAZHtbLTNb7s1tbz+uYT1+XyJ9rGdbPLN+eDoa2gLp3PLGqeUHz3OP7WQL9EVRBM+WEFo6yvdZ6jTHgwEX88FP8oDXV+e1fJru1Qu8+hFwb/zjapBNRERENKAXFExnPwalES5lZPOlyyNrxQ/Myv9zl+zPtUY5CD+mdOG0ItDSMO4czWqWlCdlx3eohmbZsdcmbsd3BwK4DqGVjVJlr/1RURmm41dSQ9N091yAdZhkacc+fCdNQd27odF5XMN6/L5E+li/tnhu/fB0pOdZ9BgOn+ce24mXmOTXhLWB1LK4mGz6sNUQ1i5TJUu3L9+gkgx4u2uoz3SMIa+vrmu5y5DHJe6V+218+i/+EK9wgfff/HL9YyIiIqJBvKhgOv0xmI6syJcjSMkG9SzVyrzR3j8Mhxdcu7sbALI5hZq4uBb43X66ZJi+B0PaYJWnMSt5unshmE2gKDosa4MNJBi2t5c6+lydWh8T8fL64YcVB2m2QdPiYrLpwzMSWPqsNFIcYzmp3aBK3CJNWymX7TbM9SV2Lbcb8Ljiv6y/kzr7AvDnf4lX5ffufgzgT/GpdQuov7b3qCwiIiKiIbysYDofYRtruEiH/0qjTbfYJvujqr1/0A0tvsEmkTC61I40fxK7Y5fOqz/r5fNjPMcmG8lblVYtPrivGEGwxHI2SX9kn3jqaDeRPvaUbdHDwP1QFlgOe6gyzdLzXF5D4WGG2k4qDaQBV59Vro/jeOz11edafgp/gU9+BOC8vHL3F4FfBF5t/6L0Xon/B/g0BO7tz5juTURERIN7YcF0/oisKaZ7aarpQkuq7aC8qK2smXDMfj8xy3ap5Vr2eKJ6gU5pvSTD7lzw6eH7yvexKFb0lU0s6nOdB5EHH8U8dFlzavvSYDpmqR3ShZgqi8WdrBh3SdMzzdPPuvvYcdqivW+01Tkn3g+7aE4Ez/MaVggvDFXmsHxhNRtOqTFkzUS/y11kO/X+nH6+MKo3JYpAenLkuej1+jz0+hK5lnNpv8uny1wc5VFtP8arb93i3tB2z5W+n/xjvP/ST/DJvy+v8F316jeZ7k1ERETH8eKCaQRrhJK090is9LMZdGuL8aJIwV2MgfVNvWAP2eJRIzt7PNFDfvgHa4RA94JPj9lXMIOe/b9RFCFanGHVK11TVIzl3EJYmhe5GG8xr+wrwM0apXbwMEpc6Lv5o8OqPqZMguGl+z00n7VLcO0iRGneZ7kdRPrYMdqio2+01nlXSLAfCqrPHW8yVJlGwQyK7gLTIu1+Mb5D78u9czt5fy4eReXZIySujsnuRGq4MqRK/yte+/OG4+WktPJ/X0NdXyLXcip/RJudzYm2PW//8WKPPq5spNn9CT7/ztfx0x98He9/Q+QZ0kz3JiIiouN49fr1697Zb2/evMHbt28r7717967yb+pDgxPZgKW0rv47NNn04Y02D/iRTUM7jbb4MP2QiIiIiOg5enkj08/Q0yz4VEv9lNORssfOjaWHOM22eJp+SERERET0MjCY/pA0J00JNQB3fuwRyQA36zNM89RPbwq41hGecUvdTqwtnrQfEhERERG9DEzzJiIiIiIiIuqJI9NEREREREREPTGYJiIiIiIiIuqJwfQT+Lmv/jv8w3/92/i5+gfPnGz6iPziGbREREREREQfi5cRTJ//Nn7lu/8F/7D8+te/hy+d1wt+ID/6Pv76P93hb+rvP3d3G4SbuxNfsEqDE0VoeqzysWlO8dzhzpsOmtP4vOHHETj2bPGx3au1cBuBfZ0oWXPg79rJwQMfP16QzXR79TaXNZiVPuHA3C3pvq+t/4jU+dTKEBEREb00LyOYzvy18z/h7VfS13/+A+B/+J1/d8SAWsaX/vV/wa98tftX49/8h9/Bn337u/W3n704WGK2PIXnKMkw/Qj+Kf2C1xzYKuDqChRFgfKg50c/wXEFs7R+igIrrH946gY4P7KJhS1hY+lQFAX6CjA8/xHBoAxzYUCqvw0Z5tUYWM9351tfASPba74B0dZ/ROp8amWIiIiIXqAXFUyX/c1/+F/x3/6rhJ//v3zIX3Qyfu48f9U/e85kyHL+qn9GhQR3/SNoekLalQEpXGEZpA0VB9dwEwmjywd2bO0KRmI13JiIsZzNdvsBgDiYYRUC6rgpmsbB/iNS51MrQ0RERPQSvdhgGvg/42d/of4e8HNf/b1SSvi/wy83jCy3l/kKfvm7/wX/8Lv/Fv/DLwA/+5V/W6SW/6uvlMoBr//Vv8Xf/53s9Vv1OdPpdn75n30Fv/yvD+0rVanPv/49vP7q7+Effvf38Lpe8KCmFNyG92QNjt+dhqo5Hjwvey3q6cv5djU4fp4+7MNpGKaSzWpqqGb2TXVO9xVFHgwJkAyvJV1ZoD6aCb+jTBfZzM6frQJQYe+Or5amWz/2ys2WPscl4Lz72EVU6nxoO4PsS4ZW2VcE39FK52+o8yPjXAKS7W3pvRg3mwTS6LLYn+YgimojrU3vQYNjS3CvH56t0d1/ROp8amWIiIiIXqYXG0z/3FfH+Hkk+Ov/WAzt/NxX/x3+/ld+EX/921k6+G9/H3/nK/+2kqrdXea7+LOv/E94+5V/if/2X4G//e6/3KWWv/1fqqncf/m/ZCnn300q75f9/Gdj/NXv5uWAn//K/7uamv7Pfq9an9/d4he+8k9KBYYiw1zYUJMV9CwNVZmvgfHlXnAbzLI0VffwcanTMdbzvBygGou9YMQzJGzyNNb5FlNDLRUQEWCmKFAUHW4CJG6aZqooCpRZNaARqo9tIFll29A3kIwDKbgt4uUk/f+tEEAIK69PKU1XNv2OYxc/LhGqMcU2O/b8uPqmRu/V+cB2htgXtEuMscY8P2bdwkay4e0aY6jzc4EzCUju4mLOelNVgxl0FzC8/EaPBsdWkbhzLEsjx5pjQ6q910bOUrnDdVHn7v4jUudTK0NERET0Mr2oYPrnZ8UCZH//K7+Iv3b+n/jRXf6pjNf/QMLffrf03t3v4IffTfCz/+D/mo0ai5QZ1t/+p/8Vf5nt62/+4/fxt5Dws7sJlzK+9Nk/aazP8LIfxdvbYm5mHGA5W6JPeJJLNtfIM1rjmw0SSDi7yD+VYU5rwUi8xLwlOH8skfogtDDbFUrro07rI++PJeNyJD3tsTfsq9+o4eE617cjUqZTNhe/0g/TfOi9GzvDkrC7jyWdYdc9AMTLOdxEhe2YMH0bamhhUo2kYashVl2RdL44WRTBsyWElo5e8f+ew3UunFoZIiIiopfhRQXT5QXI3v729/F3ZuUR5TTt+7//qPpj929+9OfAL5xlgbJImWFV9nV3h/9e/rCtPoMLsA6TLGXWh++kKd69gqCSpDzZM75DNVQsjWaVxHdHDChF6lNJVc3qM3hA8IGP/UHH1VLn2nZEynSTYTp+Jc07TXs+omAGRZkUNwKSLWq9AcuJhVA1YEghrEoEnI5Uh9as+8ZTvMQkG23WrQ0k+wEj97nOOp9gGSIiIqIX5EUF0xVHHlF+iYLZBIqiw7I22ECCYXul1NqXrzL39ikCOGogw/Q9GNIGqzylfJf2PLRbbBNAOhcMZrUx0h4hofK/ZO+rUx++n75sFYBkYOH7B6cKxMFDRu5F6nxqZYiIiIheppcbTO/5P/C3/xX4O1+q/uj7uS/9IvBft9kzoEXKPKWW+jyWfN7w+B4AiBEESyxnk3RO9FFSa5t/gMvnzTU6vrQ+oVUK3nYvgdHGXp7+2Bv31WvUsKXOte2IlGmXjoKHq+UuLR9HOz8x0oHz8rh5ltK+uak9yiyfJ63X5k8DuL2GZVmwViusspebAEhCbFYrXIsfvACROp9aGSIiIqKX6eUG0+dfwf/pKxL+9j/9f7MgOMZf/qcEP1te4Ov8t/FLvcvkYvzNf4PQyPff/Mfv429/4Z/i9T/LHpNVL3BQjB/9wf+W1uefZUFKVp9+0mComP8rQ7sa1YJpDaZjlhYPSn8QtwVC8c0GiTTCpZY9Jqte4KAYy1UIyVgUq4XLJhZG3+PKZT/oe43wlaX1Ue3q4kmyZsIxh76VUDr2fF8Hj/2xx5Vq2le42n/u9e02u3myt7NsdeaG7dQDpqYyTfs6LOur42Kuuqw5Rzs/wbWLRJ3u+qGsXcGQEmxuyjWWK/Okd/On8xW24xhBEFReadb+FjdBgDhGw/WV9q+mc9hFpM6nVoaIiIjoJXpRwXR5AbJ/+Du/AXz3/4Uffrv4Qfc33/6/4T9/98/x87+Tl/mn+O/f/Zf4Qc8yub/8/3wbf42v4u8feDTWzt3v4Iff/XP8/Cx7TNahck3+w/8jrc8sewTXb53hvzr/W71UhxjLuYsQBrwoQuRf4fx6hWribICbNTBe5GnOHkaJC720CvWebIGpkZ09JutQPmuTYAY9+3+jKEK0OMPqEam8wXXp+Ho/Iimrj7UtHX+ExRhY3ww7Lg2Ujt3L9rU4w8ptPvZHHxeA0F3hLD8ub4TEbV70Kl7O4YYS7Kxe5bm88TLNVNjVOdtOZRGuHvs6LMZybiGUimNejLeYH+gbjz4/8RJzq+iH3hRw9dK8X6SPgqvOk87mT0sGFsLznfPrq3j0nGc3n8NOAnU+uTJEREREL9Cr169f39ff7PLmzRu8ffu28t67d+8q/6bj+bmv/jv8/X/wffzn//vvfIDU8+ORTR/eaNMewBMREREREZ2AFzUy/TJ9BV/6V7+N17u083r6+nNVS3uVNVw9IOWViIiIiIjoQ+DI9DPwc//s9/BLn/0T/OwvAECCv/7ut/D/+/Z3n3kwnc2FnaqQJABIELorXJefL0xERERERHSiGEwTERERERER9cQ0byIiIiIiIqKeGEwTERERERER9fTRBtOy6SPKnxNLRERERERE1MPRgmmn9pzaMtn0EUUOej4Rtp3mIIp8HNjlvrsNws3dh13sSnN2z5zdezkaIJvwK+/7cEytcgNAcxr+3/p2qJ/8vNdvtsgaTKd4TnDkOzB3y5Hv0yplq9uSNadoW99p7LenVoaIiIiIiApHC6a3CSCdXdTfLiRb3Nbfe0JxsMRsGdTf/gBCWIoCpf6aFXULrew9fYXtyIZXCsyCWen/0V0kSODqzdt5WjJM//ANFXFDbUeUDHNhQKq/DRnm1RhYz3fnVl8BI9tD4/0KzYGtomiL8rOzZRMLW8LG0nfbMbzajaBTK0NERERERBVHC6bvkvo7hYszCUh6jgrL8i6AlDUNmqZBftCPfRmynL/qn524OMByYiGUDFw1BXD0eNoVjMSCFdY/iLGczbAMil4bBzOsQkAdH2qMBHcNnVy7MiCFq9224uAabiJhdFl0yFMrQ0REREREVUcLpm+3CSCdpwFwls6cjuDJOJeAZFuMS8tmKcU08uHsDYnJMBceFqYG04/g2VNMpzY8ry1VPB3RjJx6WrQHz8tei/qcaQ1OFMHRNDh+W31qdfYdaKYzfOp6owDr1gDuEWQNjt+dxixrJvyD5yc9h1HkwZAAyfCK7TUO4R4ivp3u/iNKg2NLcK8fPpqfTmGIENkqABX27lzmfW2//wMxbjYJpNHliZYhIiIiIqK6owXT8V0CSGe4ACCfp0mz5QAwyYbsZNOHZ0jY5Omw+gaS4TWm9UrGFGcrHYoywWSiQNGv0Rz2aHB8D6PEgjILKiPgeVq07h4eOlenY6zneTlANRbVlFfNqdZ5vsXUUEsFjqtyo2IwMsyFDTVZQc9TxOdrYHxZvUGgOfBsA8kqTQnO26uIbwPMFAWKosNNgMTNyvVOORfbTp/+00VzbEjuHMuG0eQmcpbKHa6L+sTLSVoPK6ym8O/SvC+QJmbE2U0mB/v3K06tDBERERER1R0tmMbtFmm4KuNyJCF0XSTSOWRc4ExKkA6EpZ8l5QAmXmLuHhgVSza4LqXZIm6Iei40OJENKbEw6RW8FZLNNfLdxDcbJJBQTP+WYU7Vxjo/TGn0sjS6+oBY8JGyoGp7W9x8iAMsZ8vSDYv02BFamO1OUHrs6rQ+yv8UevafNpoDWw2x6oqkS4vCebaE0NLxwG6WkXC++8/05tO+UytDRERERETHC6bjOySQcC5f4EwKsV7eIZHOcCGflxZ3Ko2KVf7XYlS7LNncdMyzlmDYNlQASWm0sK9KfeK77KZArqXOD9K0ANlEeHR0OAHWYZKlU/vwnTTFuxqQFgF32aH2Or6WtuhVHw2OrSK0ZgcyHUriJSZZO+nWBpL9sFFwAEAwq7Z106J8p1aGiIiIiIiAowbTuMU2kXB2eQ4p2eI2+/f55RmkAwszDSFxdehuAtX+EKO7T+NBC7gJCGYTKIoOy9pgAwmG7cFrmOdcmb+8mx/8jGljqADUqQ/fT1+2CkAysPD95tW6ka4I338U/DZd6f687f84tTJERERERFR3xGA6xl0CSKMRpOQOMWLcbIDRSCqNeDX/kJfTFZEeMCqWYHMTI15OYIUSjL0FxobQUucnoWFcm6c7rBhBsMRyNknnlavj0pzp9Nh3j+qqvARGdQfX0hZ9+s/tNSzLgrVaYZW93ARAEmKzWuFaeEMisuui8ti4LF19l3lxamWIiIiIiKjuiMF0ulCWJEm7wC++S/9djKpmqwaXF/iSTSyMx/+QD2bpI6SaRlaBbC60NMKllj0mq17goBjLVZjWOV+pKavz0ckaTN+Gmrh4xILTB2gwHbO0+FQaUFWD0vTYVbu6SJWsmXDM+nnOb6b0GbVt0radgfpPHCMIgsorzdrf4iYIsqn59fOTHnfvfQEIrl0k6nTXf2TtCoaU3gg61TJERERERFR11GA6lS82VixKVp5zGy/TEdCRl6UMeyMkro7JoycNB5hZIaDazWm62UJVIzt7TFZjoQOCWVpnO0t3Xpxhtf9g4sGodn5upjjbWNB3K0MPKcDNGhgv8vRtD6PE3d9XMINubUvlIizGwPpmP7oPrl2EMODl6eB9znFJ23aO13/q8vNTPDrMsx+4r3iJuVX0H28KuHptnvyplSEiIiIioopXr1+/vq+/2eXNmzd4+/Zt5b13795V/v2xkU0f3mizH3wSERERERHRi/MEI9MvUS3lV9Zw9YB0XyIiIiIiInqeGEw/SICb9RmmeaqzNwVcC3PmxRIREREREX0UmOZNRERERERE1BNHpomIiIiIiIh6YjBNRERERERE1BOD6Sdw/1tfw0+/N0LvfHoiIiIiIiI6SU8zZ1oe4f03gE/+xQavJiO8/43sv/uWaXH/W1/De+Mn+PRX/kD4/xnU5DP81Ebj/u8nI3x+/pf49Hf/tPbJE5l8hp/aF8W/wz/Ez/zmE9el5fw0+zLe/+DXAOsb+NSvf5Y5heNqcf/Nr+G9+oX0Hz/6E3zaoz8/qfp5LMvOaXp9ZcdS8sr9Nj793R/j/ptfx3u1/mlJj7bp2hf1JI/w/ju/ivumPih/Ge+/8Wu4/xIA/ASv3GDvHN9PPsPn9kV6M/BHt/j063+AV7W1Fp9jGSIiIqLHepKR6ft//ku4//O/xCsA9+fFf/ct81y98jcfLpAGAP8P8DO/8g38zK98A5+G9Q+fsVM+rslneK8Cn/56Wr+fqQcxJ+cWn2bnsvLKAuBXv/v76b+tWwA/2R1XHni9+s3S//Prf4JXpTLl7Yjo2tfL90Xcf+/reP9bX6x/8ABfxP03fvVAVsyX8f47vwZ8/w+ztg/wCf4x7vNH/iENxD+3v4BPrG+nbfAt4P13vvb8yxAREREN4EmCaZx9Aa+2fwHgi8A//QJerRt+WIuUeXa+iHs5f9U/o5fvJzj44HH5i7sA537y5fTFPkJDm/xjvP/zP2y82XT/zV/D/Y/+BJ/87p9mN3p+jFe/Wx3Bvf+ffxX34R/jlZ/dNPH/CJ/+6Av4/J8Xgf5zLENEREQ0hOMF0/II77/3tfSlAveGhvff0/D+S8C9/TW8/95nuBcpU9/uI93/1md4/4Ov46c/+Dp++oOvNYz+fLFW5ut4/80v79WjUuZ7n+H+vFYAwP03v4r338le36jPmf4y3v/g63g/+TLef6+tPg37+q3P8NMfDH9uUN9XY32GOj9i28F59/kRcT8ZtW9H/jLef+9ru7r89Huf4X7Sf1/3v5Vtw74AcFE6B+X2/yLuv/FVfP5bX05HIO1/hM9/49fw/jvVNm1vi6z/fC8rk/WLtPxLH4UTPXaxPrbXVxuur87+I6SrPulx/fQHX02/A42vFv3xm1+ubEnMl/He/gI+/TdNNya/CPwi8Or7/3tLxkRWZvsXpfd+DHz/J7j/p/9jVu/nWIaIiIhoGMcLpuP/HZ9864/xyfd/kqaQWn+MT76fzV+z/hiffOuPxMoMKJ+L+UmefvrrPwSMr1Z/GE/+R3yOP8Mnu5TVP8Qnv/hreF/6Mbu3na//FT439uec5qmvn7o/qX+0c/8bv4xPvp6XS28oVAKhyWdC+xrC3nEd8/wIbAcA7o1/tDs/jfURMfkM7+1fBb6Vpn3utjPJC3wR99/4Ndz/+R8Xqc5f/zNg3P/HdzVFuZQ63ZDmfW/8I3z+rW/jZ37l9/Hpv/gGfubX/2hXZu8cHjr27/8RPv2VP8SrL13g/dmf4dNf+TY+/dEX8P5/fkjw9cx0HbtIHxO5vjr7j6DO+vxp1l++jU9/lM4R/5m8bI80+dz9N38NcIMDc4X/Hj7/EoC7v1e7SVDuN3mZH6fz6n/wWcNNmudYhoiIiGgYxwum8WO88v8UwBeA8M+y/wbw5+l/v/J/jFdCZYaSpY+Xf1zGG3zi1kYssvnNu/3Gf4pX37oF1F8uRj4ObOchXn3/j3bbefXvf4hX+AI+/6X80y/i/jcuBttXu8PHdZTz07mdVNN2+o0wpecQ4R/i0yztc7ed38hHi9Mf4K+2f1Gtz2/uB8CD+tEP8UleJwCI8/8+fA73jv3uxwD+Ap/8KH/jx8CflwuIKo2i714nPsLddeydfUzk+hLpP4I66zOgyWd4r97ik4555uWbeelNgl/bv2GzU1oU7kt/t/xByXMsQ0RERPQwxwums7nC+VzoezkLEPL/Fi0zmNKIRcmru5/UfmR9MV2FuRxUVFY6btnOQ5S3E/9l+ZPh99WqZV9HOT9d28k0bafXj+IiUC6rbudP8Un4kyyt9mt4/800xXvwAKfmcIptyzlsOfbKMf7i6571b1qA7PcPjGqenuZj7+pjLed5R6T/iOqqz1C+jPf2BV5Z3Svnl2/mHbxhg3yxv1J/+NFf1Qo80zJEREREj3C0YHo3V1hN5/69/04xD/D9dzTcy18WKFPf6rF9Efff+yre/+IPi7TPX8lTdmm48zPUdsRV5p82BDGvfvP30/Ra64f4BF/Ae/ureynn9JwM28e6+k+3YevTapKOdN//RrYeRbYmBb70q/j8e1+rpqfXbiQA5RHcbNT/vO3G5nMsQ0RERDSMowXTn/5K/oicbMTLuk2ftbsb8crmB7aWqW/1MZp/ZN2ff6E0YpGNQn1rU9n3/Xn5mbct2xnciexr8PMjsp1M03Z6jTCl9Xll1Uddv4Gf2Xvm9Y/xyt/g1W/+fjrP/Rjpt0JazmGvY/+YifSxlvO806f/tBGpz0B++Ef41PpDfPqtP07XpPjWH+PTH6VrUXzyrT/GJz9Elo2xf+xAeQQ3TZu/P/t7pQ+z7KFdVsVzLNOfSKbUUGWIiIjo+ThaMA1kz44O/wyv8h+NDc+OFikzjGxF1/ICX/IInxvlH1npD+f7cTEX8n7yGT43yj94f4xX37pt3M4hr/79D/HqS78ETLLHZNULHFTaV76ydMe+Om2zIHFv1P8pz4/IdrL3GzvqpUoAAH9/SURBVLbz6lsNc5lbjuvVt25xb1cXIrqfjEqLLX0Z998clT5Pf3x/uMBVpC2onUgfE7m+RPqPCJH65LKAsCndWkScrkVRfqVzyf8K8P90F8y/Wt/i3ig9V7qhj736N3+CV+o/2p2f+8k/xvsv/QSf/PtiRPs5lunj/ptfx/vvfLV1RfWhyhAREdHzctRgWujZ0SJlhDUtovT13YI6r343HXH8/DvZZ9/5JcD9Nj7dLdLzY7z6+h/i1S/+6m47n4//Cp/UUzH9P6hu5xt/F5+4Lema2VzEz+0slb3Pj6l8X3aWZvqNv7tfnx5e/W6AT8Mv4H1W9/JiQ093fgS3A+CV+8f4/Bu1+vj1Uu3HBf8P8Kn1V8V2fvB1fD4GPvn3eV/7U2CN0udfxed//if4tGEF7qfS3RZPq/rIrwPneSDD7Euwj4lcX539R4RgfTKv/s2f4BWKskcJwPw/wKcW2vtYvMEnVnF+3v8G8Omv17KGnmOZB6jPm28yVBkiIiJ6Hl69fv269+DHmzdv8Pbt28p77969q/ybjuf+t76G9//0hx802CN6qXh9EREREZGI445M0wBqKcjyl/dSMYnooXh9EREREdHDcGT6GbiffIbPf+MC918CgJ/glfvH+KT8vFoiejBeX0RERET0EAymiYiIiIiIiHpimjcRERERERFRTwymiYiIiIiIiHpiMP1Isukj8k3sPd6YiF4cXu9ERERElHsRwbTmRIiilpej1f+X4dxtEG7u8MhHmA5CNv3jHuuRaI5ftNVRAxUNjt++j0edQ815un53iOYgihyI71mDE0VoreopHNdRCBx73Qld70RERET0Yb2IYDqYKVCU7KW7SJDA1UvvzYL6/zKYOFhitjze9p8vGaYfwTcPha0ZzYGtomivyfJIgYoM07ehSvX3BxTMdn3OCusfPmMv9bgegNc7EREREeVeRDDdiyzvRiVlTYOmaZA74r1mMmQ5f9U/O1GDHfvQEtwdJ4Le0RwPhhTCdZP6R0QCnuH1TkRERERH9ZEF0zLMhYeFqcH0I3j2FNOpDc/L02LT0dT9NNb9UVbN8eB52WtRTxvO00eztOIoQhT5cBpGaWXTgb9LcXagmX3TdEV1HXtWqlwfkTrvlUmPPYo8GBIgGV5jerBsZqndtgpAhb07B6VzKWtw/HIKuANT26+PiNttCFef4ab+wQfSfg4BQIZWKRPBd7S99PS9/nNeKyC4HZx391URsmbCb9vOUG3auZ2mFO6m98SOXeR69/3sPPsOzN0591FsTqwt9tq04Tuh8zwTERER0dF9ZMF0SjKmOFvpUJQJJhMFin6NNHEzxnIVAuq4GsxqVzCkBJubYvg0Ty3XW0Y61ekY63leDlCNRemHdZri7BkSNnmK83yLqaGWCvQTL+fQO1LaDx97GuBW6qNvIBle5SZCd5kAM0WBouhwEyBx9cZ0+3g5Sd+zQgAhrLzMLs1bhrmwoSYr6Pln8zUwvnzQjYZ4OcNSYPRb5Bw+Vvc5BKBdYow15vmx6xY2kg2vdkOis/8IbAcAVGOKbdZXG+sjQnPg2QaSVdbm2XaKXQ3VpkNtJyVy7CLXOzbXmCgWQkmFcbbGRNHhJhKMq6xWIm0h8p3QeZ6JiIiI6Cl8lME0kg2ug1JkFZf+O1gjhIpx+fftWAXClVAwVpZsrpHvJr7ZIIGEs4v8UxnmVEXizovtxkvM236sd4q75xsfPHYZlyOpsT7S6DIbPRMpM5QLnElAsr0tjikOsJwtd8H/cQicw0cRPIfZ3NzKsVdu9BzeTkXndlJN2+nXpml/Rmhhtuv06XbUaT6SO1SbDrWd1OOPPZXcxQBusd01QYy7cnN0toXId4LIeSYiIiKip/BRBtPJ5qYlYAqwDlH6YaphrALhuv/P9PTHdSa+QzXMyQKC2mThuPLre3iHj72lPtIZ0nsAImWGEmAdJlmauA/fSdN4m4KFvdXcW1br/vBEz6EM0/ErKcFpSnyuZTsVXdtJNW6nV5sWAW5ZdTvibdpuqO2kHn/s+yrnQTrf3YxqbwuRNhU5z0RERET0FD7KYLpLcO0ikUa4lAHZnEJNXFz3j6XpkYLZBIqiw7I22ECCYXt76clpuSwlNn8dbUXwpyLD9D0Y0gar8qr0vZfSHmo74ipz5PeCRfE27TLUdp7OsG3RdZ6JiIiI6PgYTDeJb7BJJIwutTSV9uBo7mOk6aDSeXU8TT4/5rOb2rTUJ9kiHQcTKTO0GEGwxHI2Seer1uezPzsi5zAdfQxXy900gV2ZnZbt7IhsJ9W4nV5tmtYntGo3NhQFijKrpV8P1aY9tyOfY//Ihzh2ESJtIdKmfc4zERERER0Tg+lG6UJkkmHvLTxWF99s0lFsLXtsTr3AQfk+FsUqxLKJhdH0c/8pxLjZJGl98oPI6lPcTBApk0vniz5k7mlKg+mYKBZoTucIPzzISdsnT4O9OPIjjm63WXC3tw+Rc5gGTOq4SFeXNafWN0r9p7adgsh2Uk3bCVf7I/xtx7VchVBtp/KZrJlwzDzEHapNRbaTHftuuoYM7WrUHEwLHjsedb2LtIXId4LIeSYiIiKip8Bg+pBgjRDoXngsW/xnZGePzemTahrMoGf/bxRFiBZnWD0w7XMI8TId4Rt5WeqoN0Li6piUToBImVxw7SKEAS9PRe1zbhDgZg2MF3kqq4dR4kJ/YAp3/mgjO31eF2zP23ss2JDi5RxuKMHOzlN5dejucxhjObcQSsW5W4y3mNf7Rt5/8u0szrByy2UEtwMgdFc4y891Vp+mRc3bjgvBDLq1LbVZhMUYWN/kGxqqTUW2E2M5L/U//wrn16v0mq4RPXbgMde7YFuIfCd0nmciIiIiegqvXr9+fV9/s8ubN2/w9u3bynvv3r2r/Pv50+BENmAph39YH4Fs+vBGmwcEGET0EvE7gYiIiOg0cWT6gKdZeKyWripruGpMmSaijwO/E4iIiIieCwbTdZqDKIrgGYA7P/ZIUICb9RmmuxTTKeBamDekTBPRx4DfCURERETPBdO8iYiIiIiIiHriyDQRERERERFRTwymiYiIiIiIiHpiMP3CyKaPyC+eZXtMT7kvIjqeU7uWT60+RERERE0YTJfJJvzsua3py4djas/rB93dBuHm7sgLp2Wecl9PJVuAbu+H/F7fyPtHqdSuTPX51bLpp+XLzySWNTj+ge3U5dut10mQrDlF3X0Hbbs6Hg1O/bnUJek5Ot5zv5uldRJ+VPRL9uBr+Ujn8MH1ESRrMJ3susyvi90S6i+DVjm+h313EBERUTsG0w1CS4GiKFD0FbYjG94z+iESB0vMlo95npcM0z8c9JQ9fl+nRxurQJIgkUa4bDgFu76hKNCtDSTDazhXKsa74ELG5UiqfgwNjmdD2ljQFQWKMscaVweCXBnmwkB9C8I0B54tYaNndV4Bhucf2Ncx3WKbANLZRf2DQrLFbf29VuJ9ldqd2rV83PrIMK/GwHpeXMsrYGR7w98UGJxgn9cc2CrgZte9wmeUExERHQWD6TZxgOXEQigZuPqQP7JkeRfMy5oGTdMg7/2WkiHL+av+2dCecl9PSca5BCSbFRJIaIv7kP3gn7sJpNFl5WZLGIZQ82havsQIIcKk+FxzbKiJi/kyyH7gxgiWMzQ+/Ui7gpFYsML6ByJkmFMViTvfbTsOruEmEkZNdwqOKsZd6RzUXZxJQFIaiRTq8/R4p3YtD1Sf1v4TYzmbYRkUF1wczLAKUVy3fbTu60NKcNf0nUJERESDYTDdKcC64UeWrJnw29J0ZQ2OL5BGKJuldN8IvlNPK5dhLjwsTA2mH8Gzp5hObXheNSVWczx4XvZa1EfSs1RMsy21OC0TRR4MCZAMr6h7bbimfV8p2SylFh/Yl6O11afQmCZ9DPIlRlKCzU1zmwtbrxGqY2gA5MsRsFlju/swD9hvBEaKNDi2BPf6oSN0F0hj1PKe0qC2GCEW6Rup9j7f3aa32wSQztP+kqXTp02anZNtPi7d1efF+6qQ88N1TsnQKv25fp12H3vqibcj0KYi17KQ1nP41PXp6j9DEttX+/ehSBmxPr/7rrRVACrsvEw5u0r0bxMRERF1YjAtoBIEIA0EPNtAstKzdPA03bf4TSPDXNhQk1WWxqtAma+B8WX1x5zmIPIMIN+OomC+Psdlwy8+yZjibKVDUSaYTBQo+jXKIVYwy9IV3cPDf6oxxXaep7DXU5QDzBQFiqLDTYDELeqkzKrBXNe+ZNOHZxSpxfv7SqnTMdZZfXQXUI3FB0g/LsiXI0jJBjcxEKTRdPuPb9nEwpAaAuMA61DFWNNwOQI2N+Xk5TzAvagEFr65vyfNsSGVRpV7k88b08P3+nNn3xDp86m2No3TKB4XAOTztGblGxbVoL+tz4v3VRHdx36JMdaY5/vQLWwkG17t4NuOHfgA2+k6LoFrWZTIvkTKDFUftPaffXKWFh2uD5Vo17Yvke/D7jJifT5eTtL3rBBACCsvs0vzFvzbREREREIYTPeWps4itDDL0wTjNN1XneZ3/7OAaXtbBFlxgOVsWfox17CdLHW4capgssF1qRzi/hFWOd03r3M9Rfnx0jnCIvtKNtfYncKbzcHU6ng5ga7rDwqUxGVzm/NU49stksrc55Rq5wFwhMgbIbF0TBqi3WAdQp1OMUIanNeVAyZF3wCGvRe82mqIVcO2j6G9vRr66l6fT7W26e0WaYiUnuvQdZFI55BxgTMpwW5gOjdAnxfRfuwAsvm7u73HAZZpTnAlAGk9dnyA7XQd14BE9iVSZlBd/ae0qKBnSwgtHQ/+ijm4L5HvQ5EyQxH520RERESiGEz3VvwYKSuPuqUjk0mWiufDd9I0uuqPonQ7oiMh+6Of/dVH/qp1HkpTanHzvipl4rss0GoW138ID02+xKjcHvENNsl+qnexAJkOK5Sg2lfNIzrBGqEkAQfarRww7f9w1uDYKkJr9mQ/cNvbS6TPp1rbNL5DAgnn8gXOpBDr5R0S6QwXB0bQh+jzItqPHenNBMevruZuq5X/B/Xt1I8d+LDbaTyu4YjsS6SMCM0pHXd0eKXqzv4TLzHJRmd1awPJ3h8pF3V4XyLfhyJlhiLyt4mIiIhEMZgWsLc4Empz1hp+zAazSRpwWRtsIMGwvb00TDod8uUIUmXkOZ2bWB/tK8QIZhZCqJg2/gBP0zKbRq3REFgAKH44a2OoANSpD99PX7YKQDKw8P291OqDGgOx5v4soqvPd7vFNpFwdnkOKdniNvv3+eUZpJNdLEmG6XswpA1WeQruLo22j1PbzvOVp4LvXgOsVH1oMcGXiH+biIiIhsNgupOGcWUuXfqIn/IjkopXfSQxRhAssZxN0jmAlcAs3U595POYpPPqz0Q5XfWp5+OIumSPQBpyX7IG03FwzDVy0gDTLeYR7gIUCbVDKQlw7SaQjAOj043Sxc3q5wdAcX5ur2FZFqzVCqvs5SYAkhCb1QrXwiexqS3qi32l6vWptlefPt8mW/xsNIKU3CFGjJsNMBo9om8MoP3YswyS1bLIJMjL9PL022k/rmGJ7EukzMvTdA3Wj12kzNDa/jYRERGRKAbTbWQNpp8+xqhYUDnGchVCtavBnayZcHaLSGkwHbP0eT4ft/zDKN0OVBtOaUOyZqJhLSph8c0mfUaylj1epvSZVF7I6ODiWXnA0z1C07yvGDebRHBfYrQrG4aqwj7a88nSGyZ79QvWCNH+GKl0Tuuh0elmwTpMA/BD5yeOEQRB5ZU+VmqLmyDYm/p5WNrHym0ha1cwpASb2kTu9vYS6fNibrcJJEna3ZyK79J/P2SkvE9fbdN07OEqH+3Mb3oVqcSy5mBh7Aev7Z5+O03HtdfHM83XsrimfRXn8HCZY9WnXf37Oe3LbfV5OJHvQ5Eyucf2+fqxN/1tIiIiIlEMphvsUn29Kc42FvR6GmEwg25tMV4UKa+LMbC+ySPuADdrlD73MErcxu0ougtMi/TZxfgOu808RDb/dmRnj5cppe+F7gpneZ28ERL3wOJZ1y5CGPDydN5DKYAH9hUv09GOkde9LxHB2kWSJMLzy3vTxlCxH2DuRpHbfrjGS6y6ytQFM+gWMB3o/LQKZpW28KaAq0/2Vgjv7Budfb6P0mJj2aJk9ZFyUcJ9tUXTsRcLUcVYztNnzef7WIy3mPdOq3767TQd18E+duBaFtW0r/piXk1ljlWfdvn3c/F4KM/uqM8jiHwfipTJPa7PC/5tIiIiIiGvXr9+fV9/s8ubN2/w9u3bynvv3r2r/JtOiQYnsgFL2fuBSx879o2X59Ta9NTqQ0RERDQMjkwTERERERER9cRgmoiIiIiIiKgnpnkTEVFNmprd/vCzEFav1dyJiIiIXhYG00REREREREQ9Mc2biIiIiIiIqCcG00QPIJs+Ir941i8REREREX1cmOZdojkR7LZJgqEFhc92eZk0B9Ghxm9od1kzcXV+h9my9H59Gw3/H3WTTR+eIdXfPvjcXSIiIiKiD4HB9CGyCd8bYaNPwN/vHwHNQfoo3GEWVNKcCDaeUzAtw/Q9jDYnFLBqDiJbgstrkIiIiIhOENO8iXqRIcv5q/4ZERERERF9LBhM9ybD9CNEjtb4vm/K2WNlIjimBsePEEURosiHY+5HX7Jmwu8og3yObtS0X3pKmuPB87LX4uFzpjvbXdbg+FmbRxEi34GplcuI9EOR7aR9NYo8GBIgGV5Rtrbt9jqn2/F9B36+HzP778hH/fAeR3RfMrTd++nLd7S9NpPLZXwHmukgihyUj7792ImIiIjoY8RgurcYy1UIqOPKj21oVzCkBJubIh9VNabYzhUoigJF30AyvCLIQZrG6tkGkpVeKbMXH9HJCGZpe+puUv9IXGe7yzAXNtRkBV3J+s98DYwvS31OpB+KbCfATFGgKDrcJJ2XrORlyynqnXXObK4xUSyEkgrjbI2JosNNJBhX9YID6NqXdokx1pjnx6Nb2Eg2vHKlNQeeIWGj5+dni6lRmzsveuxERERE9FFhMP0QwRohVIzLv8nHKhCuKnM7E3de/DteYu4mkEaX2ciYDHOqAqGFWZAVysqo0/0Rz3g5ga7rz2gO7nOkwi6NYuajkMMOQoq0+wXOJCDZ3mLXneIAy9myOp+7sx8KbqeTSJ1TyV0M4Bbb3b2GGHePuO/QpnNfwRKzZVA99soNiPS4mq7TgvixExEREdHHhcH0gwRYhyj9mNYwVoFwXQ1R0h/7hfguAaQzXACVQOdwmao4rm6PhhbCykcxd6+hF78SafcA6zDJUq59+E6amr0fuHX1Q9HtdBGp875Keen8AfsV17wvGabjV9K8qyu2Z8fVdJ3uPOzYiYiIiOjlYzD9QMG1i0Qa4VIGZHMKNXFx3W+4D0Btjurej316qbraPZhNoCg6LGuDDSQYtldNT87LdfRD0e2I6KrzaUlXJzekDVZ5CreiQLHCekEhz+vYiYiIiOgpMJh+qPgGm0TC6FLD5UhCsrkp0kkz0nl1LE4+l4Bki3SMK01PDa36SKgCpenxTLIG03FQWTuKnqE+7R4jCJZYzibpHO36/GiI9UOh7bTqU+dTkY4oh6sl8uxs5NfgTnpcjdfpznM8diIiIiJ6CgymHyxdAEoy7L2Fx3KSsSjm28omFkY52En/f9WuBsiyZsIx90Md7cqGoaqwj7GQE/UW32zSEWEte0xW7fPbbRa01j8QancNpmOWPpdxOSrfiClr64f9tnOXoDSnv/pZd51PTRoEq+NiXrOsOVgY5UA5P3eLYoXz7Dqtl3lex05ERERET4HB9GMEa4TA3sJjudBd4WyRpYV6IySujkm5YDCDbm0xzstEERZjYH2zP94VrF0kSbI3L5s+kGwRqpGdPSarljodL+dwQwm2l7ZrZRX3znYPcLNG6XMPo8SFPlk2jDq39cN+2wmuXYQw4OWpzOVj6qzzcHaPgbNVABKMpnPYKcZybiGUiuNZjLeY19O8gxn0rB2jKEK0OMOqqcwTHTsRERERPR+vXr9+fV9/s8ubN2/w9u3bynvv3r2r/PvjoMGJbMBSUF1k+9D7RMfA/jYk2fThjTYHbzoQEREREYEj04/TtOAT0VNjP3yMWiq8rOGqMh2DiIiIiKgZg+mH0BxEUQTPANw5R6/oA2E/HECAm/UZprvpGFPAtTBvmrdBRERERFTCNG8iIiIiIiKinjgyTURERERERNQTg2kiIiIiIiKinhhM04PJpo/IL57jS0RERERE9LFgMN1Ihulkz7qNIkS+A3O33C/t3G0Qbu648BUdn+YgihxUn+ZNRERERPThMJjeo8GJPIywgq4oUBQF+gowppccga2JgyVmSz6PiYiIiIiIPj4MpmvyZ/bOZ8FuxDUOZtBXd7WST0iWd4G8rGnQNA3yB43sZchy/qp/Rifn5PoPEREREdHzx2C6QsblSEKyudlLXY6DIrgGANl04Odp4JEPxyxHJxqcKILvZ2V8B+auvI+0aFrGMTU4/qHtIE05X3hYmBpMP4JnTzGd2vC8asqrrJnw27Yja3D8jtR1kTIANMeD52WvRfOcaZHz42hdx56SzaxOzrGSfPP6tL3Xo86yWSoTwXe0vXMkcn5eav/p3Ff9/PgOtPN6CSIiIiKiD4vBdMUFziQguauH0lWy6cMzJGz0NA1c0TeQDA9+PSjYXGOiWAglFcbZGhNFh5tIMK6KMEY1ptjOO7YDQDKmOFvpUJQJJhMFin6NXYK15sCzDSQrvbKdIhCUYS5sqEmRuq7M18D4shRQiZRJBbMs/d1Nap+kRM+POh1jnR277gKqscgCxdPVWWfNQeQZQN4WioL5+hyXpZMoen5eZP/p3FfD+ZlvMTXU8laIiIiIiD44BtNl8jmk+nt7stFrd47lLg98ibmbQBpV51WnQfkttruYM8ZdLf4U2Q4AINngOigF+XH+3zLMqQqEFmb559l21Gk+apzdJNjeFqPrcYDlbFkEVEJlRPQ4P5tr7Kp8s0ECCWcXpQKZeDmBrutQZv1qcgztdW5oi2xueTG1vMf5eXH9R2Rfh88PEREREdEpYTBdFt+h+yd78+h1fJcA0hkaYkEAaZCxI53vgh3R7TSlnqeKIKasup0A6zCBZHiIIh++k6bfVgMukTIixM9PpUzHuY93wd+H1V7n9NjDdVvQL35+yl5G/xHZV8v5ISIiIiI6IQymK9JRQOm8fwj5oaVBTDFPN7KrabHBbAJF0WFZG2wgwbA9eLU5yCJl6GV6yv7TtS8iIiIioueAwXRFjJtNc5qsrOWLSDUH3PK5BCRbVMfcuj1+O2l9QiubX1p5zWop2jGCYInlbJLOd1bHe/Ohxcq0Gfb8AABkDabjoGEtq+MRSvmvS49dHbedsWHPz+O385T9R2RfLeeHiIiIiOiEMJiuiZcrhJKBRWkFZllz4E3z5YSzgLu88JRsYmE0rwLe5fHbibFchVDtarApayYcMw9jNJiOWfo8nZdaDbpEylTFNxsk0giXWvaYrPTdQc8PAGhXNgxVhV1aeGtYWRBcmrerXY0eEEynbQHVhlNqDFkzsWuKgc/P47fzlP1HZF9pmabjIiIiIiI6JQym9wSYKTo2mMLL0lC9KeCuigAlXqajbiMvS1P1RkhcHZPdikniQneFs8UjtxPMoFtbjPPtRBEWY2B9k48rBrhZo/S5h1HiQp8sS0GXSJmabGGokZ09JitL6R3y/ABAsHaRJEnHXOTHiLGcuwhhpG3uX+H8eoWwXkxEMIOiu8C0SGVejO+wa4qBz8+z6z+d+8rKlM/P4gwr90GtQURERER0NK9ev359X3+zy5s3b/D27dvKe+/evav8m7pocCIbsBScwCLV9Oyw/xARERERfUgcmSYiIiIiIiLqicE0ERERERERUU9M8yYiIiIiIiLqiSPTRERERERERD0xmCYiIiIiIiLqicE0ERERERERUU8MpstkE3727Nv05cMxNcj1cidHhub4pbr7cDT5GdT7tMiaU5xD34H52BOY9yff3G8LWYPjl/tZtYRs+qV+WJR7dJ0AQHMQRQ7Sp4KnRI59qDJERERERC8Bg+kGoaVAURQo+grbkQ2vKRgSIsP0I/hHjig0x4MtbbDS83pvINkersrREvBk9Uk95b4GIJtY2BI2lg5FUaCvAMN7TPAqw1wYkOpvA+kzoj0b0saCrihQlDnWuNrfV+Jmn+evCZZxrcwQRI59qDJERERERC8Eg+k2cYDlxEIoGQ2B6anQMFaBcLVEkAda8RIT3cW2VnIwcjHqLWsaNE2D/MwDJu3KgBSusMxOYhxcw00kjC4feGDaFYzEghXWPwA0x4aauJgvA2R7Q7CcHSdQFiBy7EOVISIiIiJ6KRhMdwqwDgF1XEmKhWaW0lmjCL5TTgfX4EQRosiDIQGS4RWpuk6f7QiQz5tHP+MllkH+jyHrI8NceFiYGkw/gmdPMZ3a8Lw8bVh0X9nW8nTmhs+ejoxzCUi2t6X3YtxsEkijy+L4NWc/1brpPWhwbAnu9a4BSrJ9bW6yQPoxRNoLkMtlfAfaeeVTgWMfqgwRERER0cvBYFrA7TYBpPNSUHWJMdaY5+m3uoWNZMPbBYQBZooCRdHhJkDipmmviqJAmZUCrM7tCIhvsEkA1Y7g+w5MTYO2F7kMXx/JmOJspUNRJphMFCj6NdItCe7rpFzgTAKSu7iYT7x3DgEEM+guYJRvHNgqEndeGVXWHBtS7b1Cvq+Lypxp39w/x5AMeLsgOJ0HXyHQXrLpwzMkbPIpAPMtpoZa2ojIsQ9VhoiIiIjo5WAw/RDBErNdim6WDr4KAXVcWdSp0yDbibGc6LDcEIAKw7Zhe9kIZL1olz71STa43uWVA4gbI8dO8XICXddPLNCWsBu8lc5wUfokXs7hJipsx4Tp21BDC5NqJA1bDbFqjqR31OkY63kxxx2GXZ1ffreBm809TucfJ1BtD5X7Gp3tJeNyJFWD/XiJuZvk/0eDw8deGKoMEREREdHzxWD6QWSYldWzI0R2ebRP1FDbSefcTiZZ4GW5SCQVdsOIcjvx+gyTppyKHxiIH0Uwqy70lWxRTlxOb15YCFUDhhTCqtwESEeqQ2uWjdIflmyuK3Pc5241HToOlru5x+m/Z7BCQJ2WF8Praq/SaHFJfHcgmO489gHLEBERERE9cwymBVykEUkWPMowfQ9GefVsRYHStNJUq6G2sy8OstHHcmp6p+PV5/TdIs3kFzxb2hhpyCqh8r9k76tTH76fvmw1Tdde+H5lVLke4ALdI7jpdIO8zFDtJXLsQ5UhIiIiIno5GEx3ylbLXudjjeloX2X1bADyeeMyYC2G2o4Gc5BnDw1Vn55kDabzoefXxrhLAOmsHMpmKdJ7I/D5PGm9Nn8awO01LMuCtVphlb3cBEASYrNa4foWuwXtGoPOjhHc9KZOXkakvZoD3GoZkWMfqgwRERER0cvBYLqNrKXzYhMXxcLMaYCijot0W1lzsDCags4swGhczbjPdtqdGV5lFWdZM7EwmoKYp6lPqm1fBe3KhqGqsD/ws8eCaxeJOoWZRfWydgVDSrC5KZ9BuTJPejd/On8OeRwjCILKK82o3uImCHbTyoN1CMm4Km4gyPX20mA6ZuUGg6w5mGaPQEvLiLRXjOUqhGQsitXGs32ViRz7UGWIiIiIiF4KBtMNVDubf+pNcbaxoE/yAAZpgDJPnz2dr7S8GG8xP5BeG1y7CFFalXmX69tvO4cFuLZcJNJ0tx3PHiFx9erCWHnpo9encHhfpTJrF0mSlEb+P5B4ibmVYGSnj/LypoCrl+b9AtAcrzZPOps/LRlY9MkOCGbQLWDq5f2s3l4BbtZnmC6KudDeFNhYOoop2oLtFcyguwlG+b4WZ1i5tTICxz5YGSIiIiKiF+LV69ev7+tvdnnz5g3evn1bee/du3eVfxMRERERERG9VByZJiIiIiIiIuqJwTQRERERERFRTwymiYiIiIiIiHpiME1ERERERETUE4NpIiIiIiIiop4YTH+EZNNHlD8bmYg+evxOICIiIuqPwXSZbMLPn4kcRYgiH46pPYMfmDI0xy/V3YejyYfrfbdBuLkrPTubZNMvtXtxHsuPjxYqI2tw/FI5P22LqrS9ijJOZRtFMQ2OX+6L+4VkzSna/cB2RMq02rsuHridF0ykbwiRNZj1vrHXfzrs2stB+cnuuzo2PO+98TuB7U5ERETUisF0g9BSoCgKFH2F7ciG9+ARGxmmH8E/8q9PzfFgSxus9LzeG0i2h6uG38wAEAdLzJZB/W1KXOhKdg4VBYoywbJ+x6G1jIYrz4aUbGDlbTFfAbZX6QOa48FWk10ZfbXFyKsHXhocz4a0sbL9zbHGVbWMbGJhS9hYerYdwKhvR6SMoN118cjtPNV18eRa+4YIGebVGFjPK+d5ZHtoin+7qRjv/j8ZlyOp+nFJ23fCcO1ORERE9LIwmG4TB1hOLISScTAw/fA0jFUgXC0R5D/c4yUmuottrSQgQ5bzV/0zGsLW1TGZldsiwLWbQBpdZjdk0vZK3OtdmThYYu4CRqmTaY4NNXExXwbZaGGMYDmrBGfalQEpXGGZbSgOruEmEkaXpcBdoMxDDLUdKouxnM12bQUAcTDDKgTUIioWFoZh8f/JlxghRJjUS/X7TmC7ExERERUYTHcKsN77MStDM0ups1EE3ymng2twoghR5MGQAMnwijTJyhBT13YEyOdoHG+Kl6gPNGmOB8/LXov6aHs6WiiSqiprJvyO9GN0pZW+SAGWgkORyV1DOek8axMZ5xKQbG5aUvGzMtvb0nsxbjblwF2kzENd4KzS8bL+s9fW5VFo0etCoI/tpdM/IB36pVuvEapjaADkyxGwWe/dYGv/TmhSb3ciIiKijxeDaQG326QU6ADQLjHGGvM8nVO3sJFseLuAIMBMUaAoOtwESNw0xVZRFCizUoTbuR0B8Q02CaDaEXzfgalpOBRTBLMsVdPdG55KR8Um5RRVBVYIINngphzRaQ4820Cyyo5J30AyHpqGemIkA94uOGua6yxYpiJNr60HxtJ52/+XBizJ3UVlzrRvlk9yXiYGNCedH7u3SZEyDyObY6hIsNl1jhjLdAi1Mk8X2hUMKS8nel109TEZ5sKGmqyKtOr5GhhfVvfdRXMabh4Vr959unff6CZrDmwVCNfNKdjtAqxDFWNNw+UI2NyUb6pkJVq/E/bttzsRERHRx4vB9ENk8wt3PyfjoDmQ6DLIdmIsJzosNwSgwrBt2F46Uie+jX2y6cNWQ1iTZSkIlGFOVSC0MNvlKC8xdxOo0/1RrXg5ga7r1UDpVN1t4GbzitO5oQnU+lxVkTI1muPBgIv5bsQ6zXSQjKtdYCtrJhaGBEhnuCj9v+p0jPU8v9GyAQy7ZZ6xhPPdf1a3UxApc5hqF4GmZ0gIrXl1TnCwRliZpwto6RyEHnOHRfpYdpNge1u9dmZL9Oppwaxy86j+6tVtH9A3Diot/OXZEkJL71eXkmAdQp1OMULtplgPne1ORERE9JFiMP0gMszK6tkRIlutFxIw1HbS+bSTbGRZt1wkkgr7Qb/ks5FBA3D1WS04KYKYsvguORicxfHz+NUdB8u9uapWiMpNApEyZc03JIBgpsMKpfSmRxRhMQZWbgIkW5TPbLIp5lXnAWVjenYwqy52VdsOIFimQ3khqnyRu2pwn02J2J2PbD5/r1FVkT4WYB0mWZq4D99JU7z3zssT6ts3WsVLTPKg3Go6zz0Ea4SSBLROGWjX3e5EREREHycG0wIu0lzZ7MeoDNP3YJRXz1YUKFZY/986DLWdfemCVrXUdFGyCd9WEVqHVyKuzHV98A2A05em9zffJMgdKiObPjwjgbV3QwLpzY/ZZNfmk9kSTRNRm+dV5/u6RTr7oK2FRco80IHgPrh2kUgjXMqAbE6hJi6u909Ap64+lp4/HZa1wQYSDNvrNz0CR0jzrjnUN/rIr+X6eRaXptZPDl3MfR1odyIiIqKPEYPpTvXRtXTkrLJ6NgD5fD8YajfUdjSYg40SaXA8A1JoHUgrTYOzykjV7tUQNMoaTGe4ebpPLb2J0j6C21QmDaSzkX2hGCZb4Xs3epilgjcFwbt9xUgHa8uhWn1+tkiZgcU32CQSRpfaA/fTp4/FCIIllrNJOue31/SIgdO8GzT1jZwssnQ2EREREZ00BtNtZA2mnz6iqBhdS3/sq+MifVPWnHTO654smGkcxemznXZnhldZBTyfg3sokIlvNunooZY9EgfIRsrTY9UPRhHpIlOqXQ2QZc2EU1kcK6Vd2TBUFfbpPlcso8F0zNoxOZhmjxxLz6FImXIgfXhkH5pZWpxKTh+DhRCr0v8QrMPKvGrI+20aXLtI1OluFWu5stiXeJkHkTVcNfaxtI9Iht2yn7brQqSP1dsie4bygcD1+Or1ae4bOc2J4Hne3grmzdvZb/djaP5OaHCw3YmIiIg+Pq9ev359X3+zy5s3b/D27dvKe+/evav8+1mSTfieUXrUVILQXeG6vEgY0h+UzsKGmhVMQhfz9Rk8G7Dqo2eyCWdh7MoitIoFufpsp4WsmbiajqBK+U4ShO4cs4PRHCCbDhaGmh5raEGZAU5kYz9hO9kLDNP9FceUhC5W19URdiANGv3pCMlq8uhRvmOTNQeLqYriFIZwV9eVebDdZbQD5xAAwlKbytCcBezsBB46f7LmYGFnbXSgTStlkhDuvPosatEyrfauCxy+NoDiPJT7el3bdSHQx5o+n8/2A9en0t03CpoTwVbT1czr6dcPuZb3ZO2VWPXR9WxqSdLcLnvfCdfnPdudiIiI6OPCYJqIBpYG09gL5oiIiIiIXg6meRPRoB6z8BgRERER0XPBYJqIhpGtju0ZgDv/cCnX///27i9Gduy+D/z3evIQj+UHa68gbQSLbnfPOiDkGb4YqxUMplaooGMYYQ0wwF2YL1RQNraRrAugBEQo2OYD7aDgBZQCKHnRQVyI+EIjAQQMGQtJI4W4xATJBfRSIwvEOupWmWMYke5o7QfLozxofPeB/1ks1mF1dfW/7wco4F7W6cND8rCbP54fD4mIiIiIDoFp3kREREREREQdcWSaiIiIiIiIqCMG00REREREREQdMZgmIiIiIiIi6ojBdJlswl8u4Wj1xT6Wvgm5uviaNDgN67oR6cRQ+ecgK6WNZA2m4xfHw3dgatXeJcsaHL9cxodTK0NERERERLeHwfRjEIygKAoURYEV1r+kw5JhnvWB+Tg/JvoM6Nle6caKhjPPhhQvYOlJGWU8A2wPvsmAmoiIiIjoLmAwTdSFLOcZCrKmQdM0yJ3i2wjT0QjToHhxVBSMMAsBtV9kDKxcHYPRFHmxKMC5G0Pqne45Q4KIiIiIiHbBYHonMjTTgV9KnfYdrRrkrKXprqfyJjQ4flaPD2enkUeB9giSy/X4DjTTwXLpoJwYXinT0mbZTLf/vqSVy2bpWDTtQxnmxMPE1GD6S3j2EMOhDc+r7p/t9WwTYDrlW5qJiIiIiO4yBtO70E7RxxzjNE1X0S0sJBteHjTKMCc21HgGPSszngP902rQBUAd9jEfp+m+LqAaE2yITTfb2h5BmgPPkLDIU4tXGBpqpYhs+tUy+gKS8QDSjzUHS88AZnqefj2eH+O0YRdKxhBHMx2KMsBgoEDRzxFkX3aoJyNrDmwVCOd5LQ1knPYkxIsLMMwmIiIiIrp9DKYbqHYxqrhcLuEZUrVAMMVoGhRBTRRgmuTppsHyCY4kIF5dVsuMpkXQlYoX53kqb3SxQAwJRye1QttsbY8IGeZQReyOkQ+KRlOM3bhS5rQnNZZpSj+OpgPoug5lVN/quybZdoQWRpX06ymmTU2PFzgvlUOU/btDPelkd8vlEp4tIbR0tO0mzfFgwMWYI9ZERERERHcCg+kGoZWOumYTRFUCSiRBk+NX0qqXdnkEN8A8jCEZHpZLH76TpHjXg00AiK/KQdkV6msSs609ItIbAOX2AIiuyi1qKSMdoekeQJQHmndZsl3tI8OFzaPDHeqJphhk/ctaQGqZXEw2fdhqCGsw3bBeIiIiIiI6NAbTnckwfQ+GtMAsS3VWFCi1abKD0QCKosOyFlhAgmF73dOuhYi1h+6uKNg8up+k1cew9NFaVgMREREREd0eBtOdpaOPs9JMywDk41oqOAAgQhBMMR0NktHtTmnXorq0p80lVjEgHdem3KrU01ImXuGyshTp+5QdNM67dqck21WeTXs3+6onkQTSgKuPKseWiIiIiIhuH4PpzrKAySy9IsnBpPJctQbTMUtBZPKscWPAeW0i7SlcJoUbAtwI01kIyZgUs47LZq2eCBeLOCmTrywp05T6rJ3ZMFQV9tl+gsubk2w7VBtOacfImgmzU9NF6qn3jeT7+j4sAulB8Xw6ERERERHdGQymO4swHVsIJQNe+nzypL/CuJJWHeBiDvQn2TPMHnqxC/1GnnkVaU8hmo7hhhJsL31tU/k53WAE3Y3Rs72k3ZMjzGr1RNNklL2X/vzS6yF2dQwaIr5g7iKOY7FniG9bMIKiu8Aw3fblEpP+FS66Nn1rPVnfKF6b5tn1fajhzJAASDCy/Zx/aq/hIiIiIiKiW/Hk6dOnL+sLt3n27BmeP39eWfbixYvK/+lhkE0fXm9xQzcCiIiIiIiI7ieOTFNJLQVZTkZIm1K4iYiIiIiIHjMG01QS4GJ+hGGWnu4NAdfiu42JiIiIiIhqmOZNRERERERE1BFHpomIiIiIiIg6YjBNRERERERE1BGDaSIiIiIiIqKOGEyXySb85RJO7UW+sulj6ZsovZF5DzQ4Deu6NZpTfZ/xnWnY3SJrDvxsH/kOyq/pTgvAdIp3SC99B2Y+PXq5WFs9Sd+ovl96/T3TsllaT/7x19okm6V1LX049QJERERERNQZg2lKBCMoigJFUWCF9S8JSG62TGwJC0uHoijQZ4DhlYNXGeZZH5iP832pz4Ce7VVvmmytJ8Ao/fnio8ONAYRzBKWqELvQK+UGKE++Lps+PANY6On3+gKSUWsPERERERF1xmD6AZDl5pHGTctpN9qZASmcYRok0WoUnMONJfROs/0cYToa5d8nZUaYhYDaL6LX7fU0kE/Rk2K455VQegsZpz0JCOdFgB1N19pDRERERETdMZjeiQytkjq7hO9o1TRwWYPjb0/3BTQ4/nVScDWceQ0jjZoDzzvLU4KF2rxVU2p60zJA1kz4AtuVpyrXKzi4bftHxrEExKvL0s9EuFjEkHqnHfbjbvVoZwakeIGLG3rlt+jxIiIiIiKiBIPpXWin6GOOcZZaq1tYSDa8PCCUYU5sqPGsSMEdz4H+aSm4TajDPubjNCXYBVRjsvbMa7sA84aRRq2vVlOCt7Z5jzQHnm0gniVpzPcitXjr/jnBkQTEV1H6fLmDxnsjNbLmwFaBcJ4diV3q0dBXgXhxgbVYWjLg5TdsfDiVyiJMk2HovE/JmomhWhvhvo/Hi4iIiIjoljGYbqDaxejkcrmEZ0jVAsEUo2lQBDZRkActSfyRBkyry2qZ0bT6vCuAeHGOLCs4ulgghoSjk1qhLYIkmi4F6knwVQRwIm3eFxnmUAVCC6N8w6YYuzHU4fokbtF0AF3XoYzqe+bAOu8fCcf5P49QOWTpRHbL5RKeLSG0dGzevJZ6UrI5hIoQs/LD0ABwtYCbPnedPHsdQ60/nx2MoLtAz8va00NsjUvPVXc7XkRERERElGAw3SC0qpM/6W5cKyHDdPxKSvDSVkvfB5iHMSTDw3Lpw3eSFO+mwCS+KgVI0RXqaxISzBFCRT44rfWhIkQ5lt7e5n0pbiSURVfxxmAxitbGW29Bh/0TjKoTfcUrVLY2mmKQ9R1rAcn24DelG2yrB0D5ued6PB4F07Xns60QlSBYc3x4vRVm+QRkM6DSnu7Hi4iIiIiIGEzvQIbpezCkRRGgKAqU2hTYwWgARdFhWQssIMGwvZtJqQaKVO80iFpL8RZs8z4lNxIEAtM7QWT/XGIVA9JxQ1DcIgqSUd7ieeiO9cinSGLpeijd7HJVDoI19FUJ4WyaZz8gCnBeaU/ifh0vIiIiIqLbx2C6s2QkrxKgAJCPa6ngAIAIQTDFdDRIRrc3pgxfX3DuIpZ6OJUbUrw7tbkj+RjVWpJgsT66n3xGa6OryXuZRZ4bvkki+ydCMlhbHqtNRo0bn2XeqFs9ycRjLkQn8T5JhpkbRrhr8oC74/EiIiIiIiKAwfQukuBD7ReptLLmYFJ5rlqD6ZilADFN1RUJcnYVXWARS+hNkudrqwOZIm0uXCaFGwLctJ48jViGdtarBdPJpFeqXQ2QZc2EY67fStDObBiqCvts/bvDEds/wbmLWB3ms7LL2hkMKcYin2K7ftyT7Z4Y1UB5ez2ZlonHGtflYKgmNwWS8kXGQl5O1nBmlNPGux0vIiIiIiJKMJjuLMJ0bCEszaI86a8wrqQEB7iYA/1JljbroRe70AdZkHMT0tcrSRJi97w2oijS5kI0HcMNJdjppFXF87URpmMXIdJ6/DMcn8+wVkswgm6tStu/xKQPzC/WxzmDuYs4joXTmG+G4P6JphhbMXp2khLtDQFXLz3znB/34pVont1D7OoYlCcP21pPIpl4rCnIRrquIwxL+9gbAovaZGfBSIcV9/JjufSGkEILerWQ8PEiIiIiIqLEk6dPn76sL9zm2bNneP78eWXZixcvKv8nIiIiIiIieqg4Mk1ERERERETUEYNpIiIiIiIioo4YTBMRERERERF1xGCaiIiIiIiIqCMG00REREREREQdMZgmIiIiIiIi6ojBdJlswl8u4Wj1xT6Wvonsbcv7ocFpWNeN0Jz8/cHL5RLLg6z0obmJ46XB8Zc30LeIiIiIiOimMZh+DIIRFEWBoiiwwvqXdDtkmL4NVaovJyIiIiKi+4DBNNEt0BwPhhTCdeP6V0REREREdA8wmN6JDM104JdSp31Hq6bqyhoc3y9Sq30HptaUzJum+i6XWC59OGZTmW0E2iNILtfjO9BMB8ulg3J2c6VMS5tlM93+/eZG34y9HS+xY3G5CuHqI1zUlhMRERER0f3AYHoX2in6mGOcpk4ruoWFZMPLg0YZ5sSGGs+gZ2XGc6B/WglKAUAd9jEfJ2V0F1CNCdbis222tkeQ5sAzJCz0rM0rDA21UkQ2/WoZfQHJ8OB3bvRdssfjJXgsoukI06iyiIiIiIiI7hEG0w1UuxhVXC6X8Izag63BFKNpgDwWigJMZyGg9tPg6wRHEhCvLqtlRlME2f9T8eIcQVooulgghoSjk1qhbba2R4QMc6gidsdFkBdNMa6kIcs47UmNZaTe6droazQdQNd1KKP6Vt81ezxeezkWRERERER01zGYbhBa6ahi+tHXnmuVYTp+JZV3aZdHcAPMwxiS4WG59OE7ScpwPdgEgPiqNDwZXaG+JjHb2iMiDSjL7QEQXZVb1FJGOkLTPYAoug/Dr/s8Xvs4FkREREREdNcxmO5Mhul7MKQFZlmqs6JAqU2THYwGUBQdlrXAAhIM21tL9d0PsfZQu/0cLx4LIiIiIqLHgsF0Z8nobDib5um+ACAfN73jKEIQTDEdDZLR7RtJ9e3SnjaXWMWAdFwdj63W01ImXuGyshSArMF0HDTO43UnXfd47etYEBERERHRXcdgurMkoFT7Zp4GLGsOJpXnqjWYjlkKIpNnjRsDzmsTaU/hMincEOBGmM5CSMakmMVaNmv1RLhYxEmZfGVJmXhxUTwnnNLObBiqCvusW0h6ePs6Xl2OhQxZlvPU+BNZhrx2TIiIiIiI6K5iMN1ZhOnYQigZ8NJnYif9FcaVVN4AF3OgP8mem/XQi13og+lawHl9Iu0pRNMx3FCC7aWvbSpPRR2MoLsxeraXtHtyhFmtnmiajNr20p9fej3Ero5Bw9TUwdxFHMcI5/VpvO6afR0v8WOhOR48z4NtSIBkwPY8eF71FWRERERERHR3PXn69OnL+sJtnj17hufPn1eWvXjxovJ/ehhk04fXW+wQWBIRERERET1cHJmmklq6s6zhbEMKNxERERER0WPGYJpKAlzMjzDM0p29IeBaGDekcBMRERERET1mTPMmIiIiIiIi6ogj00REREREREQdMZgmIiIiIiIi6ojBNBEREREREVFHDKbLZBP+cgmn9rJf2fSx9E2U3si8BxqchnXdGs1J37Gcfu5Mw+6K5HhV9lH+aXo/tAbHXzb2G9n0G+rwUX7lNwDImgM/+9531r4HANkslVn6cOqFZA2mU1qf78DMp2vv4ND1yOn+27RdIg64LlnW4PjldflwmtaV0irtWu8jFZpT6mMivzdEynTYP63E1rW9z4udX133cyeV/ZzYen5tJbZ/GjW0J5f+rVrvO3KtbzX/3uhiU18VORYiZYiIiO4zBtOUCEZQFAWKosAK618SEGCU7p/io8ONAYRzBJWyMkzfhipVFlbFLvRKXQNUJk2XTUxsCQtLh6Io0GeA4VUDbtn04RnAQk/r0BeQDK904S7DPOsD83G+Hn0G9OxyGRGHrkeD49mQFla6j8aY46xjUHDIdWk482xI8QJWdizGM8D24DdVpDmwVcDNyt7KO9xF988etfZ5kfOr436+pu3n122RYU4MNP160RwPthrn+0efrdCr/d7oZGNfFTkWImWIiIjuNwbTD4AsN1+YbFpOeyKfoifFcM+robTmeDCkEK4bV5Z3oZ0ZkMIZpkFy6RoF53BjCb3TfFwIpz0JCOdFQBJNMQsBtZ9d7UeYjkZ5HQAQBaNaGRGHrUdzbKixi/E0SC/cIwTTUfVmw1aHXBewcnUMRlPkq4sCnLsxpN7phlHnGFcd17FfYvvnVjWcX933865Ezq9bop3BiK2Gm54a+ioQu+f5/omCKcYuYJxdp83NfVXkWIiUISIius8YTO9EhlZJ/1vCd7TqxcFaetumFMrrpphqOPMaRks0B553VkoRFGjzVk0pi03LAFkz4QtsV57+Wa/gNshm6Vhs3z/amQEpXuCidqF5uQrh6iNcVBd3IONYAuLVZWlZhIvFTV2E7qNvpDruw3Xpti8utozW7qPNouvatl0BpgLRd97XbRWACjv/3VBN1a2kFvsOtOPSl5ljgd8bImUECJ3Le1pX2fr5JbafgW3HKysisJ+3EuyHAvtHrD0aHFtau4FXFjdFvtJxqU3b27y9r4ocC5EyKYHjRUREdBcxmN6Fdoo+5hhn6Yi6hYVkw8sDQhnmxIYaz4q0xvEc6J+uPf+mDvuYj9OUPBdQjUnHlLwA84bREq2vVtOPt7Z5jzQHnm0gniUpyncnPbKF5mDpGUDWZkXBeH6M041tTkeBGgKxSGRkUzLg5Reo9ecIT3AkpRfF2XOTa30iwjQZJsv7i6yZGKrrI+Vlcpq2Gc5LZXboG831dN2HTfVk235SCT58s1bJXtosuq7u25WNbJb7RzQdJD9vhQBCWFnbS2neSWqxVKQWj1cYGmqp3oRqDLFKf29k51c9dVakTNn6/hE/l4XW1drn6zafX1Xr+1nkeG3fz4Lnl2A/3LZ/trcnoTk2JHfc+vtFOm7br2JtFumr6xqOxZqGMgLHi4iI6K5iMN1AtYs75MvlEp5RezotmGKUp4UmqWvZhVfy9z+9SF9dVsuMprVna4F4UUrJu1gghoSjk1qhLYIkmi4F6smFaOWieGub90WGOVSB0MIo37Apxm4MdVifLCe5aNN1HcqovmcOqaHNaYrkdEOzZHMIFSFmbVe1m1wt4KbPQiuKAn0WQ219VlVCPkglHSHvHsEIugv0vLSf2j3EVsOFdjZZ0XIJz5YQWjoqu1u0b7TW02EfttaTKN9kUvQFYNjV4GwvbU60r6vDdpVojgcDLsZrB6NNGmiUg6X03KlrKlPPWhAp075/GrZ9w7m8dV0d+7zo+bW+nxvavHa8BPezyPkl2A+b1lXsH8H2aA5stW2fJDdWJeMsv/kmayYmhlT7vSHW5q7Wj8W69TIix4uIiOjuYjDdILTSC+vswq9+UQMZpuNX0uSSdLhMgHkYQzK8ZKTLSVK864Ek6il50RXqaxISzBFCRT44rfWhIkQ5lt7e5n0pbiSURVdx9YKu/F20+eLrMJI2V24+tCqepxT9ibLkQrF84TiCFWItQAGSC/rKRE3xCtme1RwfXm+FWT5B0obJfaIpBllfthaQ1soI9o3Wejrsw9Z6EuWbTOvBB/bU5kT7ujpsV0o2fdhqCKt1FK9JKSOhJLpa/63QWKZ2fomUad8/4ufytnV16vOC51fzfhY5XmL7Wez8EuuHjevK949IezQ4torQGrXuk2Ckwwol2OkNgEkfmLlx5feGaJu7aD4WVc1lRI4XERHR3cVgujMZpu/BkBbFRZaSpcMVgtEAiqLDshZYQIJhe2upf/uTpnqnF6ZrKd6Cbd6n5EbC/i7W7hT5FMm1/v4uAC9X5YvrS6zibemaGvqqhHDWbXKfZEKi6qjYLn1jvZ7dbKqnHlgA5VH5/ba5fV3dJOm6MSy9Pei5izbtn5s6l6t9vkTg/Lr5/Sxyfu3WD3ei9aECUIc+fD/52GqSOj/x/dIIf5T+7UnaMhhNgaNyZtX+2yxyLETKEBER3UcMpjtL76SXL7IAyMdNLyqJEARTTEeDZHT7mml0bYJzF7HUw6nckOLdqc0dyce1V7QkgWB9dD/5NFxIyRpMp+mZ4ENK2lx/7nyTZGIkFy2PJnd2kgwBpqNHEZKBq3KY0fCs4SZNAcpG++ob3fbhZmmqatONhHz/7KvNIusS367sVUquPqq0S1zzTZSm7WosUxl9FCvTTvxc3mVd1T5f2HZ+te9nkeMlvp8b1UaURfph47pqfayxTObyHJZlwZrNMEs/bgwgDrGYzXBe34m5+rPn4m0W0X4sEu1lRI4XERHR3cVgurPsj3+RnihrTvJcWk6D6ZilADFNW2y4cNyb6AKLWEJvkjxrWB3UEWlz4TIp3BDgpvXkqZkytLNeLZhOJu5R7WqALGsmnPrETgC0MxuGqsK+1qtbriubbMiuTIokaybWm1y/OG0iQ5blPKA9kWUUbymr943kWAzV5AI3qzM4dxGrw3wGeFk7gyHFWORTGxfZCHldsoYzo5we27Su5BnKov0ifUOkHpF9KFJPMgdA+blPyPUy+2qzyLpEtqscMNTeF95Jsi6pPAlh2p66pjLl/rO9jMj+ET+Xu69rvc8n2s+v7ftZ5HiJ7GeR80ukHyaa1lVsu0B7oghBEFQ+SRb4ChdBgPxJGc0sbbecvPqt8uy5eJu32X4sRMqIHC8iIqK7i8F0ZxGmYwthaWbaSX+FcSVNLsDFHOhPstRID73Yhd7yPNn1pa9OkqTkPaO177a3uRBNx3BLz90VzwhGmI5dhEjr8c9wfD7DWi3BCLq1Km1/8uze/GJ9qCmYu4jjuDWl8yCCERTdBYZFSuukf4V6k5OJkcpB7TrN8eB5HmxDAiQDtufB85w0KyHAxfwIw9K+8YbAoj4xVjTF2IrRs5P2eMP1C9JgpMOKe/lxWnpDSKEFPa8o64fFK9o8u4fY1TEoZjoS6Bsi9YjsQ/F6dAsY5ttVL7PfNrevS2S70iALEoysnvyTHXdBwQi6G+eTXi0nR5i5a2cYQneGo6wPpW2uT6zWXqbL/tl+Lm9fl0Cf33p+Ce7nrcdLbD9vP79E+mGiff+ItUdIcIF5f5Jut4ch3FpqtXib24kcC5EygseLiIjojnry9OnTl/WF2zx79gzPnz+vLHvx4kXl/0REREREREQPFUemiYiIiIiIiDpiME1ERERERETUEYNpIiIiIiIioo4YTBMRERERERF1xGCaiIiIiIiIqCMG09ckmz6WfvHOzpt0yHXR/cK+QURERER0WA8kmNbgVN6HXPrGqb3Tct+uFggXV63vj9ac4l2u1wp4BNZ1o2QT/nIJp7YzbyaQS45pfV27kM3S/i99mvrLvXXbfeOxkzWYlfPcgalV+5csa3D8chkfTq3M4ezv/CpocPxr/o4T8HLwFj545wv40TtfwI/+7Vt4WV6Z3MMH73wBHwxKywC8/NKv4Ufv/Fq1LBEREdE1PZBgOsA8BKTeae0iTsaxBCCcI6gs358omGI0baldc2CrgKsrUBQFymC6c8CzdV3UKJoOkn1vhQDi/FgMprscCRmmf/cC8fa+cTfb/HDIMM/6wHyc9DNFgT4DerZXClY1nHk2pHgBK/tdMJ4BtvdAjosM07ehSvXlezZ4Cx/YH8aP/crv4m+98bt45feBD/6gPUh++blfwwcq8Mqv/Es82eWUJyIiItrggQTTQDAPAekIJ+WF8il6EhDONwUZG8hyHpTLmgZN0yCvXazJkOXsU/+uLsbVtS7iuqyLHoy990NqJLSf20SYjkaYBsVJHgUjzEJA7RdDvytXx2A0RV4sCnDuxg03Ae8fzfFgSCFcN65/tUcfxctfPcETN8iD4if+f8Yr734Yf/MPPlovDGSBtMFAmoiIiG7GgwmmcblCDBWla1fg5AgSQpRjaVkz4ftZqq8PZ21USIY58TAxNZj+Ep49xHBow/OqqeKa48Hz0s9kPa0xTy22VQAq7LU072S0cLmWZ7k+iti+rixdM02x3LhdgGw68EtpqJrp3FAKvAytvK7lEr6jVdu9lvK6nhab2L5d1yeyD5Myy6UHQwIkwyvaXjuG2/uYyLHYRz8UabN4P7yXZLN0TBv6oeB+3l7PNgGmHTIhrv3oxN7OL4FzGcDlKoSrj3BRW153ve36CP7mEwCuvlda9j3gT4GXRx8pLUskgfSH8cRiIE1EREQ34+EE09EFFnF1JEjrq0C8wmW+wIFnG4hnepJmqS8gGeVUzIJkDHE006EoAwwGChT9vJIqHozSdM4NIzHV1OIQVpr+WaR5R5gmQ1fVi3btDIYUY3FRXP1tWxcAqMM+5uOsHKAaE1RjQQeeIWGRp5iuMDTUUoE90k7RxxzjbJt1CwvJhlcO4CY21HgGPSszngP907XAfut27VH7ugKMFAWKosONgdhN+5CiQBmVeoZIH+twLK7XD0XaLN4P7x3NwdIzgOxYKArG82Oc1jvZtv3coZ6MnD7e0Z4VI+O0JyFeXOz86EezPZ5fW8/lRDQdocO9gt3IT+tLEqu/AH7mKV6Wl/XfSgJp9yt4xS9/QURERLQ/DyeYRoSLRQxIx/nI77GE0oWqDHOoAqGFUZZnGU0xdmOow4aRkniB81LaJqIbuFIM5ghro+laXwXCWecL03hxnqePRhcLxJBwlOe8J9seu+Oi3nTbd6HaxSjVcrmEZ9QelEyf3803IQpqAdsJjiQgXl1Wy4yma8+2t2/Xfl1/XSJ9rOOxuGf98O5oOBZIni1vfLR8437uUE86Qd9yuYRnSwgtHeX7LHWa48GAi/Hed/Iez6+t5/Ld9FI9wZN3gZfGL1aDbCIiIqI9ekDBdHoxKPVwKiN9Xro8slZcYFZ+5ipef9Ya5SD8JiUTpxWBlob+1tGsZnH5oezoCtXQLN322oPb0dWGAG6L0EpHqdLP+qioDNPxK6mhSbp7JsA8jNO0Yx++k6Sgrt3Q2Lpd+3X9dYn0sW7H4r71w7sj2c+i27B5P3eoJ5pikJ0T1gJSy+RisunDVkNYeaZKmm5fvkElGfDyc6jL4xj7PL+2ncvb7HO7xD1xv4JX/uHX8AQn+OBLn6x/TURERLQXDyqYTi4Gk5EV+bQHKV6gnqVaeW6084Xh/gXnbn4DQDaHUGMX5wLX7XeXDNP3YEgLzLI0ZiVLdy8EowEURYdlLbCABMP21lJH76u71sdEPLx+eLuiIMk2aJpcTDZ9eEYMSx+VRoojTAe1G1SxW6RpK+Wy2+3n/BI7l9vtcbui79eXJI4+DPzp9/GkvOzqewC+hVesS0D95bVXZRERERHtw8MKprMRtr6Gk2T4rzTadIlVvD6q2vmCbt+iCyxiCb1T7Yaen0S+7dJx9bJePr6J99ikI3mz0qzFG9cVIQimmI4GyUX2HU8d3U6kjx3yWHSw534oC0yHva8yzZL9XJ5DYTf7qieRBNKAq48q58fNuO751eVcPoT38GPvAjguz9z9UeBngCer90rLSvyv4pUQeGm/xXRvIiIi2rsHFkxnr8gaYriWpppMtKTaDsqT2sqaCcfsdolZlqeWa+nrieoFtkraJRn21gmfdl9Xto5JMaOvbGJSf9Z5L7Lgo3gOXdac2ro0mI5ZOg7JREyVyeLurAhXcdM7zZPvtvexmzkW7X2jrc0Z8X64jeYs4XlewwzhhX2V2SybWM2GUzoYsmai2+kuUk+9PyffT4zqTYkikB7c8LPo9fbsen6JnMuZpN9lj8uc3Mir2r6HJ79/iZeGlr9X+uXgF/HBJ/4CP/bvyzN8Vz35daZ7ExER0c14cME0gjlCSVp7JVby3Qi6tUJ/UqTgTvrA/KJesIN08qienb6eaJcL/2COENg+4dN11hWMoKc/u1wusZwcYdYpXVNUhOnYQlh6LnLSX2FcWVeAizlKx8FDL3ah58+P7lf1NWUSDC9Z76bnWbcJzl2EKD33WT4OIn3sJo7Flr7R2ua8kGA/FFR/drzJvso0CkZQdBcYFmn3k/4VOp/uW+vJ+nPxKirP7iF2dQzyHanhzJAq/a/4rD83HE0HpZn/u9rX+SVyLieyV7TZ6TPRtuetv17s2tuVjjS7f4G/+YMv4EfvfAEf/KrIO6SZ7k1EREQ348nTp087Z789e/YMz58/ryx78eJF5f/UhQZnaQOW0jr7777Jpg+vt9jhIpv27W4ci9vph0RERERE99HDG5m+hw4z4VMt9VNORsqu+2ws7eJuHovD9EMiIiIiooeBwfRt0pwkJdQA3PFNj0gGuJgfYZilfnpDwLVu4B23tN0dOxYH7YdERERERA8D07yJiIiIiIiIOuLINBEREREREVFHDKaJiIiIiIiIOmIwTTuTTR9Lv3gHLRERERER0WPxMIJp2YS/XKL+6lwGezfsaoFwcXV7E1ZtOO6a42O59LHja6RvVjrZV/6pN76D/P3Ztc+u789+9NL+1Po7o6WMrDnJd8sllr7T2P/uYxkiIiIiavYwgmm6FVEwxWh6t96jJJs+bBVw9QFua3LsVsEIiqJAURRYYf3LbqLpIKnLCgHEcPWk3sGd3PCuZJj+IW8MyDAnBqT64oqWMrKJiS1hYelQFAX6DDC82g2d+1iGiIiIiDZiMH0fyHI+CiZrGjRNg3yrF7wyZDn71L+7PbLpJ6932jWQvnP7mQ5GO4MRW+03OFrKaGcGpHCGaZB0vCg4hxtL6J0WHeg+liEiIiKizR5RMK3BWS7haBocP0uJ9eE0DcPIZqnMEr6jrad0mqX0yLV6knX5flrGd2Dm5bORn7Q95rb2yDAnHiamBtNfwrOHGA5teJ6DcoKwrJnw2+qRNTh+KS3Yd2BqO5QBoDkePC/9TOrpruL7ubIPfQea6WC5rG6XqCSQlhBazYH01v2zdT932K6t6zoUkX4IADK0Sn8W6PMbjtf1tz1p83LpwZAAyfCK/lhLiW8/B7vQ4NgS3PO2LIu2MjKOJSBeXZaWRbhYxJB6p+l+vI9liIiIiKjNIwqmE+qwj/k4SYfVXUA1JtW0Rs3B0jOAWZL6qCgKxvNjnJau47PAbZGm1Sr6ApLhraekLs4xUCyEkgrjaI6BosONJRhnRWWqMcQqbc/GegBIxhBHMx2KMsBgoEDRz5Ff1msOPNtAnLU5raeIPWSYExtqPIOebpMyngP901IgJFImEYyy/RfXvimI7OfKPhyvMDTUUoEO+kldsatj1BTrbN0/hdb9LLpdgus6mG39UDtFH3OMs+OuW1hINrxyo0WO1162PcBIUaAoOtwYiN3iPFRKB1f4HBSgOTYkd9x4EybTXuYERxIQX0XpM/EO1u9B3ccyRERERNTm0QXT8eIcaVYjoosFYkg4Osm+lWEOVSC0MMoKpc8GF48GyzjtSYjLF9bRFGN3fUQnvooAXGKVx5wRrmrxp0g9AIB4gfNSmxBl/25oc1qPOsxGjdML59VlMVlYFGA6mpYCRZEy4kT2c9O270JVVcQxIBlna4G/2P4p2bifEyLbJbyuA9naD9Nn3yvHfRYCaj/dnyLH65DbLn4ObqU5sNUQs+YoOSFSpkLCcf7PI+Tdo+I+liEiIiKisscXTF+VA6UrVMO3JKAM523hY2lEpyS6ilsvQivplNJxfsEvWk+8uNgwa3YRBJdV6wkwD+M0ZdaH7yTp29WgQ6SMOJH93LjtO4hdHYOBhRAq7LVhUJH9U9i8nxNC2yW4rtvQ3A9lmI5fSfNe2uVRZ5Hjdchtb2lPp3VpcGwVoTVquWEkUqYkGEFRSo8axCtU98g9LUNEREREax5dMP1QVZ4tXQuGgGA0gKLosKwFFpBg2F41jVewzF2UBFUBRlYIqHZjWvG2/bNPh1zX9ckwfQ+GtMAsS5lWshnCu7tX2671oQJQhz58P/nYKgDJwMT3k34kUiYd9ZeO22493ccyRERERNTmYQTTayOEu0ouMNV+QzSWa74IlZPZfDqP6Fy/nqQ9oVUKhPJPfTQtQhBMMR0Nkued8zTermWuq2UfXkcwQhJPlyfF6rJ/ruuQ69qXNBtjNs3T17F2LESO1yG3vaU9Xc6dy3NYlgVrNsMs/bgxgDjEYjbD+aVgmTRtXiry/YtU9DzT4T6WISIiIqI2DyOYRoB5iOqzmbKGM6PrhWGUPitqwynNxiNrJsw8OktnvC1PPCWbmHReV+L69SRtVu3qBEKyZsLJG63BdMzS98lFczXwEClTFV0sEEs9nGrpa7LqBTZK2iwZk2K28HTbrysY1dO9RfbPvnRb12Vy5+aWJ37KbiAV546sObVjIXK8um37dmmw1/gM9J7OwShCEASVT5K5vsJFECSPy4uUARCcu4jVYb5/ZO0MhhRjcVG05j6WISIiIqLNHkgwDQQjHVbcg5ell3pDwNUxEJ40KBWMoOguMCzSVSf9K1yUhtaiaTJq2/OydfWS53a7rgtA6M5wNLlmPcEIurVCP6tnucSkD8zzRge4mKP0vYde7EIfTEuBh0iZmnTSp56dviarKb96k2CU7EM73c+TI8x2TC2uakj33rp/9qjDuqLpGG4owU77UdeZqGUzfY1ZkncMY6d6IkzHFkLJyM+dSX+Fcf1YiByvDtsuIjh3EaJoV/nVWPs8B/cimmJsFfsn+fVTe03bfSxDRERERBs9efr06cv6wm2ePXuG58+fV5a9ePGi8n/aRoOztAFLaX6d0yMkmz683qI9gKc7g8eLiIiIiB6zBzMyTfdNLa18p7R8OhweLyIiIiKiMgbTdEsCXMyPMMxT3IeAa2HMHNM7iseLiIiIiKiMad5EREREREREHXFkmoiIiIiIiKgjBtNEREREREREHTGYPoBXP/uH+NTvfR6v1r94BGTTx9Ivvf+biIiIiIjoAXgwwfSrn/1DfOrtL+Np/YtD+cyXN6//3T/CX37jCu/Xlx+KbMLP3tW7XGK59OGY2mEC3KsFwsXVrc34rDnl7W74dHk39gMma07RR3wHTa+qfpxlNDjLZfHO8p0l9az1v+USy6WDrtW3t/nwZe48zXkQ+/nulLmb54U4DY6/3HKjd3MZWdbg+H7RVt+Hk7/q4H57OXgLH7zzBfzonS/gR//2Lbwsb5bcwwfvfAEfDErLALz80q/hR+/8WrUsEdEj8WCC6bvs/f/4RfzJV96uLz640FKgKAoUfYZVz4bXcJGwb1EwxWh6ey/SDkbpNisKFN1FjBiuXlp2p1/yLcP0l/CbrnT3STYxsSUsLB2KokCfAYbnVy+eH3OZvQgwyvpc/tHhxgDCOTr1QpE2H7LMQyWy7Y+5zF7s8bwQJsP0bahSfXlZWxkNZ54NKV7Ayv6WjGeA7d387+qbNngLH9gfxo/9yu/ib73xu3jl94EP/qA9SH75uV/DByrwyq/8Szy5rbvmRES3iMH0jZLx6nH2qX93i6IA04GFUDJw1vHWvyw3/1VdXy5DlrNP7au7SpbzmwuypkHTtPvT9mvQzgxI4QzTILkSioJzuLGE3mmx8Y+5zI2RT9GTYrjn3UIGkTYfssxDJbLtj7nMjdnxvBClOR4MKYTrxvWvctvKrFwdg9EU6e4BogDnbgypd3rjN6hvzkfx8ldP8MQN8qD4if+f8cq7H8bf/IOP1gsDWSBtMJAmosft0QXTr372y3jj7T/Gp97+Y3zq7T/Ez322/qdPxtNKmT/GG7/x5trzzpV6fu/LePqJWgEAT3/jX+P1L6afz9WfmX4TP/f2H+PnPvMmfu732trTsK7PtqSUCwswDwG1X42mZc2E72dpdj6cyp12DWeet57apznwvLNKSp7mePC89DPZMAIum0kaXZoq5zvrqeft7dknGebEw8TUYPpLePYQw6ENz6umGoq0R6RMuyz10YMhAZLhFemEtZ0vm6VUzJ3WJeNYAuLVZWlZhItF+cLwMZdJHacpny37uetx184MSPECF7WL0PZ6RNp8yDL71b7tWWqxwLEonxe+A63zzUyRbX/MZVJ35rwAABla5fdh89+Uy1UIVx/hora8rL1MgOn0IUaOH8HffALA1fdKy74H/Cnw8ugjpWWJJJD+MJ5YDKSJ6HF7VMH0q5/9Q7z+5s/gLz//83j+5s/j+ef/CH/7zX+NN8oB7Gd+Cf8T5vj2m1mZ38Jf/p3fxuu/8ebmev75Ch9/8+8VdaS+/8+S77/5dvPdbQD4qbf6+P/+eVYO+Kk3/298onzh95kvC61rF5erGJCOi4sNzYFnG4hnSWqfoi8gGeXguTkA1/rqWkpell6tb7izD83B0jOAbF2KgvH8GKfViHxLe/ZPMoY4mulQlAEGAwWKfl5sl0h7RMpslaU+JumOsVvso3Jaumz68AwJiyzVMF1Xt1TDExxJQHwVFc+Vrv34Yy6TUI0hVuOW/dz5uGvoq0C8uKjOJ7C1HpE2H7LMHm3d9oQ67GOeHgvdBVRjUkk/XjsvxisMDbVchQCRbX/MZRJ357wAoJ2ijznG2e9K3cJCsuHVVhZNR9gWC4uUqZJx2pPW232fyBtuz6/+AviZp3hZXtZ/Kwmk3a/gFb/8BRHR4/OIgmkZT39Bwg/f/qd49ypddPVFfPvtGD/+C79UjBqnzzfnk4VdvY13v/p14Bf66Ujw5np28cNv/D/4flrP+//pj/BDSPjx/DktGZ946+/tbV3tZJhDFQgtjLLctWiKsRtDHRYjy0ESTZdGa5OLn3DeJSWvYV0AomCK4vHqhjIN7dm7eIHzUpsQZf8WaY9ImX1JL97ccXHRl65rbfSoEwn5vRzpCCfVL1OPr0z7fu5+3GVzCBUhZpUr9u71tLW5cMgyuxLf9nhxnqfXRhcLxJBwlDdm83lxPSLb/vjKNO3nWzsv0vk58p+MAkxn9b9XN0NzPBhwMe4Wgd9bL9UTPHkXeGn8YjXIJiJ6hB5RMP2/4Mc/DvyPd6t/7N5/90+Bjx+VUrBlfOI3/rCS5v2pUXkkuKWeHVTqubrC/yh/ued1tUtHIyqpfUB0FVcvoII5QqjIB6e1PlSE6BRLp+tqD8AF27Nnm0cWRNojUmZfSqNHJddaVzCCogyKi+N4heqWPN4y7fu563FPAr56Nkfnera0GThwmWsR3/bKsYiuUA2TW86LXYls+yMt07ifb+28kGE6fiXNe2l3zUjoTjZ92GoIazDd8Lfj4XnifgWv/MOv4QlO8MGXPln/mojoUXlEwbQIGZ/4vX+Nv/N3/gh/nqVVv/nzeO58vV7wQThJrjorFwCV53MbL0bSVO90RKApxXuftrfnsETaI1Lm7rhEku3fNE6UecxlxAkfd/kUSczQfNa01yPS5kOW2a/2bT8kkW1/zGXECR/Ta50XMkzfgyEtMCu/rcEKS2X2L3mkIIalj27sb+DBRN+vL0kcfRj40+/jSXnZ1fcAfAuvWJeA+strr8oiInpMHlEw/d/wwz8H/vYnqhcIr37iZ4A/X6Vp3clI8F9+9Yt56nVeJtdSz97d5Lrq6dnJBVT++qzKp3qhEJy7iKUeTuV6HaKSddWfva4Sb89hiLRHpMy+NF/wysnMQesjTBtFSAZ4yuNE9ef/HnOZRPt+7nbckwmWXKxPVixSj0ibD1mm/JUG0zE3Pl/bTmTbRbScF52IbPtjLpNo3M+3cl6k2U6z0gzbOx13cUkgDbj6qLLOXa2/EWPdvso0ew8/9i6A4/LM3R8FfgZ4snqvtKzE/ypeCYGX9ltM9yaiR+sRBdMRvv+NGD9enuDr+PN47U0JP/zGv0uD6SR4/an/rZh5+9XPfBmvvVn+gxzh3a9+vbGeTd7/T3+EH378f8fTz6SvyaoX2Ki0rs+kfyC3rEuIrCXv0KxcuESYzkKodnWyGVkz4Zi1oDe6wCKW0Jskz7e1xdLRxSIJvLX0NVnJ0vRZNhtOaWWyZqJYVYf2HIRIe0TKdJFe1DY+A53OrluefEk2MTHWL3i3Cc5dxOoQZtpoWTuDIcVYlKbTfcxlADTu53CWpXV2Oe4bJlgChOsRafMhy2S0MxuGasDeNHt/K7Ft3y6pp+l4dSWy7Y+5DO7UeZHdoC36nqw5G4578rcou1Vw0vj6xvYyRSBdSoG/Bs1ZwvO8tbc1lO2rzGbfw5Pfv8RLQ8vfK/1y8Iv44BN/gR/79+UZvque/DrTvYnocXvy9OnTzjcUnz17hufPn1eWvXjxovL/Q0tm2G76wwn88O3/A+98JfmL9+pnv4zX3vx7+HEAQIy/fPuf4k/S7wAAx2/i5z732/ipj6c/+42v4Nv/9Qivj4DLN/8vZIlQlXr+/Ou4/AZw8ma1TFml/Dd+C8//GfBzb/824Pw8/uQ/ZqXebFjWsK6vAie19rSSTfiegWLvxAjdGc7Lk7WkZM3E2dCAmhaOQxez8+rdfuQXExJiV8dgy9WEbDqYGGqy/tAqZqSWTTiT8rosjEfVNom2R4hswvd6WDReACVpgr1F+/aItEekjLDaPqrsv/q+RYzQHWPU0v5NZM3BxE7riUO44/XZbB9nGQ3O0gZcC+jZ6XFo3s8ix13kIlyontY2H74MAEDW4JwNoUoL6Ds+P9q+7emxsBQUp0DTstp5EYewFoBtAFbDiGgbkW1/nGXu4Hkha3AmWVuS78fzI3h29bhrzhLrmeZhhzLJtq99DazVIypbX9vf032V2ebl597C3xgnyUjzu5d45QtfLV59JffwwR/8r4D1u9VZvAdv4Uf2CZ7UlxMRPQIPJph+TF797B/i9V/4I3zzn3yxmHWciOi2aQ6W/Xnlhg8RERHRQ/WI0rzvqzfxid/4PJ7mKeVv4qcrqelERHeAbMIfSnDXH3olIiIiepAYTN95b+P7//UIH/9c+pquL/4q8PZv4dvl1HQiolslwzw7wmy8OU2XiIiI6KFhmjcRERERERFRRxyZJiIiIiIiIuqIwTQRERERERFRR482mJZNH0t/l/ehEhERERER0WN3Y8G0s1zCN5tDVdn0sVw60OpfXIfmYLn0sWGV664WCBdXO70LdW80B8vlsvnjaMnsuJXlPhxTq9wA0JyGn63XQ1tocJZLXH9XJfWsHYPlcqf+LmtOcfx9p7FvH7IMEREREREVbiyYXsWAdHRSX1yIV7isLzugKJhiNL0Lr3AJYSkKlPqn9J7W0EqX6TOseja80oh6MCr9jO4iRgxXb67nsGSY/uYbKuL2Vc8hBBjVj6Oiw40BhHN0OhKyiYktYWHpUBQF+gwwvNrNokOWISIiIiKiihsLpq/i+pLCyZEExB1HhWU5DyBlTYOmaZB3utiXIcvZp/7dHRcFmA4shJKBs67DnHQ75FP0pLjzu3e1MwNSOMM0SM6SKDiHG0vonRad9pBliIiIiIio6saC6ctVDEjHSQCcpjMnabQyjiUgXhXj0rJZSjFd+nDWhsRkmBMPE1OD6S/h2UMMhzY8ry11NhnRXDr1tGgPnpd+JvVnprN0Xw2O39aeWpt9B5rp7JTK212AeQio/RtYk6zB8f0iNdl3YGoN266Z8DfunyzV2YMhAZLhFfV1yqMWr2d7/xF0LHDcW7d9nXZmQIoXuKjdOWqvZ/0cASJcLGJIvdO0zx6yDBERERER1d1YMB1dxYB0hBMA8rEEoBoAxldJdCGbPjxDwiJLTdYXkAyvMa1XMoY4mulQlAEGAwWKfr4hdVaD43voxRaUUVAZAc/SonV389C5OuxjPs7KAaoxqaa8ak61zeMVhoZaKnCzKjcq9kaGObGhxjPoWYryeA70T6s3CDQHnm0gniUpwdnxKuLbLNU5SW+O3bRc55RzsXq69J9tVGOIVXrcG+vZuu11GvoqEC8uqlkYW+s5QZK8EaU3ohys39M4ZBkiIiIiIqq7sWAalysk4aqM056E0HURS8eQcYIjKUYyEJZ8F7tjTLNoI5pi7G4YFYsXOE9TUQEAUUOi+IkGZ2lDii0MOgVvhXhxjmw10cUCMSQUj3/LMIdqY5t3o8LOR1WLkcodYsFrSoOq1WUR+EUBpqNp6YZFsu0ILYzyHZRsuzqsj/IfQsf+s0V7Pd23XTaHUBFilleKneoBJBzn/0xuUK07ZBkiIiIiIrq5YDq6QgwJx/IJjqQQ8+kVYukIJ/IxknFqVEfFKj9ajGqXrY3wrZFg2DZUAPF8t0AapVFzINuOspY276RpArJBEdQdTIB5GKfp1D58J0nxrgZ3RcBdtul43byWY7FDe9rr6brtSaC/PvFYx3qCUbU/NE3cd8gyREREREQE3GgwjUusYglHp8eQ4hUu0/8fnx5BQoxa3LI3satDd2Oo9m2M7h7GThO4CQhGAyiKDstaYAEJhu3Ba8hhrjy/vFxiaR8uxf22CW+7fIoklm6+qdNez2UyG/5xWwc+ZBkiIiIiIqq7wWA6wlUMSL0epPgKESJcLIBeTyqNeDVfyMvJjEg7jIrFWFxEiKYDWKEEY22CsX1oafNBJM/hbgrSri9CEEwxHQ2S58rVfumZ6WTb81d1VT6jDc+v36SWY7FD/2mvp9u2JxOPuVifxFuknvTcqbxaLk1pz7MzDlmGiIiIiIjqbjCYTibKkiQpD/yiq+T/xahqOmtweYIv2cTEuP6FfDBKXiHVNLIKpM9CSz2caulrsuoFNoownYVJm7OZmtI23zhZg+nbUBuDtOvSYDpmafKpNE25EpQm267a1UmqZM2EY9b3c3Yzpfuzy1Vt9ey3/zTVE86meV8V3/YNE48BwvUE5y5idZj3MVk7gyElN4tuowwREREREVXdaDCdyCYbKyYlKz8vGk2TEdCel6a7ej3Ero7BtR8aDjCyQkC1m2dbTid96tnpa7IaC20QjJI222mq7uQIMyusl9ob1c72zRBHCwv6IAvw9inAxRzoT7LUYw+92F1fVzCCbq1K5ZaY9IH5xXp0H5y7CGHAy1KZu+zjkrZ69tl/QneGo2y70noqc9gJbnsy8VhLMCpSTzTF2Cr6mDcEXL32LP0hyxARERERUcWTp0+fvqwv3ObZs2d4/vx5ZdmLFy8q/39sZNOH11usB59ERERERET04BxgZPohqqVEyxrOdkwtJiIiIiIiovuHwfROAlzMjzDMU4KHgGthzLxYIiIiIiKiR4Fp3kREREREREQdcWSaiIiIiIiIqCMG00REREREREQdMZgmojvr9dc+jT/79Gt4vf4FEREREdEtO0wwrTnJRF2+iWwC7Faag+XSQetbiUXKbCCb/s7vPKYS2YTfcFxlWYPj+/k7lJe+Dyef+nyd5pTLNveRtjKy5iTtWC6x9B2YDRUcsgzueh+7xrkj6tkbn8af9fvJ5zrB8F+9h/l7f4Vvlpd97I2i7n4ff/bGx8rfXt/H3sCf9d/As/ry68p+DzZ9HK04n/KPD8fUKn1dcxp+tl6PiLV1lT7Z+dVYxodT7vQiZUQ01lNrDzQ4y6ZtrC6XzdLvitLHr7RJhub4pXUmv6OyEuL7ub0eIiIietgOEkxrfRWIY8RSD6e8yrjjGi4OGy+MZZgTA1J9MTSceTakeAFLV6AoCpTxDLC92sVsVtyBrQJuVrbpPd1tZWQTE1vCwtKhKAr0GWB4fjXIPWQZAj72Br74EeBfPJ/jp+dz/PR/+XY1GO7gm9/9Nv7Rt79bXfjdd5J653N8/r3qV3dfCEtJ+3H5MwqKEla6TJ9h1bPhlW4eBaPSz+guYsTFeVGrR0S+rvKndg6Wy+jWApKxfi6LlBHR3p4AIysEVBvleFo2h1ARwkq3PZoOkp+zQqC0fwalty1ojgdbWmCW7Tt9Acn2cJbWK7qft9VDRERED9sBgmkZxxIQL2aIIeHopP79HSQXIwuypkHTNMjdrwvvIQ3O0sMQM4y3XRhrZzBiC1ZYXQwAK1fHYDRFkF27RgHO3RhS73TDiE2Mq7UIuq65jHZmQApnmKYri4JzuLGEXumuzSHLUOav8d9+UF/WxYfw+oeyT/27RyIKMB1YCCXjzgRnUTDFuPVcFiuzs2AEKwTUYTF6PjEkhNYI4rcRNPRVIJyVf0dNMdBdrGol2+2rHiIiIrqvbj6Ylk/Rk2IsLgLMQ0Dtr18VymY1dVY7rpcQK7MfMsyJh4mpwfSX8OwhhkMbnldOi5WhlduzXMJ3yumYSdqh76dlfAdmXr46klnZrg2jwO1lknU5pgbH31QGwFrqtQOzlnqtOTbU0MJgFOQjU1EwxSxE7cJYg2NLcM+bLl8DTAXet52nYtoqABV23q5iFG57mfRGzeqyVHOEi0X5Qv6QZfYlPabalmO6tW80lNlw7siaCX/LurZ5/bU0tfuTHwHwEXyxMc37Q3j22hv4eilN++tvfGwtDfzZG5/C1z6Vfl7fPU389Y+9hq9/OlvXp/GvXluPzF8vt+fTb+DZT9ZLJPL+uJZmfJM2/958rIJRcoNhYsrpDS4LnQbk5eOGjJokEJ7eRj1ERER0b914MC2f9iDFC1xEQJBcFVae1ZRNH54hYZGnBK8wNNRSCbEyXUTTMfQtV1+SMcTRTIeiDDAYKFD082LkQztFH/N89FbRLSwkG179IntxjoFiIZRUGEdzDBQdbizBSIeZ1rZLXx8FFikDAKoxxGq8qYwMc2JDjWfQszaP50D/tDgWsomhGucBcvFssI8+4qwUkAbdkjuGQMycknHakxAvLoogvZKKWUp9LaWYbi9zgiMJiK+i4jngtRjwkGUKIn1sG3XYxzw9proLqMakdiNme99YK9N07mgOPNtAPEvS17N66t15m29++78k6dffeg/Ae/h8mopdSfP+2P+MX8L38OvZd8+/hf/wE5/E12rPPf+bd5Lvfzl+v7K8k4+9ga99UsJ3vvM8Xdd7+FnpU/hXpVW9/tqn8TXpJ/AfspT0b76PfyJ9pFzLrbtcxYB0vOcbNjtKR4LL5/IakTLXkma6GB5stUjvFhZdYBEDqp3c8DQ1rfVc3mhf9RAREdG9dcPBdBJEIb5KLqouV4ihohhkSYOscmAWJSmCBZEyXUXbL/LiBc7z3D0AUenfwRSjaTF6iyjAdLZ+oyC+igBcYpU3NcJV/u/N21UeDd1eJtFeJg0EV5fVNo+mxQ2CkyNIWSq1bGJiq4gtHYoyxkoqjb9oDmw1xEw8kobmeDDgYtzhZ3YjIR90lY7Q/ETBocoI9LEt4sV5nj4aXSxqj0mI9I3NZQoyzKEKhBZG+cqSMnkq7T6lz0DnwfUPvovf+c57wEc+uucJvz6E3/zZjwDvfQv/6LtpvvkPvo1fj99H/2ezke4PQfvIq/hO/E38TpaSnpZpEk0H0HW983PJVaUMi1JGwQ6JAHuh2vW21CfqqpXxeogtvfL8sWgZESLtQX4+AIhXKOeKiIkwHeiw3BCACsO2YXtp1ka9aKt91UNERET31c0G0/IpehIQztOLz+xOfh5Nl0b7SqIi4hQss3/toyoyzMokXVkq8maV9GDpGHLbduXBmUiZRHuZAPMwGclZLn34TpLiXb5ElZMc5uTC9OQIEkLMgwhZKnNCg2OrnZ5PlE0/GT1qmlhsn4IRFGVQBI1NF9mHLLMHlWMaXdXyA0T6RkuZXHGjpaypj+3Hh/Cbb3y6kuadpIXv24dw/CrwnferD25/86/+Gnj1Vfzdcpm/aiizQVS+qbaTpgnISn3pwJom/KoHwUUZHVYoQbXP1oJFkTIiRNqTZNoYkMIwT/fuLkIwHSVZR4oC3XIRSyrsrukYe6uHiIiI7qMbDabl0x6kymiDB0PC2gju/SLD9D0Y5RlclSwV+e4KRoPkQtdaYAEJhu2tp6Vvo/WhAlCHPnw/+dgqAMnAxPfX0oKTFOMYli4efHeTjPpLx20X04csc38lN1rEbw7t5kP4zU9/Cv/nT7yH38vSqvO08Jvxs9Knqq/RupHA/WadJHdEbvZmlJAoeV4ZKoYbA1iRMtekncGQYrjnozTde7fAvSybNO266fT7qoeIiIjuhxsNppOLQLd4TjcPOiUkMUlzgCIfl6d1ESlzSMlIXmUG153a07Jd+UinSJmESBkgQhBMMR0NoLtx5aZGZSQyT8eX81RhAMDlOSzLgjWbYZZ+3BhAHGIxm+G8tLIkkAZcfVTZT/uVpM1LlSni689nH7LMIYn0jZYyuaRM04igouz7JkgyEjz/zrfxb0qDwa//5E+UC+3JD3D1PjD/Vilozz/v4N+UyvzsT1YnJdvYHlmD6bQ/K79/6YzRWXbPrcueV24LYEXK7CrJjskeXYimY7hx15FgDeZeAv191UNERET31Q0G08lF4FqgEcwRInudUITpLIRUnlgpnbymIFLmkJLgQ+2XZp3WnB3ak84E3bBd5QBue5lEexkNpmOWgoDsWfZSsF1+nj2aYmyFkGwPy+UER3GaFhxFCIKg8kkyhle4CIL8sfIikL759NXg3EWsDvOZyeV01GpxUaz4kGUOR6RviJw7SRnVrgaJsmbCMbsEKCKS4LX/0WJ27tc/9ga+JL1aK1f45n9/D9959SPQPpa+Jqv2/f/7/vvJ89Zrk3T/AL/znffQ/+Qble9e/9hr+FevZTOQJWV+Vnodv5mV+dBrG9ujndkwVBX2od5TJWswfRtq7KJx4vxbkjyv3D7yLFJmF5pjQ0V5zoak/9bfPb3NkeFV3sAga/VzR8y+6iEiIqL76eaCaa0PFU2BRvKql3ySpGAE3Y3R89L00skRZm4tZVqkzMFEmI6TV7N4aUrspL/CeIc072iajBDn2+X1ELvViXtEygBA6M5wNNlUJsDFHOhn3y899GIXevk55ih5BVY26VQUjDBQFCjKAKPRoDLLdjsNZ4YEQIKRtTn/3MDEPNEUYytGz07SlL1hQxB/yDIHJNQ3RM6dYATdWpX6xxKTPjC/2HcE9wP8zje/hflPSPhamnb9pY++j19vS/P+wbfx6/Ff4+9/Mn1NVm3W729++5v4F+/9BL74qaS+r5dfffXdd/DL33ofv/R6keb9pY8C/+6/f7daJv5r/P305//s9Vfxe3Fze4K5iziOb3yUOH8sxhviaGFVz9M9a5rwq/x6ukbp74r6JIgVImUatLZHNpHMlVfLmMjePW0nv1+qr9Qrfg8VE5kFOLdcxNIw/x3u2Q3nzlb7qoeIiIjuqydPnz59WV+4zbNnz/D8+fPKshcvXlT+T4eiwVnagKV0e9dqo/R5cISwxjeZnk1ERERERHS/3dzINN1D6ateFsCwNErZ9GoaIiIiIiKix4zBNNVUX/XS/GoaIiIiIiKix41p3kRED0by2Ef7i81CWHufqX2Tu9YeIiIiov1hME1ERERERETUEdO8iYiIiIiIiDpiME0Phmz621/rQ3TD2A+v7zHvQ1nTKu98J7qTZA0aOyoR0WMPpmWY/hJLp8vbjzU4yyU6/cidtMu23wGas/l91VcLhIur3d7JqzlYLn3cn4nLH0o/vKduqh8+Jje1D2/7XG7brm1kExO7jx03/PZ/J5S3XXOq7ws/QMNkzYGfv5/c2bkPiNRz38rk71+vfOrniQzNKZVrqCcXAX17svl7IqJH4h4F00nwt9fXNMmn6Ekx3PNHOPXNndj2/R7TKJhiNL3N7cnsd7vujoe6Xft1d/rhIe23bzzOfQhoZwakcP4wJmMLRvkbIayw/uUNkE1MbAkLS4eiKNBngOHVg0UBIvXcxzIAELvQ02OSfAYov6xDczzYagxLT77XZyv0muoBAAQ4dwHj7OZvkhAR3WX3KJjev+TCZVb5Y/JYbNx2Wc5TK2VNg6ZpkBv/kN4lMmQ5+9S/o4O6l/1nX+5YP7yXx+KO7cNDkk0M1du+wXl/5X/TguSPWhScw40l9E67dSSReu5jme009FUgds+RVoMomGLcEjBHFwvE6nBDsE1E9DjcbDAta3D8WspQwzM2smbC94u0I6fymzlJXVsuPRgSIBleUd910sbaLlxkE07eniV8R2t4dk8rlam3OSGbpbSrpjJ73D+Otr09uY3bLsOceJiYGkx/Cc8eYji04XnVlMWt27W1jPgxrdTjO9COK18D6d10z0s/k4bnLAX3c1WRBr+tZGHH7VrbPx0cbz/uIutqLyO6XfvoP8m6fD8t4zsw8/KbRkiaiNfTfn6lZfbRDyFDq2z7pt8tKFIyd/4dt49jIVJGtG/saR8e7FwWX5fIdomQT3uQEOOqfoMTKH7Pm9vP9+1/m7b1Q/G/KXvbdoFzsJ2MYwmIV5elZREuFjGk3mmxbU2PAFSWidRzH8uIi5s6oHTcXE90gUXnoJ2I6GG5wWBahjmxocazIq1oPAf6p9VnyTQHnm0gniXpSYq+gGR4pee+AowUBYqiw42B2E3LKQqUUT0YFLdxZFZzsPQMIGuPomA8P8Zp7ZpWHfYxH6epUC6gGtVnh2TTh2dIWKTpUtl2FWmQ+9o/iW3tKdu47SnJGOJopkNRBhgMFCj6eZ52uH27RMqIHdO1esYrDI31N9YGo2y74/pX4vu5QoPje+jFFpRR0OHxxR23a23/iFONIVbpcW+qR2Rd28uIbVfmuv0HALA4x0CxEEoqjKM5BooON5Y2jpBstK0egfNrrc079UMA2in6mGOc7TvdwkKy4dVP5j267rHYXkasb6zVs9M+POS5LLYu0e0ScXIkAVtSvLed7xD5WyDYD7fVs7dtFzgHtzvBkZQGgtlz202/ToMRdBcw8ptKGhxbReyO07+HIvXcxzIpyYCX3/zw4TQUlI7Xl20W4SoGpKOT+hdERI/GDQbT6S/41WVxARMFmI6mpYsFGeZQBUILozyvaIqxG0MdNoxK7EvbyGy9PWmqU/3xvXhRSoW6WCCGhOLviYzTnlT6A11sV3GneL/7p709JRu3vSRe4Ly0/Yiyf4tsl0gZEZvr6UZkP5ecaHCWNqTYwqAhULy+zdvVbf8k2usRWZdImY6u1X8SyejIJVb54U4u2rpqr0fk/Nrc5s7S54Ar/XAWAmp/LRiMpgPout54s6KTax0LkTIiNtfTzSHPZZF17Wu7AKSji9s0rat+LLb+LRDsh+317GvbRc7BXUjIB8mlI5Q3P5qO4cYqbMeE6dtQQwuDfCPqNtdTuCdlrhZw02eqFUWBPouh2tWBi3kISMZZHozLmomJIbWsK7Vp5JqI6BG4wWA6wDyM07Q/H76TpMhVf+EWFyxlUXKrs/2X9zVsHplN2hPOt194VVKhoitULyFKd4pLqtu13/3T3p7C5m0vxIuLDSM4ItslUkZESz2diOznjATDtqECiAX6wG5atqvT/km01yOyLpEy3Vyv/6yr9P9rXLSt1yNyfrW0uTMZpuNX0muX9uaRvCgPfHd3vWMhUkZESz2d7Pdc1pzScVgua6/iElnXvrZLXOO6Ov8tEOuH7fXsa9tFzsGOglF1Yq14hVrtmA4shKoBQwphbbrRsrWe+1UmGRQojlcUjGCFqNy0CEY6rFCC7SX9YtIHZm7cvK7UZXGnkojoUbrBYBoIRgMoig7LWmABCYbtraWSAbXn7Db8Yd8b2cRQFQuYb9rB988d2vZDEt3PQJKmqrsxVLvL87l0n+3t/Golw/Q9GNICsywtVlGgHGSa44djn+dyllKefwbTyo2HLuu6P+5mP7z+OZhknwinKGt9JGuQUP0RkXruY5lml6v6TYso7fdJvxiMpsBRe8rEyZbviYgeuhsNphMRgmCK6WiQPAdXSSVL/giEVu2iRlGgKKPm1L1rkk97kGIXzVnOSXvU/nUvmJr/uMnJLCFrd8kPtX/at12EyHaJlBHRUs9O2vZzJsbiIkI0HcAKJRhNEyBdW8t2ddo/ifZ6RNYlUmZfDrkuESLnV0ubO0lG4MLZNE+dRVs9sgbTaXn28dpatmvvfaOlnp0c8lxuW9c+tyt9/GBL5kXjujodi479cKN9bbvIOSii6dndNBV9LTsje05arz0/DcF67mOZZidJWkBL/0ln+N5YT/p4QrzjO+GJiB6AGwymNZiOWboYTH65V39xR5jOQqh29aJR1kw4Zv3yKP2D0elZvToNZ4aEcFYdgSgk7YFqVybmkDUTa81plc6kWZ6wRU6ePSr+KO17/2yzbdtFiGyXSJlM2zFNtr2pnk2iiwViqYdTLX21DiC4n9cFIwuhZOw4EtW+XeL7Z7umeopjLLIukTKZtu0S0WVdhyByfu2rHyZBg9ovgjpZczbWo53ZMFQVdtcJ14SJHAuRMpm2vrGvfXjIc1lkXd23q00wD7emNjeta/1YtOnWDzfrtu2XyUobbg6JnINignM3eU1TWpGsncGQkpsqBbnynHT+/HQpxV+knvtXpt6fk+M+VJMbK3lNmlm69pGhOTZUhJhtfC4svTnzyLLdiIjKbjCYDnAxB/qTLHXLQy92oddS6RCMoFurUrnkOZ35xfov5+DcRYjSbJSdLo4A2RxC3TYyG4yg6C4wLNLOJv0rNDSnVTRNRjJ66bNHS6+H2NVLE53sf/+0Edp2Adu3S6xMpvWYBqNqPZMjzNyWdMR04pqenb5ax9HE9/OaACMru7FS/267tu3qsn+2Cd0ZjrJtS+spPwIosi6RMpm27RLRZV0HIXJ+7aUfRpiO06AuX88K4w3ptcHcRRzHN3qRKnIsRMpkWvvGXvbhIc9lwXV13a42wRwhVLQlRjWd703HYrNu/bBVh22PpmO4pWdxKzOQi5yDIqIpxlbSZ5bLJbwh4Oql54eRvHqt+px0+vy0ZGCStUmgnvtXJsDF/AjD0j72hsDCqv69QHCBeX+SlvEwhAtLb8kQ0PpQEeIGf00REd15T54+ffqyvnCbZ8+e4fnz55VlL168qPz/7klmdoWlVP94PAqPeduJiO4H2fTh9RbrQTt/h9MdpDlLDFddb+gQET0sNzgyfdck70N9nBcij3nbiYjuh2g6QygZuLHsfqJ9kU0M1bYUcCKix+ERBdNERER3GW980j0RTTHoNEkcEdHDxGCaiIjoTmOQTUREdBcxmCYiIiIiIiLqiME0ERERERERUUcMpomIiIiIiIg6YjBNRERERERE1NGTf/yP/3Hn90wTERERERERPWZPnj59ymCaiIiIiIiIqAOmeRMRERERERF1xGCaiIiIiIiIqCMG00REREREREQd/f/eWCB03LM1jQAAAABJRU5ErkJggg=="/>
          <p:cNvSpPr>
            <a:spLocks noChangeAspect="1" noChangeArrowheads="1"/>
          </p:cNvSpPr>
          <p:nvPr/>
        </p:nvSpPr>
        <p:spPr bwMode="auto">
          <a:xfrm>
            <a:off x="1708354" y="21650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12420" y="467756"/>
            <a:ext cx="6096000" cy="1491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" dirty="0"/>
              <a:t>Starting kernel ...</a:t>
            </a:r>
          </a:p>
          <a:p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[    0.000000] Booting Linux on physical CPU 0x0000000000 [0x410fd034]</a:t>
            </a:r>
          </a:p>
          <a:p>
            <a:r>
              <a:rPr lang="en-US" sz="300" dirty="0"/>
              <a:t>[    0.000000] Linux version 6.6.137 (</a:t>
            </a:r>
            <a:r>
              <a:rPr lang="en-US" sz="300" dirty="0" err="1"/>
              <a:t>quanganh@quanganh</a:t>
            </a:r>
            <a:r>
              <a:rPr lang="en-US" sz="300" dirty="0"/>
              <a:t>) (aarch64-openwrt-linux-musl-gcc (</a:t>
            </a:r>
            <a:r>
              <a:rPr lang="en-US" sz="300" dirty="0" err="1"/>
              <a:t>OpenWrt</a:t>
            </a:r>
            <a:r>
              <a:rPr lang="en-US" sz="300" dirty="0"/>
              <a:t> GCC 13.3.0 r29166-14a27ac99d) 13.3.0, GNU </a:t>
            </a:r>
            <a:r>
              <a:rPr lang="en-US" sz="300" dirty="0" err="1"/>
              <a:t>ld</a:t>
            </a:r>
            <a:r>
              <a:rPr lang="en-US" sz="300" dirty="0"/>
              <a:t> (GNU </a:t>
            </a:r>
            <a:r>
              <a:rPr lang="en-US" sz="300" dirty="0" err="1"/>
              <a:t>Binutils</a:t>
            </a:r>
            <a:r>
              <a:rPr lang="en-US" sz="300" dirty="0"/>
              <a:t>) 2.42) #0 SMP Sat May  2 23:38:48 20</a:t>
            </a:r>
          </a:p>
          <a:p>
            <a:r>
              <a:rPr lang="en-US" sz="300" dirty="0"/>
              <a:t>[    0.000000] Machine model: </a:t>
            </a:r>
            <a:r>
              <a:rPr lang="en-US" sz="300" dirty="0" err="1"/>
              <a:t>Bananapi</a:t>
            </a:r>
            <a:r>
              <a:rPr lang="en-US" sz="300" dirty="0"/>
              <a:t> BPI-R3</a:t>
            </a:r>
          </a:p>
          <a:p>
            <a:r>
              <a:rPr lang="en-US" sz="300" dirty="0"/>
              <a:t>[    0.000000] OF: reserved mem: 0x0000000042ff0000..0x0000000042ffffff (64 KiB) map non-reusable ramoops@42ff0000</a:t>
            </a:r>
          </a:p>
          <a:p>
            <a:r>
              <a:rPr lang="en-US" sz="300" dirty="0"/>
              <a:t>[    0.000000] OF: reserved mem: 0x0000000043000000..0x000000004302ffff (192 KiB) </a:t>
            </a:r>
            <a:r>
              <a:rPr lang="en-US" sz="300" dirty="0" err="1"/>
              <a:t>nomap</a:t>
            </a:r>
            <a:r>
              <a:rPr lang="en-US" sz="300" dirty="0"/>
              <a:t> non-reusable secmon@43000000</a:t>
            </a:r>
          </a:p>
          <a:p>
            <a:r>
              <a:rPr lang="en-US" sz="300" dirty="0"/>
              <a:t>[    0.000000] OF: reserved mem: 0x000000004fc00000..0x000000004fcfffff (1024 KiB) </a:t>
            </a:r>
            <a:r>
              <a:rPr lang="en-US" sz="300" dirty="0" err="1"/>
              <a:t>nomap</a:t>
            </a:r>
            <a:r>
              <a:rPr lang="en-US" sz="300" dirty="0"/>
              <a:t> non-reusable wmcpu-reserved@4fc00000</a:t>
            </a:r>
          </a:p>
          <a:p>
            <a:r>
              <a:rPr lang="en-US" sz="300" dirty="0"/>
              <a:t>[    0.000000] OF: reserved mem: 0x000000004fd00000..0x000000004fd3ffff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wo-emi@4fd00000</a:t>
            </a:r>
          </a:p>
          <a:p>
            <a:r>
              <a:rPr lang="en-US" sz="300" dirty="0"/>
              <a:t>[    0.000000] OF: reserved mem: 0x000000004fd40000..0x000000004fd7ffff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wo-emi@4fd40000</a:t>
            </a:r>
          </a:p>
          <a:p>
            <a:r>
              <a:rPr lang="en-US" sz="300" dirty="0"/>
              <a:t>[    0.000000] OF: reserved mem: 0x000000004fd80000..0x000000004ffbffff (2304 KiB) </a:t>
            </a:r>
            <a:r>
              <a:rPr lang="en-US" sz="300" dirty="0" err="1"/>
              <a:t>nomap</a:t>
            </a:r>
            <a:r>
              <a:rPr lang="en-US" sz="300" dirty="0"/>
              <a:t> non-reusable wo-data@4fd80000</a:t>
            </a:r>
          </a:p>
          <a:p>
            <a:r>
              <a:rPr lang="en-US" sz="300" dirty="0"/>
              <a:t>[    0.000000] Zone ranges:</a:t>
            </a:r>
          </a:p>
          <a:p>
            <a:r>
              <a:rPr lang="en-US" sz="300" dirty="0"/>
              <a:t>[    0.000000]   DMA      [mem 0x0000000040000000-0x00000000bfffffff]</a:t>
            </a:r>
          </a:p>
          <a:p>
            <a:r>
              <a:rPr lang="en-US" sz="300" dirty="0"/>
              <a:t>[    0.000000]   DMA32    empty</a:t>
            </a:r>
          </a:p>
          <a:p>
            <a:r>
              <a:rPr lang="en-US" sz="300" dirty="0"/>
              <a:t>[    0.000000]   Normal   empty</a:t>
            </a:r>
          </a:p>
          <a:p>
            <a:r>
              <a:rPr lang="en-US" sz="300" dirty="0"/>
              <a:t>[    0.000000] Movable zone start for each node</a:t>
            </a:r>
          </a:p>
          <a:p>
            <a:r>
              <a:rPr lang="en-US" sz="300" dirty="0"/>
              <a:t>[    0.000000] Early memory node ranges</a:t>
            </a:r>
          </a:p>
          <a:p>
            <a:r>
              <a:rPr lang="en-US" sz="300" dirty="0"/>
              <a:t>[    0.000000]   node   0: [mem 0x0000000040000000-0x0000000042ffffff]</a:t>
            </a:r>
          </a:p>
          <a:p>
            <a:r>
              <a:rPr lang="en-US" sz="300" dirty="0"/>
              <a:t>[    0.000000]   node   0: [mem 0x0000000043000000-0x000000004302ffff]</a:t>
            </a:r>
          </a:p>
          <a:p>
            <a:r>
              <a:rPr lang="en-US" sz="300" dirty="0"/>
              <a:t>[    0.000000]   node   0: [mem 0x0000000043030000-0x000000004fbfffff]</a:t>
            </a:r>
          </a:p>
          <a:p>
            <a:r>
              <a:rPr lang="en-US" sz="300" dirty="0"/>
              <a:t>[    0.000000]   node   0: [mem 0x000000004fc00000-0x000000004ffbffff]</a:t>
            </a:r>
          </a:p>
          <a:p>
            <a:r>
              <a:rPr lang="en-US" sz="300" dirty="0"/>
              <a:t>[    0.000000]   node   0: [mem 0x000000004ffc0000-0x00000000bfffffff]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Initmem</a:t>
            </a:r>
            <a:r>
              <a:rPr lang="en-US" sz="300" dirty="0"/>
              <a:t> setup node 0 [mem 0x0000000040000000-0x00000000bfffffff]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probing for conduit method from DT.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PSCIv1.1 detected in firmware.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Using standard PSCI v0.2 function IDs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MIGRATE_INFO_TYPE not supported.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SMC Calling Convention v1.4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percpu</a:t>
            </a:r>
            <a:r>
              <a:rPr lang="en-US" sz="300" dirty="0"/>
              <a:t>: Embedded 18 pages/</a:t>
            </a:r>
            <a:r>
              <a:rPr lang="en-US" sz="300" dirty="0" err="1"/>
              <a:t>cpu</a:t>
            </a:r>
            <a:r>
              <a:rPr lang="en-US" sz="300" dirty="0"/>
              <a:t> s35048 r8192 d30488 u73728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s35048 r8192 d30488 u73728 </a:t>
            </a:r>
            <a:r>
              <a:rPr lang="en-US" sz="300" dirty="0" err="1"/>
              <a:t>alloc</a:t>
            </a:r>
            <a:r>
              <a:rPr lang="en-US" sz="300" dirty="0"/>
              <a:t>=18*4096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[0] 0 [0] 1 [0] 2 [0] 3</a:t>
            </a:r>
          </a:p>
          <a:p>
            <a:r>
              <a:rPr lang="en-US" sz="300" dirty="0"/>
              <a:t>[    0.000000] Detected VIPT I-cache on CPU0</a:t>
            </a:r>
          </a:p>
          <a:p>
            <a:r>
              <a:rPr lang="en-US" sz="300" dirty="0"/>
              <a:t>[    0.000000] CPU features: detected: GIC system register CPU interface</a:t>
            </a:r>
          </a:p>
          <a:p>
            <a:r>
              <a:rPr lang="en-US" sz="300" dirty="0"/>
              <a:t>[    0.000000] CPU features: kernel page table isolation disabled by kernel configuration</a:t>
            </a:r>
          </a:p>
          <a:p>
            <a:r>
              <a:rPr lang="en-US" sz="300" dirty="0"/>
              <a:t>[    0.000000] alternatives: applying boot alternatives</a:t>
            </a:r>
          </a:p>
          <a:p>
            <a:r>
              <a:rPr lang="en-US" sz="300" dirty="0"/>
              <a:t>[    0.000000] Kernel command line: root=/dev/fit0 </a:t>
            </a:r>
            <a:r>
              <a:rPr lang="en-US" sz="300" dirty="0" err="1"/>
              <a:t>rootwait</a:t>
            </a:r>
            <a:endParaRPr lang="en-US" sz="300" dirty="0"/>
          </a:p>
          <a:p>
            <a:r>
              <a:rPr lang="en-US" sz="300" dirty="0"/>
              <a:t>[    0.000000] </a:t>
            </a:r>
            <a:r>
              <a:rPr lang="en-US" sz="300" dirty="0" err="1"/>
              <a:t>Dentry</a:t>
            </a:r>
            <a:r>
              <a:rPr lang="en-US" sz="300" dirty="0"/>
              <a:t> cache hash table entries: 262144 (order: 9, 2097152 bytes, linear)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Inode</a:t>
            </a:r>
            <a:r>
              <a:rPr lang="en-US" sz="300" dirty="0"/>
              <a:t>-cache hash table entries: 131072 (order: 8, 1048576 bytes, linear)</a:t>
            </a:r>
          </a:p>
          <a:p>
            <a:r>
              <a:rPr lang="en-US" sz="300" dirty="0"/>
              <a:t>[    0.000000] Built 1 </a:t>
            </a:r>
            <a:r>
              <a:rPr lang="en-US" sz="300" dirty="0" err="1"/>
              <a:t>zonelists</a:t>
            </a:r>
            <a:r>
              <a:rPr lang="en-US" sz="300" dirty="0"/>
              <a:t>, mobility grouping on.  Total pages: 516096</a:t>
            </a:r>
          </a:p>
          <a:p>
            <a:r>
              <a:rPr lang="en-US" sz="300" dirty="0"/>
              <a:t>[    0.000000] mem auto-</a:t>
            </a:r>
            <a:r>
              <a:rPr lang="en-US" sz="300" dirty="0" err="1"/>
              <a:t>init</a:t>
            </a:r>
            <a:r>
              <a:rPr lang="en-US" sz="300" dirty="0"/>
              <a:t>: </a:t>
            </a:r>
            <a:r>
              <a:rPr lang="en-US" sz="300" dirty="0" err="1"/>
              <a:t>stack:off</a:t>
            </a:r>
            <a:r>
              <a:rPr lang="en-US" sz="300" dirty="0"/>
              <a:t>, heap </a:t>
            </a:r>
            <a:r>
              <a:rPr lang="en-US" sz="300" dirty="0" err="1"/>
              <a:t>alloc:off</a:t>
            </a:r>
            <a:r>
              <a:rPr lang="en-US" sz="300" dirty="0"/>
              <a:t>, heap </a:t>
            </a:r>
            <a:r>
              <a:rPr lang="en-US" sz="300" dirty="0" err="1"/>
              <a:t>free:off</a:t>
            </a:r>
            <a:endParaRPr lang="en-US" sz="300" dirty="0"/>
          </a:p>
          <a:p>
            <a:r>
              <a:rPr lang="en-US" sz="300" dirty="0"/>
              <a:t>[    0.000000] software IO TLB: SWIOTLB bounce buffer size adjusted to 2MB</a:t>
            </a:r>
          </a:p>
          <a:p>
            <a:r>
              <a:rPr lang="en-US" sz="300" dirty="0"/>
              <a:t>[    0.000000] software IO TLB: area </a:t>
            </a:r>
            <a:r>
              <a:rPr lang="en-US" sz="300" dirty="0" err="1"/>
              <a:t>num</a:t>
            </a:r>
            <a:r>
              <a:rPr lang="en-US" sz="300" dirty="0"/>
              <a:t> 4.</a:t>
            </a:r>
          </a:p>
          <a:p>
            <a:r>
              <a:rPr lang="en-US" sz="300" dirty="0"/>
              <a:t>[    0.000000] software IO TLB: mapped [mem 0x00000000bf67f000-0x00000000bf87f000] (2MB)</a:t>
            </a:r>
          </a:p>
          <a:p>
            <a:r>
              <a:rPr lang="en-US" sz="300" dirty="0"/>
              <a:t>[    0.000000] Memory: 2037268K/2097152K available (8832K kernel code, 996K </a:t>
            </a:r>
            <a:r>
              <a:rPr lang="en-US" sz="300" dirty="0" err="1"/>
              <a:t>rwdata</a:t>
            </a:r>
            <a:r>
              <a:rPr lang="en-US" sz="300" dirty="0"/>
              <a:t>, 2576K </a:t>
            </a:r>
            <a:r>
              <a:rPr lang="en-US" sz="300" dirty="0" err="1"/>
              <a:t>rodata</a:t>
            </a:r>
            <a:r>
              <a:rPr lang="en-US" sz="300" dirty="0"/>
              <a:t>, 448K </a:t>
            </a:r>
            <a:r>
              <a:rPr lang="en-US" sz="300" dirty="0" err="1"/>
              <a:t>init</a:t>
            </a:r>
            <a:r>
              <a:rPr lang="en-US" sz="300" dirty="0"/>
              <a:t>, 292K </a:t>
            </a:r>
            <a:r>
              <a:rPr lang="en-US" sz="300" dirty="0" err="1"/>
              <a:t>bss</a:t>
            </a:r>
            <a:r>
              <a:rPr lang="en-US" sz="300" dirty="0"/>
              <a:t>, 59884K reserved, 0K </a:t>
            </a:r>
            <a:r>
              <a:rPr lang="en-US" sz="300" dirty="0" err="1"/>
              <a:t>cma</a:t>
            </a:r>
            <a:r>
              <a:rPr lang="en-US" sz="300" dirty="0"/>
              <a:t>-reserved)</a:t>
            </a:r>
          </a:p>
          <a:p>
            <a:r>
              <a:rPr lang="en-US" sz="300" dirty="0"/>
              <a:t>[    0.000000] SLUB: </a:t>
            </a:r>
            <a:r>
              <a:rPr lang="en-US" sz="300" dirty="0" err="1"/>
              <a:t>HWalign</a:t>
            </a:r>
            <a:r>
              <a:rPr lang="en-US" sz="300" dirty="0"/>
              <a:t>=64, Order=0-3, </a:t>
            </a:r>
            <a:r>
              <a:rPr lang="en-US" sz="300" dirty="0" err="1"/>
              <a:t>MinObjects</a:t>
            </a:r>
            <a:r>
              <a:rPr lang="en-US" sz="300" dirty="0"/>
              <a:t>=0, CPUs=4, Nodes=1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Hierarchical RCU implementation.</a:t>
            </a:r>
          </a:p>
          <a:p>
            <a:r>
              <a:rPr lang="en-US" sz="300" dirty="0"/>
              <a:t>[    0.000000]  Tracing variant of Tasks RCU enabled.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RCU calculated value of scheduler-enlistment delay is 10 jiffies.</a:t>
            </a:r>
          </a:p>
          <a:p>
            <a:r>
              <a:rPr lang="en-US" sz="300" dirty="0"/>
              <a:t>[    0.000000] NR_IRQS: 64, </a:t>
            </a:r>
            <a:r>
              <a:rPr lang="en-US" sz="300" dirty="0" err="1"/>
              <a:t>nr_irqs</a:t>
            </a:r>
            <a:r>
              <a:rPr lang="en-US" sz="300" dirty="0"/>
              <a:t>: 64, </a:t>
            </a:r>
            <a:r>
              <a:rPr lang="en-US" sz="300" dirty="0" err="1"/>
              <a:t>preallocated</a:t>
            </a:r>
            <a:r>
              <a:rPr lang="en-US" sz="300" dirty="0"/>
              <a:t> </a:t>
            </a:r>
            <a:r>
              <a:rPr lang="en-US" sz="300" dirty="0" err="1"/>
              <a:t>irqs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0.000000] GICv3: GIC: Using split EOI/Deactivate mode</a:t>
            </a:r>
          </a:p>
          <a:p>
            <a:r>
              <a:rPr lang="en-US" sz="300" dirty="0"/>
              <a:t>[    0.000000] GICv3: 640 SPIs implemented</a:t>
            </a:r>
          </a:p>
          <a:p>
            <a:r>
              <a:rPr lang="en-US" sz="300" dirty="0"/>
              <a:t>[    0.000000] GICv3: 0 Extended SPIs implemented</a:t>
            </a:r>
          </a:p>
          <a:p>
            <a:r>
              <a:rPr lang="en-US" sz="300" dirty="0"/>
              <a:t>[    0.000000] Root IRQ handler: </a:t>
            </a:r>
            <a:r>
              <a:rPr lang="en-US" sz="300" dirty="0" err="1"/>
              <a:t>gic_handle_irq</a:t>
            </a:r>
            <a:endParaRPr lang="en-US" sz="300" dirty="0"/>
          </a:p>
          <a:p>
            <a:r>
              <a:rPr lang="en-US" sz="300" dirty="0"/>
              <a:t>[    0.000000] GICv3: GICv3 features: 16 PPIs</a:t>
            </a:r>
          </a:p>
          <a:p>
            <a:r>
              <a:rPr lang="en-US" sz="300" dirty="0"/>
              <a:t>[    0.000000] GICv3: CPU0: found redistributor 0 region 0:0x000000000c080000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</a:t>
            </a:r>
            <a:r>
              <a:rPr lang="en-US" sz="300" dirty="0" err="1"/>
              <a:t>srcu_init</a:t>
            </a:r>
            <a:r>
              <a:rPr lang="en-US" sz="300" dirty="0"/>
              <a:t>: Setting </a:t>
            </a:r>
            <a:r>
              <a:rPr lang="en-US" sz="300" dirty="0" err="1"/>
              <a:t>srcu_struct</a:t>
            </a:r>
            <a:r>
              <a:rPr lang="en-US" sz="300" dirty="0"/>
              <a:t> sizes based on contention.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arch_timer</a:t>
            </a:r>
            <a:r>
              <a:rPr lang="en-US" sz="300" dirty="0"/>
              <a:t>: cp15 timer(s) running at 13.00MHz (</a:t>
            </a:r>
            <a:r>
              <a:rPr lang="en-US" sz="300" dirty="0" err="1"/>
              <a:t>phys</a:t>
            </a:r>
            <a:r>
              <a:rPr lang="en-US" sz="300" dirty="0"/>
              <a:t>).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clocksource</a:t>
            </a:r>
            <a:r>
              <a:rPr lang="en-US" sz="300" dirty="0"/>
              <a:t>: </a:t>
            </a:r>
            <a:r>
              <a:rPr lang="en-US" sz="300" dirty="0" err="1"/>
              <a:t>arch_sys_counter</a:t>
            </a:r>
            <a:r>
              <a:rPr lang="en-US" sz="300" dirty="0"/>
              <a:t>: mask: 0xffffffffffffff </a:t>
            </a:r>
            <a:r>
              <a:rPr lang="en-US" sz="300" dirty="0" err="1"/>
              <a:t>max_cycles</a:t>
            </a:r>
            <a:r>
              <a:rPr lang="en-US" sz="300" dirty="0"/>
              <a:t>: 0x2ff89eacb, </a:t>
            </a:r>
            <a:r>
              <a:rPr lang="en-US" sz="300" dirty="0" err="1"/>
              <a:t>max_idle_ns</a:t>
            </a:r>
            <a:r>
              <a:rPr lang="en-US" sz="300" dirty="0"/>
              <a:t>: 440795202429 ns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sched_clock</a:t>
            </a:r>
            <a:r>
              <a:rPr lang="en-US" sz="300" dirty="0"/>
              <a:t>: 56 bits at 13MHz, resolution 76ns, wraps every 4398046511101ns</a:t>
            </a:r>
          </a:p>
          <a:p>
            <a:r>
              <a:rPr lang="en-US" sz="300" dirty="0"/>
              <a:t>[    0.000064] Calibrating delay loop (skipped), value calculated using timer frequency.. 26.00 </a:t>
            </a:r>
            <a:r>
              <a:rPr lang="en-US" sz="300" dirty="0" err="1"/>
              <a:t>BogoMIPS</a:t>
            </a:r>
            <a:r>
              <a:rPr lang="en-US" sz="300" dirty="0"/>
              <a:t> (</a:t>
            </a:r>
            <a:r>
              <a:rPr lang="en-US" sz="300" dirty="0" err="1"/>
              <a:t>lpj</a:t>
            </a:r>
            <a:r>
              <a:rPr lang="en-US" sz="300" dirty="0"/>
              <a:t>=130000)</a:t>
            </a:r>
          </a:p>
          <a:p>
            <a:r>
              <a:rPr lang="en-US" sz="300" dirty="0"/>
              <a:t>[    0.000070] </a:t>
            </a:r>
            <a:r>
              <a:rPr lang="en-US" sz="300" dirty="0" err="1"/>
              <a:t>pid_max</a:t>
            </a:r>
            <a:r>
              <a:rPr lang="en-US" sz="300" dirty="0"/>
              <a:t>: default: 32768 minimum: 301</a:t>
            </a:r>
          </a:p>
          <a:p>
            <a:r>
              <a:rPr lang="en-US" sz="300" dirty="0"/>
              <a:t>[    0.002055] Mount-cache hash table entries: 4096 (order: 3, 32768 bytes, linear)</a:t>
            </a:r>
          </a:p>
          <a:p>
            <a:r>
              <a:rPr lang="en-US" sz="300" dirty="0"/>
              <a:t>[    0.002067] </a:t>
            </a:r>
            <a:r>
              <a:rPr lang="en-US" sz="300" dirty="0" err="1"/>
              <a:t>Mountpoint</a:t>
            </a:r>
            <a:r>
              <a:rPr lang="en-US" sz="300" dirty="0"/>
              <a:t>-cache hash table entries: 4096 (order: 3, 32768 bytes, linear)</a:t>
            </a:r>
          </a:p>
          <a:p>
            <a:r>
              <a:rPr lang="en-US" sz="300" dirty="0"/>
              <a:t>[    0.003631] </a:t>
            </a:r>
            <a:r>
              <a:rPr lang="en-US" sz="300" dirty="0" err="1"/>
              <a:t>cacheinfo</a:t>
            </a:r>
            <a:r>
              <a:rPr lang="en-US" sz="300" dirty="0"/>
              <a:t>: Unable to detect cache hierarchy for CPU 0</a:t>
            </a:r>
          </a:p>
          <a:p>
            <a:r>
              <a:rPr lang="en-US" sz="300" dirty="0"/>
              <a:t>[    0.004016] RCU Tasks Trace: Setting shift to 2 and </a:t>
            </a:r>
            <a:r>
              <a:rPr lang="en-US" sz="300" dirty="0" err="1"/>
              <a:t>lim</a:t>
            </a:r>
            <a:r>
              <a:rPr lang="en-US" sz="300" dirty="0"/>
              <a:t> to 1 </a:t>
            </a:r>
            <a:r>
              <a:rPr lang="en-US" sz="300" dirty="0" err="1"/>
              <a:t>rcu_task_cb_adjust</a:t>
            </a:r>
            <a:r>
              <a:rPr lang="en-US" sz="300" dirty="0"/>
              <a:t>=1 </a:t>
            </a:r>
            <a:r>
              <a:rPr lang="en-US" sz="300" dirty="0" err="1"/>
              <a:t>rcu_task_cpu_ids</a:t>
            </a:r>
            <a:r>
              <a:rPr lang="en-US" sz="300" dirty="0"/>
              <a:t>=4.</a:t>
            </a:r>
          </a:p>
          <a:p>
            <a:r>
              <a:rPr lang="en-US" sz="300" dirty="0"/>
              <a:t>[    0.004121] </a:t>
            </a:r>
            <a:r>
              <a:rPr lang="en-US" sz="300" dirty="0" err="1"/>
              <a:t>rcu</a:t>
            </a:r>
            <a:r>
              <a:rPr lang="en-US" sz="300" dirty="0"/>
              <a:t>: Hierarchical SRCU implementation.</a:t>
            </a:r>
          </a:p>
          <a:p>
            <a:r>
              <a:rPr lang="en-US" sz="300" dirty="0"/>
              <a:t>[    0.004123] </a:t>
            </a:r>
            <a:r>
              <a:rPr lang="en-US" sz="300" dirty="0" err="1"/>
              <a:t>rcu</a:t>
            </a:r>
            <a:r>
              <a:rPr lang="en-US" sz="300" dirty="0"/>
              <a:t>:     Max phase no-delay instances is 1000.</a:t>
            </a:r>
          </a:p>
          <a:p>
            <a:r>
              <a:rPr lang="en-US" sz="300" dirty="0"/>
              <a:t>[    0.004442] </a:t>
            </a:r>
            <a:r>
              <a:rPr lang="en-US" sz="300" dirty="0" err="1"/>
              <a:t>smp</a:t>
            </a:r>
            <a:r>
              <a:rPr lang="en-US" sz="300" dirty="0"/>
              <a:t>: Bringing up secondary CPUs ...</a:t>
            </a:r>
          </a:p>
          <a:p>
            <a:r>
              <a:rPr lang="en-US" sz="300" dirty="0"/>
              <a:t>[    0.004702] Detected VIPT I-cache on CPU1</a:t>
            </a:r>
          </a:p>
          <a:p>
            <a:r>
              <a:rPr lang="en-US" sz="300" dirty="0"/>
              <a:t>[    0.004739] GICv3: CPU1: found redistributor 1 region 0:0x000000000c0a0000</a:t>
            </a:r>
          </a:p>
          <a:p>
            <a:r>
              <a:rPr lang="en-US" sz="300" dirty="0"/>
              <a:t>[    0.004767] CPU1: Booted secondary processor 0x0000000001 [0x410fd034]</a:t>
            </a:r>
          </a:p>
          <a:p>
            <a:r>
              <a:rPr lang="en-US" sz="300" dirty="0"/>
              <a:t>[    0.005063] Detected VIPT I-cache on CPU2</a:t>
            </a:r>
          </a:p>
          <a:p>
            <a:r>
              <a:rPr lang="en-US" sz="300" dirty="0"/>
              <a:t>[    0.005086] GICv3: CPU2: found redistributor 2 region 0:0x000000000c0c0000</a:t>
            </a:r>
          </a:p>
          <a:p>
            <a:r>
              <a:rPr lang="en-US" sz="300" dirty="0"/>
              <a:t>[    0.005096] CPU2: Booted secondary processor 0x0000000002 [0x410fd034]</a:t>
            </a:r>
          </a:p>
          <a:p>
            <a:r>
              <a:rPr lang="en-US" sz="300" dirty="0"/>
              <a:t>[    0.005357] Detected VIPT I-cache on CPU3</a:t>
            </a:r>
          </a:p>
          <a:p>
            <a:r>
              <a:rPr lang="en-US" sz="300" dirty="0"/>
              <a:t>[    0.005376] GICv3: CPU3: found redistributor 3 region 0:0x000000000c0e0000</a:t>
            </a:r>
          </a:p>
          <a:p>
            <a:r>
              <a:rPr lang="en-US" sz="300" dirty="0"/>
              <a:t>[    0.005386] CPU3: Booted secondary processor 0x0000000003 [0x410fd034]</a:t>
            </a:r>
          </a:p>
          <a:p>
            <a:r>
              <a:rPr lang="en-US" sz="300" dirty="0"/>
              <a:t>[    0.005414] </a:t>
            </a:r>
            <a:r>
              <a:rPr lang="en-US" sz="300" dirty="0" err="1"/>
              <a:t>smp</a:t>
            </a:r>
            <a:r>
              <a:rPr lang="en-US" sz="300" dirty="0"/>
              <a:t>: Brought up 1 node, 4 CPUs</a:t>
            </a:r>
          </a:p>
          <a:p>
            <a:r>
              <a:rPr lang="en-US" sz="300" dirty="0"/>
              <a:t>[    0.005417] SMP: Total of 4 processors activated.</a:t>
            </a:r>
          </a:p>
          <a:p>
            <a:r>
              <a:rPr lang="en-US" sz="300" dirty="0"/>
              <a:t>[    0.005420] CPU features: detected: 32-bit EL0 Support</a:t>
            </a:r>
          </a:p>
          <a:p>
            <a:r>
              <a:rPr lang="en-US" sz="300" dirty="0"/>
              <a:t>[    0.005422] CPU features: detected: CRC32 instructions</a:t>
            </a:r>
          </a:p>
          <a:p>
            <a:r>
              <a:rPr lang="en-US" sz="300" dirty="0"/>
              <a:t>[    0.005450] CPU features: emulated: Privileged Access Never (PAN) using TTBR0_EL1 switching</a:t>
            </a:r>
          </a:p>
          <a:p>
            <a:r>
              <a:rPr lang="en-US" sz="300" dirty="0"/>
              <a:t>[    0.005452] CPU: All CPU(s) started at EL2</a:t>
            </a:r>
          </a:p>
          <a:p>
            <a:r>
              <a:rPr lang="en-US" sz="300" dirty="0"/>
              <a:t>[    0.005454] alternatives: applying system-wide alternatives</a:t>
            </a:r>
          </a:p>
          <a:p>
            <a:r>
              <a:rPr lang="en-US" sz="300" dirty="0"/>
              <a:t>[    0.008551] </a:t>
            </a:r>
            <a:r>
              <a:rPr lang="en-US" sz="300" dirty="0" err="1"/>
              <a:t>clocksource</a:t>
            </a:r>
            <a:r>
              <a:rPr lang="en-US" sz="300" dirty="0"/>
              <a:t>: jiffies: mask: 0xffffffff </a:t>
            </a:r>
            <a:r>
              <a:rPr lang="en-US" sz="300" dirty="0" err="1"/>
              <a:t>max_cycles</a:t>
            </a:r>
            <a:r>
              <a:rPr lang="en-US" sz="300" dirty="0"/>
              <a:t>: 0xffffffff, </a:t>
            </a:r>
            <a:r>
              <a:rPr lang="en-US" sz="300" dirty="0" err="1"/>
              <a:t>max_idle_ns</a:t>
            </a:r>
            <a:r>
              <a:rPr lang="en-US" sz="300" dirty="0"/>
              <a:t>: 19112604462750000 ns</a:t>
            </a:r>
          </a:p>
          <a:p>
            <a:r>
              <a:rPr lang="en-US" sz="300" dirty="0"/>
              <a:t>[    0.008567] </a:t>
            </a:r>
            <a:r>
              <a:rPr lang="en-US" sz="300" dirty="0" err="1"/>
              <a:t>futex</a:t>
            </a:r>
            <a:r>
              <a:rPr lang="en-US" sz="300" dirty="0"/>
              <a:t> hash table entries: 1024 (order: 4, 65536 bytes, linear)</a:t>
            </a:r>
          </a:p>
          <a:p>
            <a:r>
              <a:rPr lang="en-US" sz="300" dirty="0"/>
              <a:t>[    0.009473] </a:t>
            </a:r>
            <a:r>
              <a:rPr lang="en-US" sz="300" dirty="0" err="1"/>
              <a:t>pinctrl</a:t>
            </a:r>
            <a:r>
              <a:rPr lang="en-US" sz="300" dirty="0"/>
              <a:t> core: initialized </a:t>
            </a:r>
            <a:r>
              <a:rPr lang="en-US" sz="300" dirty="0" err="1"/>
              <a:t>pinctrl</a:t>
            </a:r>
            <a:r>
              <a:rPr lang="en-US" sz="300" dirty="0"/>
              <a:t> subsystem</a:t>
            </a:r>
          </a:p>
          <a:p>
            <a:r>
              <a:rPr lang="en-US" sz="300" dirty="0"/>
              <a:t>[    0.010407] NET: Registered PF_NETLINK/PF_ROUTE protocol family</a:t>
            </a:r>
          </a:p>
          <a:p>
            <a:r>
              <a:rPr lang="en-US" sz="300" dirty="0"/>
              <a:t>[    0.010669]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 pool for atomic allocations</a:t>
            </a:r>
          </a:p>
          <a:p>
            <a:r>
              <a:rPr lang="en-US" sz="300" dirty="0"/>
              <a:t>[    0.010697]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 pool for atomic allocations</a:t>
            </a:r>
          </a:p>
          <a:p>
            <a:r>
              <a:rPr lang="en-US" sz="300" dirty="0"/>
              <a:t>[    0.010720]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GFP_KERNEL|GFP_DMA32 pool for atomic allocations</a:t>
            </a:r>
          </a:p>
          <a:p>
            <a:r>
              <a:rPr lang="en-US" sz="300" dirty="0"/>
              <a:t>[    0.011024]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fair_share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0.011027]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bang_bang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0.011029]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step_wise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0.011031]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user_space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0.011070] ASID allocator </a:t>
            </a:r>
            <a:r>
              <a:rPr lang="en-US" sz="300" dirty="0" err="1"/>
              <a:t>initialised</a:t>
            </a:r>
            <a:r>
              <a:rPr lang="en-US" sz="300" dirty="0"/>
              <a:t> with 65536 entries</a:t>
            </a:r>
          </a:p>
          <a:p>
            <a:r>
              <a:rPr lang="en-US" sz="300" dirty="0"/>
              <a:t>[    0.011629] </a:t>
            </a:r>
            <a:r>
              <a:rPr lang="en-US" sz="300" dirty="0" err="1"/>
              <a:t>pstore</a:t>
            </a:r>
            <a:r>
              <a:rPr lang="en-US" sz="300" dirty="0"/>
              <a:t>: Using crash dump compression: deflate</a:t>
            </a:r>
          </a:p>
          <a:p>
            <a:r>
              <a:rPr lang="en-US" sz="300" dirty="0"/>
              <a:t>[    0.011633] </a:t>
            </a:r>
            <a:r>
              <a:rPr lang="en-US" sz="300" dirty="0" err="1"/>
              <a:t>pstore</a:t>
            </a:r>
            <a:r>
              <a:rPr lang="en-US" sz="300" dirty="0"/>
              <a:t>: Registered </a:t>
            </a:r>
            <a:r>
              <a:rPr lang="en-US" sz="300" dirty="0" err="1"/>
              <a:t>ramoops</a:t>
            </a:r>
            <a:r>
              <a:rPr lang="en-US" sz="300" dirty="0"/>
              <a:t> as persistent store backend</a:t>
            </a:r>
          </a:p>
          <a:p>
            <a:r>
              <a:rPr lang="en-US" sz="300" dirty="0"/>
              <a:t>[    0.011634] </a:t>
            </a:r>
            <a:r>
              <a:rPr lang="en-US" sz="300" dirty="0" err="1"/>
              <a:t>ramoops</a:t>
            </a:r>
            <a:r>
              <a:rPr lang="en-US" sz="300" dirty="0"/>
              <a:t>: using 0x10000@0x42ff0000, </a:t>
            </a:r>
            <a:r>
              <a:rPr lang="en-US" sz="300" dirty="0" err="1"/>
              <a:t>ecc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0.012778] /</a:t>
            </a:r>
            <a:r>
              <a:rPr lang="en-US" sz="300" dirty="0" err="1"/>
              <a:t>soc</a:t>
            </a:r>
            <a:r>
              <a:rPr lang="en-US" sz="300" dirty="0"/>
              <a:t>/interrupt-controller@c000000: Fixed dependency cycle(s) with /</a:t>
            </a:r>
            <a:r>
              <a:rPr lang="en-US" sz="300" dirty="0" err="1"/>
              <a:t>soc</a:t>
            </a:r>
            <a:r>
              <a:rPr lang="en-US" sz="300" dirty="0"/>
              <a:t>/interrupt-controller@c000000</a:t>
            </a:r>
          </a:p>
          <a:p>
            <a:r>
              <a:rPr lang="en-US" sz="300" dirty="0"/>
              <a:t>[    0.018623] Modules: 29440 pages in range for non-PLT usage</a:t>
            </a:r>
          </a:p>
          <a:p>
            <a:r>
              <a:rPr lang="en-US" sz="300" dirty="0"/>
              <a:t>[    0.018632] Modules: 520960 pages in range for PLT usage</a:t>
            </a:r>
          </a:p>
          <a:p>
            <a:r>
              <a:rPr lang="en-US" sz="300" dirty="0"/>
              <a:t>[    0.019502] </a:t>
            </a:r>
            <a:r>
              <a:rPr lang="en-US" sz="300" dirty="0" err="1"/>
              <a:t>cryptd</a:t>
            </a:r>
            <a:r>
              <a:rPr lang="en-US" sz="300" dirty="0"/>
              <a:t>: </a:t>
            </a:r>
            <a:r>
              <a:rPr lang="en-US" sz="300" dirty="0" err="1"/>
              <a:t>max_cpu_qlen</a:t>
            </a:r>
            <a:r>
              <a:rPr lang="en-US" sz="300" dirty="0"/>
              <a:t> set to 1000</a:t>
            </a:r>
          </a:p>
          <a:p>
            <a:r>
              <a:rPr lang="en-US" sz="300" dirty="0"/>
              <a:t>[    0.020976] SCSI subsystem initialized</a:t>
            </a:r>
          </a:p>
          <a:p>
            <a:r>
              <a:rPr lang="en-US" sz="300" dirty="0"/>
              <a:t>[    0.021118] </a:t>
            </a:r>
            <a:r>
              <a:rPr lang="en-US" sz="300" dirty="0" err="1"/>
              <a:t>libata</a:t>
            </a:r>
            <a:r>
              <a:rPr lang="en-US" sz="300" dirty="0"/>
              <a:t> version 3.00 loaded.</a:t>
            </a:r>
          </a:p>
          <a:p>
            <a:r>
              <a:rPr lang="en-US" sz="300" dirty="0"/>
              <a:t>[    0.022191] </a:t>
            </a:r>
            <a:r>
              <a:rPr lang="en-US" sz="300" dirty="0" err="1"/>
              <a:t>clocksource</a:t>
            </a:r>
            <a:r>
              <a:rPr lang="en-US" sz="300" dirty="0"/>
              <a:t>: Switched to </a:t>
            </a:r>
            <a:r>
              <a:rPr lang="en-US" sz="300" dirty="0" err="1"/>
              <a:t>clocksource</a:t>
            </a:r>
            <a:r>
              <a:rPr lang="en-US" sz="300" dirty="0"/>
              <a:t> </a:t>
            </a:r>
            <a:r>
              <a:rPr lang="en-US" sz="300" dirty="0" err="1"/>
              <a:t>arch_sys_counter</a:t>
            </a:r>
            <a:endParaRPr lang="en-US" sz="300" dirty="0"/>
          </a:p>
          <a:p>
            <a:r>
              <a:rPr lang="en-US" sz="300" dirty="0"/>
              <a:t>[    0.023876] NET: Registered PF_INET protocol family</a:t>
            </a:r>
          </a:p>
          <a:p>
            <a:r>
              <a:rPr lang="en-US" sz="300" dirty="0"/>
              <a:t>[    0.023997] IP idents hash table entries: 32768 (order: 6, 262144 bytes, linear)</a:t>
            </a:r>
          </a:p>
          <a:p>
            <a:r>
              <a:rPr lang="en-US" sz="300" dirty="0"/>
              <a:t>[    0.025394] </a:t>
            </a:r>
            <a:r>
              <a:rPr lang="en-US" sz="300" dirty="0" err="1"/>
              <a:t>tcp_listen_portaddr_hash</a:t>
            </a:r>
            <a:r>
              <a:rPr lang="en-US" sz="300" dirty="0"/>
              <a:t> hash table entries: 1024 (order: 2, 16384 bytes, linear)</a:t>
            </a:r>
          </a:p>
          <a:p>
            <a:r>
              <a:rPr lang="en-US" sz="300" dirty="0"/>
              <a:t>[    0.025414] Table-perturb hash table entries: 65536 (order: 6, 262144 bytes, linear)</a:t>
            </a:r>
          </a:p>
          <a:p>
            <a:r>
              <a:rPr lang="en-US" sz="300" dirty="0"/>
              <a:t>[    0.025421] TCP established hash table entries: 16384 (order: 5, 131072 bytes, linear)</a:t>
            </a:r>
          </a:p>
          <a:p>
            <a:r>
              <a:rPr lang="en-US" sz="300" dirty="0"/>
              <a:t>[    0.025488] TCP bind hash table entries: 16384 (order: 7, 524288 bytes, linear)</a:t>
            </a:r>
          </a:p>
          <a:p>
            <a:r>
              <a:rPr lang="en-US" sz="300" dirty="0"/>
              <a:t>[    0.025828] TCP: Hash tables configured (established 16384 bind 16384)</a:t>
            </a:r>
          </a:p>
          <a:p>
            <a:r>
              <a:rPr lang="en-US" sz="300" dirty="0"/>
              <a:t>[    0.026057] MPTCP token hash table entries: 2048 (order: 4, 49152 bytes, linear)</a:t>
            </a:r>
          </a:p>
          <a:p>
            <a:r>
              <a:rPr lang="en-US" sz="300" dirty="0"/>
              <a:t>[    0.026167] UDP hash table entries: 1024 (order: 3, 32768 bytes, linear)</a:t>
            </a:r>
          </a:p>
          <a:p>
            <a:r>
              <a:rPr lang="en-US" sz="300" dirty="0"/>
              <a:t>[    0.026199] UDP-Lite hash table entries: 1024 (order: 3, 32768 bytes, linear)</a:t>
            </a:r>
          </a:p>
          <a:p>
            <a:r>
              <a:rPr lang="en-US" sz="300" dirty="0"/>
              <a:t>[    0.026368] NET: Registered PF_UNIX/PF_LOCAL protocol family</a:t>
            </a:r>
          </a:p>
          <a:p>
            <a:r>
              <a:rPr lang="en-US" sz="300" dirty="0"/>
              <a:t>[    0.026391] PCI: CLS 0 bytes, default 64</a:t>
            </a:r>
          </a:p>
          <a:p>
            <a:r>
              <a:rPr lang="en-US" sz="300" dirty="0"/>
              <a:t>[    0.027333] </a:t>
            </a:r>
            <a:r>
              <a:rPr lang="en-US" sz="300" dirty="0" err="1"/>
              <a:t>workingset</a:t>
            </a:r>
            <a:r>
              <a:rPr lang="en-US" sz="300" dirty="0"/>
              <a:t>: </a:t>
            </a:r>
            <a:r>
              <a:rPr lang="en-US" sz="300" dirty="0" err="1"/>
              <a:t>timestamp_bits</a:t>
            </a:r>
            <a:r>
              <a:rPr lang="en-US" sz="300" dirty="0"/>
              <a:t>=46 </a:t>
            </a:r>
            <a:r>
              <a:rPr lang="en-US" sz="300" dirty="0" err="1"/>
              <a:t>max_order</a:t>
            </a:r>
            <a:r>
              <a:rPr lang="en-US" sz="300" dirty="0"/>
              <a:t>=19 </a:t>
            </a:r>
            <a:r>
              <a:rPr lang="en-US" sz="300" dirty="0" err="1"/>
              <a:t>bucket_order</a:t>
            </a:r>
            <a:r>
              <a:rPr lang="en-US" sz="300" dirty="0"/>
              <a:t>=0</a:t>
            </a:r>
          </a:p>
          <a:p>
            <a:r>
              <a:rPr lang="en-US" sz="300" dirty="0"/>
              <a:t>[    0.030545] </a:t>
            </a:r>
            <a:r>
              <a:rPr lang="en-US" sz="300" dirty="0" err="1"/>
              <a:t>squashfs</a:t>
            </a:r>
            <a:r>
              <a:rPr lang="en-US" sz="300" dirty="0"/>
              <a:t>: version 4.0 (2009/01/31) Phillip </a:t>
            </a:r>
            <a:r>
              <a:rPr lang="en-US" sz="300" dirty="0" err="1"/>
              <a:t>Lougher</a:t>
            </a:r>
            <a:endParaRPr lang="en-US" sz="300" dirty="0"/>
          </a:p>
          <a:p>
            <a:r>
              <a:rPr lang="en-US" sz="300" dirty="0"/>
              <a:t>[    0.030550] jffs2: version 2.2 (NAND) (SUMMARY) (LZMA) (RTIME) (CMODE_PRIORITY) (c) 2001-2006 Red Hat, Inc.</a:t>
            </a:r>
          </a:p>
          <a:p>
            <a:r>
              <a:rPr lang="en-US" sz="300" dirty="0"/>
              <a:t>[    0.068613]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0.068634] mtk-pcie-gen3 11280000.pcie: Parsing ranges property...</a:t>
            </a:r>
          </a:p>
          <a:p>
            <a:r>
              <a:rPr lang="en-US" sz="300" dirty="0"/>
              <a:t>[    0.068643] mtk-pcie-gen3 11280000.pcie:      MEM 0x0020000000..0x002fffffff -&gt; 0x0020000000</a:t>
            </a:r>
          </a:p>
          <a:p>
            <a:r>
              <a:rPr lang="en-US" sz="300" dirty="0"/>
              <a:t>[    0.068750] /</a:t>
            </a:r>
            <a:r>
              <a:rPr lang="en-US" sz="300" dirty="0" err="1"/>
              <a:t>soc</a:t>
            </a:r>
            <a:r>
              <a:rPr lang="en-US" sz="300" dirty="0"/>
              <a:t>/pcie@11280000: Failed to get </a:t>
            </a:r>
            <a:r>
              <a:rPr lang="en-US" sz="300" dirty="0" err="1"/>
              <a:t>clk</a:t>
            </a:r>
            <a:r>
              <a:rPr lang="en-US" sz="300" dirty="0"/>
              <a:t> index: 0 ret: -517</a:t>
            </a:r>
          </a:p>
          <a:p>
            <a:r>
              <a:rPr lang="en-US" sz="300" dirty="0"/>
              <a:t>[    0.068759] mtk-pcie-gen3 11280000.pcie: failed to get clocks</a:t>
            </a:r>
          </a:p>
          <a:p>
            <a:r>
              <a:rPr lang="en-US" sz="300" dirty="0"/>
              <a:t>[    0.071858] Serial: 8250/16550 driver, 3 ports, IRQ sharing disabled</a:t>
            </a:r>
          </a:p>
          <a:p>
            <a:r>
              <a:rPr lang="en-US" sz="300" dirty="0"/>
              <a:t>[    0.072862] </a:t>
            </a:r>
            <a:r>
              <a:rPr lang="en-US" sz="300" dirty="0" err="1"/>
              <a:t>printk</a:t>
            </a:r>
            <a:r>
              <a:rPr lang="en-US" sz="300" dirty="0"/>
              <a:t>: console [ttyS0] disabled</a:t>
            </a:r>
          </a:p>
          <a:p>
            <a:r>
              <a:rPr lang="en-US" sz="300" dirty="0"/>
              <a:t>[    0.093220] 11002000.serial: ttyS0 at MMIO 0x11002000 (</a:t>
            </a:r>
            <a:r>
              <a:rPr lang="en-US" sz="300" dirty="0" err="1"/>
              <a:t>irq</a:t>
            </a:r>
            <a:r>
              <a:rPr lang="en-US" sz="300" dirty="0"/>
              <a:t> = 116, </a:t>
            </a:r>
            <a:r>
              <a:rPr lang="en-US" sz="300" dirty="0" err="1"/>
              <a:t>base_baud</a:t>
            </a:r>
            <a:r>
              <a:rPr lang="en-US" sz="300" dirty="0"/>
              <a:t> = 2500000) is a ST16650V2</a:t>
            </a:r>
          </a:p>
          <a:p>
            <a:r>
              <a:rPr lang="en-US" sz="300" dirty="0"/>
              <a:t>[    0.093259] </a:t>
            </a:r>
            <a:r>
              <a:rPr lang="en-US" sz="300" dirty="0" err="1"/>
              <a:t>printk</a:t>
            </a:r>
            <a:r>
              <a:rPr lang="en-US" sz="300" dirty="0"/>
              <a:t>: console [ttyS0] enabled</a:t>
            </a:r>
          </a:p>
          <a:p>
            <a:r>
              <a:rPr lang="en-US" sz="300" dirty="0"/>
              <a:t>[    0.927664] 11003000.serial: ttyS1 at MMIO 0x11003000 (</a:t>
            </a:r>
            <a:r>
              <a:rPr lang="en-US" sz="300" dirty="0" err="1"/>
              <a:t>irq</a:t>
            </a:r>
            <a:r>
              <a:rPr lang="en-US" sz="300" dirty="0"/>
              <a:t> = 117,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0.957686] 11004000.serial: ttyS2 at MMIO 0x11004000 (</a:t>
            </a:r>
            <a:r>
              <a:rPr lang="en-US" sz="300" dirty="0" err="1"/>
              <a:t>irq</a:t>
            </a:r>
            <a:r>
              <a:rPr lang="en-US" sz="300" dirty="0"/>
              <a:t> = 118,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0.967607] </a:t>
            </a:r>
            <a:r>
              <a:rPr lang="en-US" sz="300" dirty="0" err="1"/>
              <a:t>mtk_rng</a:t>
            </a:r>
            <a:r>
              <a:rPr lang="en-US" sz="300" dirty="0"/>
              <a:t> 1020f000.rng: registered RNG driver</a:t>
            </a:r>
          </a:p>
          <a:p>
            <a:r>
              <a:rPr lang="en-US" sz="300" dirty="0"/>
              <a:t>[    0.975601] loop: module loaded</a:t>
            </a:r>
          </a:p>
          <a:p>
            <a:r>
              <a:rPr lang="en-US" sz="300" dirty="0"/>
              <a:t>[    0.980337] </a:t>
            </a:r>
            <a:r>
              <a:rPr lang="en-US" sz="300" dirty="0" err="1"/>
              <a:t>spi-nand</a:t>
            </a:r>
            <a:r>
              <a:rPr lang="en-US" sz="300" dirty="0"/>
              <a:t> spi0.0: </a:t>
            </a:r>
            <a:r>
              <a:rPr lang="en-US" sz="300" dirty="0" err="1"/>
              <a:t>Winbond</a:t>
            </a:r>
            <a:r>
              <a:rPr lang="en-US" sz="300" dirty="0"/>
              <a:t> SPI NAND was found.</a:t>
            </a:r>
          </a:p>
          <a:p>
            <a:r>
              <a:rPr lang="en-US" sz="300" dirty="0"/>
              <a:t>[    0.985673] </a:t>
            </a:r>
            <a:r>
              <a:rPr lang="en-US" sz="300" dirty="0" err="1"/>
              <a:t>spi-nand</a:t>
            </a:r>
            <a:r>
              <a:rPr lang="en-US" sz="300" dirty="0"/>
              <a:t> spi0.0: 128 </a:t>
            </a:r>
            <a:r>
              <a:rPr lang="en-US" sz="300" dirty="0" err="1"/>
              <a:t>MiB</a:t>
            </a:r>
            <a:r>
              <a:rPr lang="en-US" sz="300" dirty="0"/>
              <a:t>, block size: 128 KiB, page size: 2048, OOB size: 64</a:t>
            </a:r>
          </a:p>
          <a:p>
            <a:r>
              <a:rPr lang="en-US" sz="300" dirty="0"/>
              <a:t>[    0.993976] 2 fixed-partitions partitions found on MTD device spi0.0</a:t>
            </a:r>
          </a:p>
          <a:p>
            <a:r>
              <a:rPr lang="en-US" sz="300" dirty="0"/>
              <a:t>[    1.000325]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1.007253]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1.014334] Creating 2 MTD partitions on "spi0.0":</a:t>
            </a:r>
          </a:p>
          <a:p>
            <a:r>
              <a:rPr lang="en-US" sz="300" dirty="0"/>
              <a:t>[    1.019115] 0x000000200000-0x000008000000 : "</a:t>
            </a:r>
            <a:r>
              <a:rPr lang="en-US" sz="300" dirty="0" err="1"/>
              <a:t>ubi</a:t>
            </a:r>
            <a:r>
              <a:rPr lang="en-US" sz="300" dirty="0"/>
              <a:t>"</a:t>
            </a:r>
          </a:p>
          <a:p>
            <a:r>
              <a:rPr lang="en-US" sz="300" dirty="0"/>
              <a:t>[    1.159813] ubi0: default </a:t>
            </a:r>
            <a:r>
              <a:rPr lang="en-US" sz="300" dirty="0" err="1"/>
              <a:t>fastmap</a:t>
            </a:r>
            <a:r>
              <a:rPr lang="en-US" sz="300" dirty="0"/>
              <a:t> pool size: 50</a:t>
            </a:r>
          </a:p>
          <a:p>
            <a:r>
              <a:rPr lang="en-US" sz="300" dirty="0"/>
              <a:t>[    1.164355] ubi0: default </a:t>
            </a:r>
            <a:r>
              <a:rPr lang="en-US" sz="300" dirty="0" err="1"/>
              <a:t>fastmap</a:t>
            </a:r>
            <a:r>
              <a:rPr lang="en-US" sz="300" dirty="0"/>
              <a:t> WL pool size: 25</a:t>
            </a:r>
          </a:p>
          <a:p>
            <a:r>
              <a:rPr lang="en-US" sz="300" dirty="0"/>
              <a:t>[    1.169129] ubi0: attaching mtd0</a:t>
            </a:r>
          </a:p>
          <a:p>
            <a:r>
              <a:rPr lang="en-US" sz="300" dirty="0"/>
              <a:t>[    4.880597] ubi0: scanning is finished</a:t>
            </a:r>
          </a:p>
          <a:p>
            <a:r>
              <a:rPr lang="en-US" sz="300" dirty="0"/>
              <a:t>[    4.925715] ubi0: attached mtd0 (name "</a:t>
            </a:r>
            <a:r>
              <a:rPr lang="en-US" sz="300" dirty="0" err="1"/>
              <a:t>ubi</a:t>
            </a:r>
            <a:r>
              <a:rPr lang="en-US" sz="300" dirty="0"/>
              <a:t>", size 126 </a:t>
            </a:r>
            <a:r>
              <a:rPr lang="en-US" sz="300" dirty="0" err="1"/>
              <a:t>MiB</a:t>
            </a:r>
            <a:r>
              <a:rPr lang="en-US" sz="300" dirty="0"/>
              <a:t>)</a:t>
            </a:r>
          </a:p>
          <a:p>
            <a:r>
              <a:rPr lang="en-US" sz="300" dirty="0"/>
              <a:t>[    4.931197] ubi0: PEB size: 131072 bytes (128 KiB), LEB size: 126976 bytes</a:t>
            </a:r>
          </a:p>
          <a:p>
            <a:r>
              <a:rPr lang="en-US" sz="300" dirty="0"/>
              <a:t>[    4.938059] ubi0: min./max. I/O unit sizes: 2048/2048, sub-page size 2048</a:t>
            </a:r>
          </a:p>
          <a:p>
            <a:r>
              <a:rPr lang="en-US" sz="300" dirty="0"/>
              <a:t>[    4.944829] ubi0: VID header offset: 2048 (aligned 2048), data offset: 4096</a:t>
            </a:r>
          </a:p>
          <a:p>
            <a:r>
              <a:rPr lang="en-US" sz="300" dirty="0"/>
              <a:t>[    4.951768] ubi0: good PEBs: 1008, bad PEBs: 0, corrupted PEBs: 0</a:t>
            </a:r>
          </a:p>
          <a:p>
            <a:r>
              <a:rPr lang="en-US" sz="300" dirty="0"/>
              <a:t>[    4.957842] ubi0: user volume: 3, internal volumes: 1, max. volumes count: 128</a:t>
            </a:r>
          </a:p>
          <a:p>
            <a:r>
              <a:rPr lang="en-US" sz="300" dirty="0"/>
              <a:t>[    4.965046] ubi0: max/mean erase counter: 2/0, WL threshold: 4096, image sequence number: 1642748947</a:t>
            </a:r>
          </a:p>
          <a:p>
            <a:r>
              <a:rPr lang="en-US" sz="300" dirty="0"/>
              <a:t>[    4.974155] ubi0: available PEBs: 493, total reserved PEBs: 515, PEBs reserved for bad PEB handling: 20</a:t>
            </a:r>
          </a:p>
          <a:p>
            <a:r>
              <a:rPr lang="en-US" sz="300" dirty="0"/>
              <a:t>[    4.983528] ubi0: background thread "ubi_bgt0d" started, PID 226</a:t>
            </a:r>
          </a:p>
          <a:p>
            <a:r>
              <a:rPr lang="en-US" sz="300" dirty="0"/>
              <a:t>[    4.985791] block ubiblock0_1: created from ubi0:1(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4.995005] </a:t>
            </a:r>
            <a:r>
              <a:rPr lang="en-US" sz="300" dirty="0" err="1"/>
              <a:t>ubiblock</a:t>
            </a:r>
            <a:r>
              <a:rPr lang="en-US" sz="300" dirty="0"/>
              <a:t>: device ubiblock0_1 (</a:t>
            </a:r>
            <a:r>
              <a:rPr lang="en-US" sz="300" dirty="0" err="1"/>
              <a:t>rootfs</a:t>
            </a:r>
            <a:r>
              <a:rPr lang="en-US" sz="300" dirty="0"/>
              <a:t>) set to be root </a:t>
            </a:r>
            <a:r>
              <a:rPr lang="en-US" sz="300" dirty="0" err="1"/>
              <a:t>filesystem</a:t>
            </a:r>
            <a:endParaRPr lang="en-US" sz="300" dirty="0"/>
          </a:p>
          <a:p>
            <a:r>
              <a:rPr lang="en-US" sz="300" dirty="0"/>
              <a:t>[    5.002069] 0x000000000000-0x000000200000 : "bl2"</a:t>
            </a:r>
          </a:p>
          <a:p>
            <a:r>
              <a:rPr lang="en-US" sz="300" dirty="0"/>
              <a:t>[    5.146672]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5.156455]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5.166152] i2c_dev: i2c /dev entries driver</a:t>
            </a:r>
          </a:p>
          <a:p>
            <a:r>
              <a:rPr lang="en-US" sz="300" dirty="0"/>
              <a:t>[    5.172422] </a:t>
            </a:r>
            <a:r>
              <a:rPr lang="en-US" sz="300" dirty="0" err="1"/>
              <a:t>mtk-wdt</a:t>
            </a:r>
            <a:r>
              <a:rPr lang="en-US" sz="300" dirty="0"/>
              <a:t> 1001c000.watchdog: Watchdog enabled (timeout=31 sec, </a:t>
            </a:r>
            <a:r>
              <a:rPr lang="en-US" sz="300" dirty="0" err="1"/>
              <a:t>nowayout</a:t>
            </a:r>
            <a:r>
              <a:rPr lang="en-US" sz="300" dirty="0"/>
              <a:t>=0)</a:t>
            </a:r>
          </a:p>
          <a:p>
            <a:r>
              <a:rPr lang="en-US" sz="300" dirty="0"/>
              <a:t>[    5.180994] NET: Registered PF_INET6 protocol family</a:t>
            </a:r>
          </a:p>
          <a:p>
            <a:r>
              <a:rPr lang="en-US" sz="300" dirty="0"/>
              <a:t>[    5.186601] Segment Routing with IPv6</a:t>
            </a:r>
          </a:p>
          <a:p>
            <a:r>
              <a:rPr lang="en-US" sz="300" dirty="0"/>
              <a:t>[    5.190271] In-situ OAM (IOAM) with IPv6</a:t>
            </a:r>
          </a:p>
          <a:p>
            <a:r>
              <a:rPr lang="en-US" sz="300" dirty="0"/>
              <a:t>[    5.194236] NET: Registered PF_PACKET protocol family</a:t>
            </a:r>
          </a:p>
          <a:p>
            <a:r>
              <a:rPr lang="en-US" sz="300" dirty="0"/>
              <a:t>[    5.199336] 8021q: 802.1Q VLAN Support v1.8</a:t>
            </a:r>
          </a:p>
          <a:p>
            <a:r>
              <a:rPr lang="en-US" sz="300" dirty="0"/>
              <a:t>[    5.217012]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5.224353] mtk-pcie-gen3 11280000.pcie: Parsing ranges property...</a:t>
            </a:r>
          </a:p>
          <a:p>
            <a:r>
              <a:rPr lang="en-US" sz="300" dirty="0"/>
              <a:t>[    5.230610] mtk-pcie-gen3 11280000.pcie:      MEM 0x0020000000..0x002fffffff -&gt; 0x0020000000</a:t>
            </a:r>
          </a:p>
          <a:p>
            <a:r>
              <a:rPr lang="en-US" sz="300" dirty="0"/>
              <a:t>[    5.239075] </a:t>
            </a:r>
            <a:r>
              <a:rPr lang="en-US" sz="300" dirty="0" err="1"/>
              <a:t>debugfs</a:t>
            </a:r>
            <a:r>
              <a:rPr lang="en-US" sz="300" dirty="0"/>
              <a:t>: File 'type' in directory 'phy-soc:t-phy@11c00000.0' already present!</a:t>
            </a:r>
          </a:p>
          <a:p>
            <a:r>
              <a:rPr lang="en-US" sz="300" dirty="0"/>
              <a:t>[    5.247237]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efuse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5.255479]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intr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5.263634]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tx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5.271960]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rx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5.612218] mtk-pcie-gen3 11280000.pcie: </a:t>
            </a:r>
            <a:r>
              <a:rPr lang="en-US" sz="300" dirty="0" err="1"/>
              <a:t>PCIe</a:t>
            </a:r>
            <a:r>
              <a:rPr lang="en-US" sz="300" dirty="0"/>
              <a:t> link down, current LTSSM state: </a:t>
            </a:r>
            <a:r>
              <a:rPr lang="en-US" sz="300" dirty="0" err="1"/>
              <a:t>detect.quiet</a:t>
            </a:r>
            <a:r>
              <a:rPr lang="en-US" sz="300" dirty="0"/>
              <a:t> (0x1)</a:t>
            </a:r>
          </a:p>
          <a:p>
            <a:r>
              <a:rPr lang="en-US" sz="300" dirty="0"/>
              <a:t>[    5.621033] mtk-pcie-gen3: probe of 11280000.pcie failed with error -110</a:t>
            </a:r>
          </a:p>
          <a:p>
            <a:r>
              <a:rPr lang="en-US" sz="300" dirty="0"/>
              <a:t>[    5.714515] mt7530-mdio mdio-bus:1f: configuring for fixed/2500base-x link mode</a:t>
            </a:r>
          </a:p>
          <a:p>
            <a:r>
              <a:rPr lang="en-US" sz="300" dirty="0"/>
              <a:t>[    5.723558] mt7530-mdio mdio-bus:1f: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5.734040] mt7530-mdio mdio-bus:1f wan (uninitialized): PHY [mt7530-0:00]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=128)</a:t>
            </a:r>
          </a:p>
          <a:p>
            <a:r>
              <a:rPr lang="en-US" sz="300" dirty="0"/>
              <a:t>[    5.756122] mt7530-mdio mdio-bus:1f lan1 (uninitialized): PHY [mt7530-0:01]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=129)</a:t>
            </a:r>
          </a:p>
          <a:p>
            <a:r>
              <a:rPr lang="en-US" sz="300" dirty="0"/>
              <a:t>[    5.777988] mt7530-mdio mdio-bus:1f lan2 (uninitialized): PHY [mt7530-0:02]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=130)</a:t>
            </a:r>
          </a:p>
          <a:p>
            <a:r>
              <a:rPr lang="en-US" sz="300" dirty="0"/>
              <a:t>[    5.799839] mt7530-mdio mdio-bus:1f lan3 (uninitialized): PHY [mt7530-0:03]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=131)</a:t>
            </a:r>
          </a:p>
          <a:p>
            <a:r>
              <a:rPr lang="en-US" sz="300" dirty="0"/>
              <a:t>[    5.821686] mt7530-mdio mdio-bus:1f lan4 (uninitialized): PHY [mt7530-0:04]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=132)</a:t>
            </a:r>
          </a:p>
          <a:p>
            <a:r>
              <a:rPr lang="en-US" sz="300" dirty="0"/>
              <a:t>[    5.832984]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promiscuous mode</a:t>
            </a:r>
          </a:p>
          <a:p>
            <a:r>
              <a:rPr lang="en-US" sz="300" dirty="0"/>
              <a:t>[    5.839701] DSA: tree 0 setup</a:t>
            </a:r>
          </a:p>
          <a:p>
            <a:r>
              <a:rPr lang="en-US" sz="300" dirty="0"/>
              <a:t>[    5.843201] </a:t>
            </a:r>
            <a:r>
              <a:rPr lang="en-US" sz="300" dirty="0" err="1"/>
              <a:t>clk</a:t>
            </a:r>
            <a:r>
              <a:rPr lang="en-US" sz="300" dirty="0"/>
              <a:t>: Disabling unused clocks</a:t>
            </a:r>
          </a:p>
          <a:p>
            <a:r>
              <a:rPr lang="en-US" sz="300" dirty="0"/>
              <a:t>[    5.869924] Waiting for root device /dev/fit0...</a:t>
            </a:r>
          </a:p>
          <a:p>
            <a:r>
              <a:rPr lang="en-US" sz="300" dirty="0"/>
              <a:t>[    5.910094] mmc0: host does not support reading read-only switch, assuming write-enable</a:t>
            </a:r>
          </a:p>
          <a:p>
            <a:r>
              <a:rPr lang="en-US" sz="300" dirty="0"/>
              <a:t>[    5.924022] mmc0: new high speed SDHC card at address e624</a:t>
            </a:r>
          </a:p>
          <a:p>
            <a:r>
              <a:rPr lang="en-US" sz="300" dirty="0"/>
              <a:t>[    5.930302] mmcblk0: mmc0:e624 SC32G 29.7 </a:t>
            </a:r>
            <a:r>
              <a:rPr lang="en-US" sz="300" dirty="0" err="1"/>
              <a:t>GiB</a:t>
            </a:r>
            <a:endParaRPr lang="en-US" sz="300" dirty="0"/>
          </a:p>
          <a:p>
            <a:r>
              <a:rPr lang="en-US" sz="300" dirty="0"/>
              <a:t>[    5.940697] Alternate GPT is invalid, using primary GPT.</a:t>
            </a:r>
          </a:p>
          <a:p>
            <a:r>
              <a:rPr lang="en-US" sz="300" dirty="0"/>
              <a:t>[    5.946019]  mmcblk0: p1 p2 p3 p4 p5 p6 p7</a:t>
            </a:r>
          </a:p>
          <a:p>
            <a:r>
              <a:rPr lang="en-US" sz="300" dirty="0"/>
              <a:t>[    5.953214] FIT: Detected U-Boot 2024.10-OpenWrt-r29166-14a27ac99d</a:t>
            </a:r>
          </a:p>
          <a:p>
            <a:r>
              <a:rPr lang="en-US" sz="300" dirty="0"/>
              <a:t>[    5.959391] FIT: Selected configuration: "config-mt7986a-bananapi-bpi-r3" (</a:t>
            </a:r>
            <a:r>
              <a:rPr lang="en-US" sz="300" dirty="0" err="1"/>
              <a:t>OpenWrt</a:t>
            </a:r>
            <a:r>
              <a:rPr lang="en-US" sz="300" dirty="0"/>
              <a:t> bananapi_bpi-r3)</a:t>
            </a:r>
          </a:p>
          <a:p>
            <a:r>
              <a:rPr lang="en-US" sz="300" dirty="0"/>
              <a:t>[    5.968428] FIT:           kernel sub-image 0x00001000..0x0059fc46 "kernel-1" (ARM64 </a:t>
            </a:r>
            <a:r>
              <a:rPr lang="en-US" sz="300" dirty="0" err="1"/>
              <a:t>OpenWrt</a:t>
            </a:r>
            <a:r>
              <a:rPr lang="en-US" sz="300" dirty="0"/>
              <a:t> Linux-6.6.137)</a:t>
            </a:r>
          </a:p>
          <a:p>
            <a:r>
              <a:rPr lang="en-US" sz="300" dirty="0"/>
              <a:t>[    5.978241]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0x005a0000..0x005a7cbe "fdt-1"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blob)</a:t>
            </a:r>
          </a:p>
          <a:p>
            <a:r>
              <a:rPr lang="en-US" sz="300" dirty="0"/>
              <a:t>[    5.989443]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0x005a8000..0x005a83dd "fdt-mt7986a-bananapi-bpi-r3-emmc"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mt7986a-bananapi-bpi-r3-emmc)</a:t>
            </a:r>
          </a:p>
          <a:p>
            <a:r>
              <a:rPr lang="en-US" sz="300" dirty="0"/>
              <a:t>[    6.005762]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0x005a9000..0x005a948d "fdt-mt7986a-bananapi-bpi-r3-nand"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mt7986a-bananapi-bpi-r3-nand)</a:t>
            </a:r>
          </a:p>
          <a:p>
            <a:r>
              <a:rPr lang="en-US" sz="300" dirty="0"/>
              <a:t>[    6.022077]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0x005aa000..0x005aa4bd "fdt-mt7986a-bananapi-bpi-r3-nor"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mt7986a-bananapi-bpi-r3-nor)</a:t>
            </a:r>
          </a:p>
          <a:p>
            <a:r>
              <a:rPr lang="en-US" sz="300" dirty="0"/>
              <a:t>[    6.038218]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0x005ab000..0x005ab343 "fdt-mt7986a-bananapi-bpi-r3-sd"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mt7986a-bananapi-bpi-r3-sd)</a:t>
            </a:r>
          </a:p>
          <a:p>
            <a:r>
              <a:rPr lang="en-US" sz="300" dirty="0"/>
              <a:t>[    6.054186]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0x005ac000..0x005ac555 "fdt-mt7986a-bananapi-bpi-r3-respeaker-2mics"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mt7986a-bananapi-bpi-r3-reer-2mics)</a:t>
            </a:r>
          </a:p>
          <a:p>
            <a:r>
              <a:rPr lang="en-US" sz="300" dirty="0"/>
              <a:t>[    6.072406] FIT:       </a:t>
            </a:r>
            <a:r>
              <a:rPr lang="en-US" sz="300" dirty="0" err="1"/>
              <a:t>filesystem</a:t>
            </a:r>
            <a:r>
              <a:rPr lang="en-US" sz="300" dirty="0"/>
              <a:t> sub-image 0x005ad000..0x00af2fff "rootfs-1" (ARM64 </a:t>
            </a:r>
            <a:r>
              <a:rPr lang="en-US" sz="300" dirty="0" err="1"/>
              <a:t>OpenWrt</a:t>
            </a:r>
            <a:r>
              <a:rPr lang="en-US" sz="300" dirty="0"/>
              <a:t> bananapi_bpi-r3 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6.083338] block mmcblk0p7: mapped 1 </a:t>
            </a:r>
            <a:r>
              <a:rPr lang="en-US" sz="300" dirty="0" err="1"/>
              <a:t>uImage.FIT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 sub-image as /dev/fit0</a:t>
            </a:r>
          </a:p>
          <a:p>
            <a:r>
              <a:rPr lang="en-US" sz="300" dirty="0"/>
              <a:t>[    6.091146] block mmcblk0p7: mapped remaining space as /dev/</a:t>
            </a:r>
            <a:r>
              <a:rPr lang="en-US" sz="300" dirty="0" err="1"/>
              <a:t>fitrw</a:t>
            </a:r>
            <a:endParaRPr lang="en-US" sz="300" dirty="0"/>
          </a:p>
          <a:p>
            <a:r>
              <a:rPr lang="en-US" sz="300" dirty="0"/>
              <a:t>[    6.131543] VFS: Mounted root (</a:t>
            </a:r>
            <a:r>
              <a:rPr lang="en-US" sz="300" dirty="0" err="1"/>
              <a:t>squashfs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) </a:t>
            </a:r>
            <a:r>
              <a:rPr lang="en-US" sz="300" dirty="0" err="1"/>
              <a:t>readonly</a:t>
            </a:r>
            <a:r>
              <a:rPr lang="en-US" sz="300" dirty="0"/>
              <a:t> on device 259:0.</a:t>
            </a:r>
          </a:p>
          <a:p>
            <a:r>
              <a:rPr lang="en-US" sz="300" dirty="0"/>
              <a:t>[    6.138836] Freeing unused kernel memory: 448K</a:t>
            </a:r>
          </a:p>
          <a:p>
            <a:r>
              <a:rPr lang="en-US" sz="300" dirty="0"/>
              <a:t>[    6.143293] Run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r>
              <a:rPr lang="en-US" sz="300" dirty="0"/>
              <a:t> as </a:t>
            </a:r>
            <a:r>
              <a:rPr lang="en-US" sz="300" dirty="0" err="1"/>
              <a:t>init</a:t>
            </a:r>
            <a:r>
              <a:rPr lang="en-US" sz="300" dirty="0"/>
              <a:t> process</a:t>
            </a:r>
          </a:p>
          <a:p>
            <a:r>
              <a:rPr lang="en-US" sz="300" dirty="0"/>
              <a:t>[    6.147372]   with arguments:</a:t>
            </a:r>
          </a:p>
          <a:p>
            <a:r>
              <a:rPr lang="en-US" sz="300" dirty="0"/>
              <a:t>[    6.150323]    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endParaRPr lang="en-US" sz="300" dirty="0"/>
          </a:p>
          <a:p>
            <a:r>
              <a:rPr lang="en-US" sz="300" dirty="0"/>
              <a:t>[    6.153018]   with environment:</a:t>
            </a:r>
          </a:p>
          <a:p>
            <a:r>
              <a:rPr lang="en-US" sz="300" dirty="0"/>
              <a:t>[    6.156142]     HOME=/</a:t>
            </a:r>
          </a:p>
          <a:p>
            <a:r>
              <a:rPr lang="en-US" sz="300" dirty="0"/>
              <a:t>[    6.158487]     TERM=</a:t>
            </a:r>
            <a:r>
              <a:rPr lang="en-US" sz="300" dirty="0" err="1"/>
              <a:t>linux</a:t>
            </a:r>
            <a:endParaRPr lang="en-US" sz="300" dirty="0"/>
          </a:p>
          <a:p>
            <a:r>
              <a:rPr lang="en-US" sz="300" dirty="0"/>
              <a:t>[    6.303599] </a:t>
            </a:r>
            <a:r>
              <a:rPr lang="en-US" sz="300" dirty="0" err="1"/>
              <a:t>init</a:t>
            </a:r>
            <a:r>
              <a:rPr lang="en-US" sz="300" dirty="0"/>
              <a:t>: Console is alive</a:t>
            </a:r>
          </a:p>
          <a:p>
            <a:r>
              <a:rPr lang="en-US" sz="300" dirty="0"/>
              <a:t>[    6.307081] </a:t>
            </a:r>
            <a:r>
              <a:rPr lang="en-US" sz="300" dirty="0" err="1"/>
              <a:t>init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 6.620641]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6.649458]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</a:t>
            </a:r>
            <a:r>
              <a:rPr lang="en-US" sz="300" dirty="0" err="1"/>
              <a:t>usbfs</a:t>
            </a:r>
            <a:endParaRPr lang="en-US" sz="300" dirty="0"/>
          </a:p>
          <a:p>
            <a:r>
              <a:rPr lang="en-US" sz="300" dirty="0"/>
              <a:t>[    6.655003]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hub</a:t>
            </a:r>
          </a:p>
          <a:p>
            <a:r>
              <a:rPr lang="en-US" sz="300" dirty="0"/>
              <a:t>[    6.660331] </a:t>
            </a:r>
            <a:r>
              <a:rPr lang="en-US" sz="300" dirty="0" err="1"/>
              <a:t>usbcore</a:t>
            </a:r>
            <a:r>
              <a:rPr lang="en-US" sz="300" dirty="0"/>
              <a:t>: registered new device driver </a:t>
            </a:r>
            <a:r>
              <a:rPr lang="en-US" sz="300" dirty="0" err="1"/>
              <a:t>usb</a:t>
            </a:r>
            <a:endParaRPr lang="en-US" sz="300" dirty="0"/>
          </a:p>
          <a:p>
            <a:r>
              <a:rPr lang="en-US" sz="300" dirty="0"/>
              <a:t>[    6.665969] </a:t>
            </a:r>
            <a:r>
              <a:rPr lang="en-US" sz="300" dirty="0" err="1"/>
              <a:t>gpio_button_hotplug</a:t>
            </a:r>
            <a:r>
              <a:rPr lang="en-US" sz="300" dirty="0"/>
              <a:t>: loading out-of-tree module taints kernel.</a:t>
            </a:r>
          </a:p>
          <a:p>
            <a:r>
              <a:rPr lang="en-US" sz="300" dirty="0"/>
              <a:t>[    6.676815] </a:t>
            </a:r>
            <a:r>
              <a:rPr lang="en-US" sz="300" dirty="0" err="1"/>
              <a:t>xhci-mtk</a:t>
            </a:r>
            <a:r>
              <a:rPr lang="en-US" sz="300" dirty="0"/>
              <a:t> 11200000.usb: supply </a:t>
            </a:r>
            <a:r>
              <a:rPr lang="en-US" sz="300" dirty="0" err="1"/>
              <a:t>vbus</a:t>
            </a:r>
            <a:r>
              <a:rPr lang="en-US" sz="300" dirty="0"/>
              <a:t> not found, using dummy regulator</a:t>
            </a:r>
          </a:p>
          <a:p>
            <a:r>
              <a:rPr lang="en-US" sz="300" dirty="0"/>
              <a:t>[    6.684234] </a:t>
            </a:r>
            <a:r>
              <a:rPr lang="en-US" sz="300" dirty="0" err="1"/>
              <a:t>xhci-mtk</a:t>
            </a:r>
            <a:r>
              <a:rPr lang="en-US" sz="300" dirty="0"/>
              <a:t> 11200000.usb: supply vusb33 not found, using dummy regulator</a:t>
            </a:r>
          </a:p>
          <a:p>
            <a:r>
              <a:rPr lang="en-US" sz="300" dirty="0"/>
              <a:t>[    6.692568]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6.697794]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1</a:t>
            </a:r>
          </a:p>
          <a:p>
            <a:r>
              <a:rPr lang="en-US" sz="300" dirty="0"/>
              <a:t>[    6.708311]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hcc</a:t>
            </a:r>
            <a:r>
              <a:rPr lang="en-US" sz="300" dirty="0"/>
              <a:t> </a:t>
            </a:r>
            <a:r>
              <a:rPr lang="en-US" sz="300" dirty="0" err="1"/>
              <a:t>params</a:t>
            </a:r>
            <a:r>
              <a:rPr lang="en-US" sz="300" dirty="0"/>
              <a:t> 0x01403f99 </a:t>
            </a:r>
            <a:r>
              <a:rPr lang="en-US" sz="300" dirty="0" err="1"/>
              <a:t>hci</a:t>
            </a:r>
            <a:r>
              <a:rPr lang="en-US" sz="300" dirty="0"/>
              <a:t> version 0x110 quirks 0x0000000000200010</a:t>
            </a:r>
          </a:p>
          <a:p>
            <a:r>
              <a:rPr lang="en-US" sz="300" dirty="0"/>
              <a:t>[    6.717466]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irq</a:t>
            </a:r>
            <a:r>
              <a:rPr lang="en-US" sz="300" dirty="0"/>
              <a:t> 134, </a:t>
            </a:r>
            <a:r>
              <a:rPr lang="en-US" sz="300" dirty="0" err="1"/>
              <a:t>io</a:t>
            </a:r>
            <a:r>
              <a:rPr lang="en-US" sz="300" dirty="0"/>
              <a:t> mem 0x11200000</a:t>
            </a:r>
          </a:p>
          <a:p>
            <a:r>
              <a:rPr lang="en-US" sz="300" dirty="0"/>
              <a:t>[    6.723318]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6.728529]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2</a:t>
            </a:r>
          </a:p>
          <a:p>
            <a:r>
              <a:rPr lang="en-US" sz="300" dirty="0"/>
              <a:t>[    6.735909] </a:t>
            </a:r>
            <a:r>
              <a:rPr lang="en-US" sz="300" dirty="0" err="1"/>
              <a:t>xhci-mtk</a:t>
            </a:r>
            <a:r>
              <a:rPr lang="en-US" sz="300" dirty="0"/>
              <a:t> 11200000.usb: Host supports USB 3.2 Enhanced SuperSpeed</a:t>
            </a:r>
          </a:p>
          <a:p>
            <a:r>
              <a:rPr lang="en-US" sz="300" dirty="0"/>
              <a:t>[    6.743316] hub 1-0:1.0: USB hub found</a:t>
            </a:r>
          </a:p>
          <a:p>
            <a:r>
              <a:rPr lang="en-US" sz="300" dirty="0"/>
              <a:t>[    6.747076] hub 1-0:1.0: 2 ports detected</a:t>
            </a:r>
          </a:p>
          <a:p>
            <a:r>
              <a:rPr lang="en-US" sz="300" dirty="0"/>
              <a:t>[    6.751335] </a:t>
            </a:r>
            <a:r>
              <a:rPr lang="en-US" sz="300" dirty="0" err="1"/>
              <a:t>usb</a:t>
            </a:r>
            <a:r>
              <a:rPr lang="en-US" sz="300" dirty="0"/>
              <a:t> usb2: We don't know the algorithms for LPM for this host, disabling LPM.</a:t>
            </a:r>
          </a:p>
          <a:p>
            <a:r>
              <a:rPr lang="en-US" sz="300" dirty="0"/>
              <a:t>[    6.759696] hub 2-0:1.0: USB hub found</a:t>
            </a:r>
          </a:p>
          <a:p>
            <a:r>
              <a:rPr lang="en-US" sz="300" dirty="0"/>
              <a:t>[    6.763464] hub 2-0:1.0: 1 port detected</a:t>
            </a:r>
          </a:p>
          <a:p>
            <a:r>
              <a:rPr lang="en-US" sz="300" dirty="0"/>
              <a:t>[    6.770670]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6.779756] </a:t>
            </a:r>
            <a:r>
              <a:rPr lang="en-US" sz="300" dirty="0" err="1"/>
              <a:t>init</a:t>
            </a:r>
            <a:r>
              <a:rPr lang="en-US" sz="300" dirty="0"/>
              <a:t>: - </a:t>
            </a:r>
            <a:r>
              <a:rPr lang="en-US" sz="300" dirty="0" err="1"/>
              <a:t>preinit</a:t>
            </a:r>
            <a:r>
              <a:rPr lang="en-US" sz="300" dirty="0"/>
              <a:t> -</a:t>
            </a:r>
          </a:p>
          <a:p>
            <a:r>
              <a:rPr lang="en-US" sz="300" dirty="0"/>
              <a:t>[    7.011338]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 7.019908]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7.038200]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Press the [f] key and hit [enter] to enter failsafe mode</a:t>
            </a:r>
          </a:p>
          <a:p>
            <a:r>
              <a:rPr lang="en-US" sz="300" dirty="0"/>
              <a:t>Press the [1], [2], [3] or [4] key and hit [enter] to select the debug level</a:t>
            </a:r>
          </a:p>
          <a:p>
            <a:r>
              <a:rPr lang="en-US" sz="300" dirty="0"/>
              <a:t>[    7.202210] </a:t>
            </a:r>
            <a:r>
              <a:rPr lang="en-US" sz="300" dirty="0" err="1"/>
              <a:t>usb</a:t>
            </a:r>
            <a:r>
              <a:rPr lang="en-US" sz="300" dirty="0"/>
              <a:t> 1-1: new high-speed USB device number 2 using </a:t>
            </a:r>
            <a:r>
              <a:rPr lang="en-US" sz="300" dirty="0" err="1"/>
              <a:t>xhci-mtk</a:t>
            </a:r>
            <a:endParaRPr lang="en-US" sz="300" dirty="0"/>
          </a:p>
          <a:p>
            <a:r>
              <a:rPr lang="en-US" sz="300" dirty="0"/>
              <a:t>[    7.394363] hub 1-1:1.0: USB hub found</a:t>
            </a:r>
          </a:p>
          <a:p>
            <a:r>
              <a:rPr lang="en-US" sz="300" dirty="0"/>
              <a:t>[    7.402007] hub 1-1:1.0: 4 ports detected</a:t>
            </a:r>
          </a:p>
          <a:p>
            <a:r>
              <a:rPr lang="en-US" sz="300" dirty="0"/>
              <a:t>[    9.572197] random: </a:t>
            </a:r>
            <a:r>
              <a:rPr lang="en-US" sz="300" dirty="0" err="1"/>
              <a:t>crng</a:t>
            </a:r>
            <a:r>
              <a:rPr lang="en-US" sz="300" dirty="0"/>
              <a:t> </a:t>
            </a:r>
            <a:r>
              <a:rPr lang="en-US" sz="300" dirty="0" err="1"/>
              <a:t>init</a:t>
            </a:r>
            <a:r>
              <a:rPr lang="en-US" sz="300" dirty="0"/>
              <a:t> done</a:t>
            </a:r>
          </a:p>
          <a:p>
            <a:r>
              <a:rPr lang="en-US" sz="300" dirty="0"/>
              <a:t>[   11.700853] F2FS-fs (</a:t>
            </a:r>
            <a:r>
              <a:rPr lang="en-US" sz="300" dirty="0" err="1"/>
              <a:t>fitrw</a:t>
            </a:r>
            <a:r>
              <a:rPr lang="en-US" sz="300" dirty="0"/>
              <a:t>): Mounted with checkpoint version = 3999c4ea</a:t>
            </a:r>
          </a:p>
          <a:p>
            <a:r>
              <a:rPr lang="en-US" sz="300" dirty="0"/>
              <a:t>[   11.709269] </a:t>
            </a:r>
            <a:r>
              <a:rPr lang="en-US" sz="300" dirty="0" err="1"/>
              <a:t>mount_root</a:t>
            </a:r>
            <a:r>
              <a:rPr lang="en-US" sz="300" dirty="0"/>
              <a:t>: switching to f2fs overlay</a:t>
            </a:r>
          </a:p>
          <a:p>
            <a:r>
              <a:rPr lang="en-US" sz="300" dirty="0"/>
              <a:t>[   11.715886] </a:t>
            </a:r>
            <a:r>
              <a:rPr lang="en-US" sz="300" dirty="0" err="1"/>
              <a:t>overlayfs</a:t>
            </a:r>
            <a:r>
              <a:rPr lang="en-US" sz="300" dirty="0"/>
              <a:t>: null </a:t>
            </a:r>
            <a:r>
              <a:rPr lang="en-US" sz="300" dirty="0" err="1"/>
              <a:t>uuid</a:t>
            </a:r>
            <a:r>
              <a:rPr lang="en-US" sz="300" dirty="0"/>
              <a:t> detected in lower fs '/', falling back to </a:t>
            </a:r>
            <a:r>
              <a:rPr lang="en-US" sz="300" dirty="0" err="1"/>
              <a:t>xino</a:t>
            </a:r>
            <a:r>
              <a:rPr lang="en-US" sz="300" dirty="0"/>
              <a:t>=</a:t>
            </a:r>
            <a:r>
              <a:rPr lang="en-US" sz="300" dirty="0" err="1"/>
              <a:t>off,index</a:t>
            </a:r>
            <a:r>
              <a:rPr lang="en-US" sz="300" dirty="0"/>
              <a:t>=</a:t>
            </a:r>
            <a:r>
              <a:rPr lang="en-US" sz="300" dirty="0" err="1"/>
              <a:t>off,nfs_export</a:t>
            </a:r>
            <a:r>
              <a:rPr lang="en-US" sz="300" dirty="0"/>
              <a:t>=off.</a:t>
            </a:r>
          </a:p>
          <a:p>
            <a:r>
              <a:rPr lang="en-US" sz="300" dirty="0"/>
              <a:t>[   11.729808] </a:t>
            </a:r>
            <a:r>
              <a:rPr lang="en-US" sz="300" dirty="0" err="1"/>
              <a:t>urandom</a:t>
            </a:r>
            <a:r>
              <a:rPr lang="en-US" sz="300" dirty="0"/>
              <a:t>-seed: Seeding with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urandom.seed</a:t>
            </a:r>
            <a:endParaRPr lang="en-US" sz="300" dirty="0"/>
          </a:p>
          <a:p>
            <a:r>
              <a:rPr lang="en-US" sz="300" dirty="0"/>
              <a:t>[   11.773752] </a:t>
            </a:r>
            <a:r>
              <a:rPr lang="en-US" sz="300" dirty="0" err="1"/>
              <a:t>procd</a:t>
            </a:r>
            <a:r>
              <a:rPr lang="en-US" sz="300" dirty="0"/>
              <a:t>: - early -</a:t>
            </a:r>
          </a:p>
          <a:p>
            <a:r>
              <a:rPr lang="en-US" sz="300" dirty="0"/>
              <a:t>[   11.776680]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12.307388]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12.310879]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ubus</a:t>
            </a:r>
            <a:r>
              <a:rPr lang="en-US" sz="300" dirty="0"/>
              <a:t> -</a:t>
            </a:r>
          </a:p>
          <a:p>
            <a:r>
              <a:rPr lang="en-US" sz="300" dirty="0"/>
              <a:t>[   12.464034]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init</a:t>
            </a:r>
            <a:r>
              <a:rPr lang="en-US" sz="300" dirty="0"/>
              <a:t> -</a:t>
            </a:r>
          </a:p>
          <a:p>
            <a:r>
              <a:rPr lang="en-US" sz="300" dirty="0"/>
              <a:t>Please press Enter to activate this console.</a:t>
            </a:r>
          </a:p>
          <a:p>
            <a:r>
              <a:rPr lang="en-US" sz="300" dirty="0"/>
              <a:t>[   12.718883]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12.746947] i2c-gpio i2c-gpio-0: using lines 528 (SDA) and 529 (SCL)</a:t>
            </a:r>
          </a:p>
          <a:p>
            <a:r>
              <a:rPr lang="en-US" sz="300" dirty="0"/>
              <a:t>[   12.753663] i2c-gpio i2c-gpio-1: using lines 530 (SDA) and 531 (SCL)</a:t>
            </a:r>
          </a:p>
          <a:p>
            <a:r>
              <a:rPr lang="en-US" sz="300" dirty="0"/>
              <a:t>[   12.763453] crypto-</a:t>
            </a:r>
            <a:r>
              <a:rPr lang="en-US" sz="300" dirty="0" err="1"/>
              <a:t>safexcel</a:t>
            </a:r>
            <a:r>
              <a:rPr lang="en-US" sz="300" dirty="0"/>
              <a:t> 10320000.crypto: EIP97:230(0,1,4,4)-HIA:270(0,5,5),PE:150/433(alg:7fcdfc00)/0/0/0</a:t>
            </a:r>
          </a:p>
          <a:p>
            <a:r>
              <a:rPr lang="en-US" sz="300" dirty="0"/>
              <a:t>[   12.777878] Loading modules backported from Linux version v6.12.61-0-gdcbeffaf66d0</a:t>
            </a:r>
          </a:p>
          <a:p>
            <a:r>
              <a:rPr lang="en-US" sz="300" dirty="0"/>
              <a:t>[   12.785464] Backport generated by </a:t>
            </a:r>
            <a:r>
              <a:rPr lang="en-US" sz="300" dirty="0" err="1"/>
              <a:t>backports.git</a:t>
            </a:r>
            <a:r>
              <a:rPr lang="en-US" sz="300" dirty="0"/>
              <a:t> v6.1.110-1-35-g410656ef</a:t>
            </a:r>
          </a:p>
          <a:p>
            <a:r>
              <a:rPr lang="en-US" sz="300" dirty="0"/>
              <a:t>[   12.796904] </a:t>
            </a:r>
            <a:r>
              <a:rPr lang="en-US" sz="300" dirty="0" err="1"/>
              <a:t>sfp</a:t>
            </a:r>
            <a:r>
              <a:rPr lang="en-US" sz="300" dirty="0"/>
              <a:t> sfp-1: Host maximum power 3.0W</a:t>
            </a:r>
          </a:p>
          <a:p>
            <a:r>
              <a:rPr lang="en-US" sz="300" dirty="0"/>
              <a:t>[   12.801957] </a:t>
            </a:r>
            <a:r>
              <a:rPr lang="en-US" sz="300" dirty="0" err="1"/>
              <a:t>sfp</a:t>
            </a:r>
            <a:r>
              <a:rPr lang="en-US" sz="300" dirty="0"/>
              <a:t> sfp-2: Host maximum power 3.0W</a:t>
            </a:r>
          </a:p>
          <a:p>
            <a:r>
              <a:rPr lang="en-US" sz="300" dirty="0"/>
              <a:t>[   12.859788] </a:t>
            </a:r>
            <a:r>
              <a:rPr lang="en-US" sz="300" dirty="0" err="1"/>
              <a:t>urngd</a:t>
            </a:r>
            <a:r>
              <a:rPr lang="en-US" sz="300" dirty="0"/>
              <a:t>: v1.0.2 started.</a:t>
            </a:r>
          </a:p>
          <a:p>
            <a:r>
              <a:rPr lang="en-US" sz="300" dirty="0"/>
              <a:t>[   13.265172] mt798x-wmac 18000000.wifi: HW/SW Version: 0x8a108a10, Build Time: 20240823160739a</a:t>
            </a:r>
          </a:p>
          <a:p>
            <a:r>
              <a:rPr lang="en-US" sz="300" dirty="0"/>
              <a:t>[   13.265172]</a:t>
            </a:r>
          </a:p>
          <a:p>
            <a:r>
              <a:rPr lang="en-US" sz="300" dirty="0"/>
              <a:t>[   13.400496] mt798x-wmac 18000000.wifi: WM Firmware Version: ____000000, Build Time: 20240823160804</a:t>
            </a:r>
          </a:p>
          <a:p>
            <a:r>
              <a:rPr lang="en-US" sz="300" dirty="0"/>
              <a:t>[   13.505615] mt798x-wmac 18000000.wifi: WA Firmware Version: DEV_000000, Build Time: 20240823160840</a:t>
            </a:r>
          </a:p>
          <a:p>
            <a:r>
              <a:rPr lang="en-US" sz="300" dirty="0"/>
              <a:t>[   13.611262] mt798x-wmac 18000000.wifi: registering led 'mt76-phy0'</a:t>
            </a:r>
          </a:p>
          <a:p>
            <a:r>
              <a:rPr lang="en-US" sz="300" dirty="0"/>
              <a:t>[   13.663456] mt798x-wmac 18000000.wifi: registering led 'mt76-phy1'</a:t>
            </a:r>
          </a:p>
          <a:p>
            <a:r>
              <a:rPr lang="en-US" sz="300" dirty="0"/>
              <a:t>[   13.762416] PPP generic driver version 2.4.2</a:t>
            </a:r>
          </a:p>
          <a:p>
            <a:r>
              <a:rPr lang="en-US" sz="300" dirty="0"/>
              <a:t>[   13.767502] NET: Registered PF_PPPOX protocol family</a:t>
            </a:r>
          </a:p>
          <a:p>
            <a:r>
              <a:rPr lang="en-US" sz="300" dirty="0"/>
              <a:t>[   13.774884]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15.708564]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Down</a:t>
            </a:r>
          </a:p>
          <a:p>
            <a:r>
              <a:rPr lang="en-US" sz="300" dirty="0"/>
              <a:t>[   15.723997]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15.732456]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15.738862]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15.751964] </a:t>
            </a:r>
            <a:r>
              <a:rPr lang="en-US" sz="300" dirty="0" err="1"/>
              <a:t>br-lan</a:t>
            </a:r>
            <a:r>
              <a:rPr lang="en-US" sz="300" dirty="0"/>
              <a:t>: port 1(lan1) entered blocking state</a:t>
            </a:r>
          </a:p>
          <a:p>
            <a:r>
              <a:rPr lang="en-US" sz="300" dirty="0"/>
              <a:t>[   15.757206] </a:t>
            </a:r>
            <a:r>
              <a:rPr lang="en-US" sz="300" dirty="0" err="1"/>
              <a:t>br-lan</a:t>
            </a:r>
            <a:r>
              <a:rPr lang="en-US" sz="300" dirty="0"/>
              <a:t>: port 1(lan1) entered disabled state</a:t>
            </a:r>
          </a:p>
          <a:p>
            <a:r>
              <a:rPr lang="en-US" sz="300" dirty="0"/>
              <a:t>[   15.762447] mt7530-mdio mdio-bus:1f lan1: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15.768697]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15.778455] mt7530-mdio mdio-bus:1f lan1: entered promiscuous mode</a:t>
            </a:r>
          </a:p>
          <a:p>
            <a:r>
              <a:rPr lang="en-US" sz="300" dirty="0"/>
              <a:t>[   15.796712] mt7530-mdio mdio-bus:1f lan2: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15.807581] </a:t>
            </a:r>
            <a:r>
              <a:rPr lang="en-US" sz="300" dirty="0" err="1"/>
              <a:t>br-lan</a:t>
            </a:r>
            <a:r>
              <a:rPr lang="en-US" sz="300" dirty="0"/>
              <a:t>: port 2(lan2) entered blocking state</a:t>
            </a:r>
          </a:p>
          <a:p>
            <a:r>
              <a:rPr lang="en-US" sz="300" dirty="0"/>
              <a:t>[   15.812861] </a:t>
            </a:r>
            <a:r>
              <a:rPr lang="en-US" sz="300" dirty="0" err="1"/>
              <a:t>br-lan</a:t>
            </a:r>
            <a:r>
              <a:rPr lang="en-US" sz="300" dirty="0"/>
              <a:t>: port 2(lan2) entered disabled state</a:t>
            </a:r>
          </a:p>
          <a:p>
            <a:r>
              <a:rPr lang="en-US" sz="300" dirty="0"/>
              <a:t>[   15.818114] mt7530-mdio mdio-bus:1f lan2: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15.826175] mt7530-mdio mdio-bus:1f lan2: entered promiscuous mode</a:t>
            </a:r>
          </a:p>
          <a:p>
            <a:r>
              <a:rPr lang="en-US" sz="300" dirty="0"/>
              <a:t>[   15.840993] mt7530-mdio mdio-bus:1f lan3: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15.851796] </a:t>
            </a:r>
            <a:r>
              <a:rPr lang="en-US" sz="300" dirty="0" err="1"/>
              <a:t>br-lan</a:t>
            </a:r>
            <a:r>
              <a:rPr lang="en-US" sz="300" dirty="0"/>
              <a:t>: port 3(lan3) entered blocking state</a:t>
            </a:r>
          </a:p>
          <a:p>
            <a:r>
              <a:rPr lang="en-US" sz="300" dirty="0"/>
              <a:t>[   15.857057] </a:t>
            </a:r>
            <a:r>
              <a:rPr lang="en-US" sz="300" dirty="0" err="1"/>
              <a:t>br-lan</a:t>
            </a:r>
            <a:r>
              <a:rPr lang="en-US" sz="300" dirty="0"/>
              <a:t>: port 3(lan3) entered disabled state</a:t>
            </a:r>
          </a:p>
          <a:p>
            <a:r>
              <a:rPr lang="en-US" sz="300" dirty="0"/>
              <a:t>[   15.862327] mt7530-mdio mdio-bus:1f lan3: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15.870439] mt7530-mdio mdio-bus:1f lan3: entered promiscuous mode</a:t>
            </a:r>
          </a:p>
          <a:p>
            <a:r>
              <a:rPr lang="en-US" sz="300" dirty="0"/>
              <a:t>[   15.885501] mt7530-mdio mdio-bus:1f lan4: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15.896191]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15.901416] </a:t>
            </a:r>
            <a:r>
              <a:rPr lang="en-US" sz="300" dirty="0" err="1"/>
              <a:t>br-lan</a:t>
            </a:r>
            <a:r>
              <a:rPr lang="en-US" sz="300" dirty="0"/>
              <a:t>: port 4(lan4) entered disabled state</a:t>
            </a:r>
          </a:p>
          <a:p>
            <a:r>
              <a:rPr lang="en-US" sz="300" dirty="0"/>
              <a:t>[   15.906732] mt7530-mdio mdio-bus:1f lan4: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15.915009] mt7530-mdio mdio-bus:1f lan4: entered promiscuous mode</a:t>
            </a:r>
          </a:p>
          <a:p>
            <a:r>
              <a:rPr lang="en-US" sz="300" dirty="0"/>
              <a:t>[   15.924265] mt7530-mdio mdio-bus:1f sfp2: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15.933691] </a:t>
            </a:r>
            <a:r>
              <a:rPr lang="en-US" sz="300" dirty="0" err="1"/>
              <a:t>br-lan</a:t>
            </a:r>
            <a:r>
              <a:rPr lang="en-US" sz="300" dirty="0"/>
              <a:t>: port 5(sfp2) entered blocking state</a:t>
            </a:r>
          </a:p>
          <a:p>
            <a:r>
              <a:rPr lang="en-US" sz="300" dirty="0"/>
              <a:t>[   15.938906] </a:t>
            </a:r>
            <a:r>
              <a:rPr lang="en-US" sz="300" dirty="0" err="1"/>
              <a:t>br-lan</a:t>
            </a:r>
            <a:r>
              <a:rPr lang="en-US" sz="300" dirty="0"/>
              <a:t>: port 5(sfp2) entered disabled state</a:t>
            </a:r>
          </a:p>
          <a:p>
            <a:r>
              <a:rPr lang="en-US" sz="300" dirty="0"/>
              <a:t>[   15.944168] mt7530-mdio mdio-bus:1f sfp2: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15.952587] mt7530-mdio mdio-bus:1f sfp2: entered promiscuous mode</a:t>
            </a:r>
          </a:p>
          <a:p>
            <a:r>
              <a:rPr lang="en-US" sz="300" dirty="0"/>
              <a:t>[   15.962063]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15.972276] </a:t>
            </a:r>
            <a:r>
              <a:rPr lang="en-US" sz="300" dirty="0" err="1"/>
              <a:t>br</a:t>
            </a:r>
            <a:r>
              <a:rPr lang="en-US" sz="300" dirty="0"/>
              <a:t>-wan: port 1(eth1) entered blocking state</a:t>
            </a:r>
          </a:p>
          <a:p>
            <a:r>
              <a:rPr lang="en-US" sz="300" dirty="0"/>
              <a:t>[   15.977508] </a:t>
            </a:r>
            <a:r>
              <a:rPr lang="en-US" sz="300" dirty="0" err="1"/>
              <a:t>br</a:t>
            </a:r>
            <a:r>
              <a:rPr lang="en-US" sz="300" dirty="0"/>
              <a:t>-wan: port 1(eth1) entered disabled state</a:t>
            </a:r>
          </a:p>
          <a:p>
            <a:r>
              <a:rPr lang="en-US" sz="300" dirty="0"/>
              <a:t>[   15.982788]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15.989757]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promiscuous mode</a:t>
            </a:r>
          </a:p>
          <a:p>
            <a:r>
              <a:rPr lang="en-US" sz="300" dirty="0"/>
              <a:t>[   16.004994] mt7530-mdio mdio-bus:1f wan: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16.015717] </a:t>
            </a:r>
            <a:r>
              <a:rPr lang="en-US" sz="300" dirty="0" err="1"/>
              <a:t>br</a:t>
            </a:r>
            <a:r>
              <a:rPr lang="en-US" sz="300" dirty="0"/>
              <a:t>-wan: port 2(wan) entered blocking state</a:t>
            </a:r>
          </a:p>
          <a:p>
            <a:r>
              <a:rPr lang="en-US" sz="300" dirty="0"/>
              <a:t>[   16.020855] </a:t>
            </a:r>
            <a:r>
              <a:rPr lang="en-US" sz="300" dirty="0" err="1"/>
              <a:t>br</a:t>
            </a:r>
            <a:r>
              <a:rPr lang="en-US" sz="300" dirty="0"/>
              <a:t>-wan: port 2(wan) entered disabled state</a:t>
            </a:r>
          </a:p>
          <a:p>
            <a:r>
              <a:rPr lang="en-US" sz="300" dirty="0"/>
              <a:t>[   16.026034] mt7530-mdio mdio-bus:1f wan: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16.034107] mt7530-mdio mdio-bus:1f wan: entered promiscuous mode</a:t>
            </a:r>
          </a:p>
          <a:p>
            <a:r>
              <a:rPr lang="en-US" sz="300" dirty="0"/>
              <a:t>[   19.535776] mt7530-mdio mdio-bus:1f lan4: Link is Up - 1Gbps/Full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19.535800]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19.548902] </a:t>
            </a:r>
            <a:r>
              <a:rPr lang="en-US" sz="300" dirty="0" err="1"/>
              <a:t>br-lan</a:t>
            </a:r>
            <a:r>
              <a:rPr lang="en-US" sz="300" dirty="0"/>
              <a:t>: port 4(lan4) entered forwarding state</a:t>
            </a:r>
          </a:p>
          <a:p>
            <a:endParaRPr lang="en-US" sz="300" dirty="0"/>
          </a:p>
          <a:p>
            <a:endParaRPr lang="en-US" sz="300" dirty="0"/>
          </a:p>
          <a:p>
            <a:endParaRPr lang="en-US" sz="300" dirty="0"/>
          </a:p>
          <a:p>
            <a:r>
              <a:rPr lang="en-US" sz="300" dirty="0" err="1"/>
              <a:t>BusyBox</a:t>
            </a:r>
            <a:r>
              <a:rPr lang="en-US" sz="300" dirty="0"/>
              <a:t> v1.36.1 (2026-05-02 23:38:48 UTC) built-in shell (ash)</a:t>
            </a:r>
          </a:p>
          <a:p>
            <a:endParaRPr lang="en-US" sz="3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20140" y="698268"/>
            <a:ext cx="3899077" cy="570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6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Kernel</a:t>
            </a:r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data:image/png;base64,iVBORw0KGgoAAAANSUhEUgAAA9MAAAOHCAYAAAAkEhCkAAAAAXNSR0IArs4c6QAAAARnQU1BAACxjwv8YQUAAAAJcEhZcwAADsMAAA7DAcdvqGQAAP+lSURBVHhe7P1/kPT4fR/4ved5Vvwl2iUuH3plUl5wPA+PJ2jlRZzINGMG11S1b3ThCc3KXp4rdtUd9tzcZOycugKqKnsdnbsquHI6mzqxy6B0mpjbMftcwcZOMUVgRR+n3LlttXnho3JO1WuuoOLtzA2xtmjvI3JFybIoWTvP5A8AjR+NBr7oQc/0zPN+VXXV83R/B/gC3y/Q+PT38wV27ty5c44K7t27h3/wD/5B9u0lH3nqL+LPP/lB/PEf/kH2o0If/ehP4D/+j9vpN7/2XwPu30m/9+zfBP7SfuqtX/7lX8Z3vvOd1HuiHnvHO/Ejf+bH8N1/fpL9KOXuT38KX8SPAQAefuArAADpj76L59/1j/FnHv9jfOtb78Hf/btPZP4q8Oyz/wleeeWV7NtEtKb3vve98DwP//Jf/svsR7luP/ZD+N/8Zybe/Z73pN7/wR/+If7Jf/8N4F1/Ct/xXsW/+B9eS30eOa90trxG7v1XePnP/x387P9lnv2EttEnfx5/64mv4Bf+n8XfV9fFn/7Tfxof+9jH8Hu/93vZj1I++clP4kt/9+9m317yUx/9N/iRHz7DP/qNdy/ee/Y/4fdvZdIn8IUfeQ0/9+r3s5/UZu/p/yXuff8fYuBnP6Hr4rF3vBPf/f0/wvz+r2U/wmM/9EP4Pw3/73BfehH/4p+dZj+u3e3HHsN/+gv/JX6+87/KfkS0Mbeyb9Th9mM/hB/7c1LlQFrUe3/0z2bfurC3/80f46233sJj73hn9qOUf/s9O/j41/42Pv61v42/8vd8/JW/5+PH/l//Gv+Pv/cXMfzbH8c//NrTeOLP/mju64d/+IeziyOiNd26dQu3bt0SDqQjD77zz7Jv4d3veQ/ecXaGf/m6hzdPvpX9+Ob7B38H/91f+S/wnynZD2grveLimz/51/Af7GY/uJ5+//d/H3/0R3+Exx57LPtRyjvf+U488aM/Wvp64/eexD/9zm7qvXe+s/i7nXL4r+H/96H/OfQfyX5Qkx95Gv/7D/02/gED6Wvt7X/zx3j88cfxrvcsX+O+/Sd/Autv9fCJv6rhE39Vw+2SY/yizt5+G4/90A9l3ybaqJ1NjEz/2J//KH7yJ34cP/hX1X/N/OhHfwJP/9S91Hs/+hsv4Yn/7v+Weu+Nf/f/iN/96L+beu//c/RFfO93/nnqvSre+Z734l3v/RH83oPVy/j4xz+efauSb3zjG9m3iGgNP/zDP4xvf/vbOD0V/7X7mb/2NyDd/Sj842/hz3zwzy1GqH/j67+GX/tv/t/Z4ktu7Mg00RX70R/9UciyjD/4g9U/wvP7l2g7vfM978X/+MZ38Pprv5H9aOGv/uz/Gj/z6c9sPNj9ox/8IZ7/3/6H2beJNqb2YHrn1i18ovnv4/af/Ku1rjw/+tGfwF/6X/y11Hvv+/9+cSmYfus/+D/jwW46mP6HzvBCwTQA7Lz7fcAf/z7OH55lPyKiLfK+970P/+gf/SM8fPgw+9FKH/63fhz/0098El/5r78IAPjh974XAPCvfu93MyXzrXFKIyJBzWYTf/AHf1DpmCai7bDz7vdh9o9+FWdv/0n2I6IbrfZg+gN/9sfwF/9nfwl//K/eyn50Lbz7T/0IHnvHu/CvvlctdZSILs+73vUufO9738Nv/uZvZj8iomtqd3cXH/7wh/Gv//W/zn5ERFvu3X/qR/DN3/wt/PP/8RGcKkWPtFrnTL/jXe/G3Y8+hX/zr4tvIrLNfvAHv4f3/un3lc6dJqKr8dhjj2FnZwfHx8fZj4joGvN9H+94xztK504T0fb5wR/8HvY+8m/nzp0musl2/sbf+BuVRqYB5I5M/8j7/wx+8n/yU3jnrbfx9r/54+zH18rtH3oHzm69C+9+x6215n0T0Wa84x3vwPn5Ob75zW/i93//97MfE9E19973vhdPP/00bt26hT/+4+t9LUH0qImun1979b/Hd//lb2c/JrqRKqd5R+7dC24StnPrFt75w+/DOYAf/P53cX5T5jrt7ODdf+r92Ll162ZtF9E19fDhQ3z/+9/Hb/zGb+BP/oRzsohuqlu3bkFRFHzgAx/A7du3cc6bFRBdH+H1863bt/HHf/AWr5/pxltrZBoA7t+/n/r/gwcPUv8nIiIiIiIiuqnWGpm+d+8eg2kiIiIiIiJ6ZNV6AzIiIiIiIiKiRwGDaSIiIiIiIqKKGEwTERERERERVcRgmoiIiIiIiKgiBtMXJBsO5o4BOfvBBlzmuuh6Yd8gIiIiIrpcNySY1mDN53CM5VBCs+aYzy1o2Q/qcjLFbHoCL/t+gmY5mM/nwesiAY/AujZKNuDM57AyO3MzgVzQptl1rUM2Evs/8crrL9fWVfeNR52swUgd5xYMLd2/ZFmD5STLOLAyZS5PfcdXTIPlXPAcJ+C89QzOXn0eb7/6PN5++RmcJ1cmN3D26vM4ayXeA3D+hefw9qvPpcsSERERXdANCaZdTGaA1NjPXMTJ2JMAzCZwU+/Xx3OH6A4Llq5ZMFVg3FagKAqU1nDtgKd0XZTLG7aCfd+fAfAXbdEartMSMgxn+wLx4r6xnXW+OWQYB01g0gv6maKgPQIapp0IVjUc2CYkf4p+dC7ojQDTviHtIsNwTKhS9v2atZ7Bmfk4bn3mBTz29Au4/SJw9lJxkHz+uedwpgK3P/NF7KxzyBMRERGtcEOCacCdzABpF3eTb8r7aEjAbLIqyFhBlhdBuaxp0DQN8tLFmgxZjl7Zz7J8nFzoIq7KuujGqL0fUi6h/VzEw7DbxdCND3LP7WI0A9RmPPR7Om6j1R1iUcxzcTj2c34EvH40y4YuzTAe+9mPavQEzj97FztjdxEU7zhfx+03HsfDn3kiWxiIAmmdgTQRERFtxo0JpnF8Ch8qEteuwN1dSJghGUvLmgHHiVJ9HVhLo0IyjIGNgaHBcOawzQ46HRO2nU4V1ywbth2+BstpjYvUYlMFoMJcSvMORgvnS3mWy6OIxeuK0jXDFMuV2wXIhgUnkYaqGdaGUuBlaMl1zedwLC1d76WU1+W02ED5dl2cyD4MysznNnQJkHQ7rnumDcv7mEhb1NEPReos3g+vJdlItGlOPxTcz+XLKeNiWCET4sJTJ2o7vgSOZQDHpzOM210cZd7Puth2fQAPnwRw8mbivTeBbwPnux9IvBcIAunHsdNnIE1ERESbcXOCae8IUz89EqQ1VcA/xfHiDQu2qcMftYM0y/YUkp5MxYxJege7ozYUpYVWS4HSPkylirvdMJ1zxUhMOrV4hn6Y/hmneXsYBkNX6Yt27QC65GN6FF/9la0LANROE5NeVA5Q9QHSsaAFW5cwXaSYnqKjq4kCNdL20cQEvWib231MJRN2MoAbmFD9EdpRmd4EaO4vBfal21Wj4nW56CoKFKWNsQ/447APKQqUbqJniPSxCm1xsX4oUmfxfnjtaBbmtg5EbaEo6E32sJ/tZGX7ucJyInI4vaM4K0bGfkOCPz1ae+pHvhqPr9JjOeANu6jwW8F65DvZdwKnbwEfvoPz5HvNZ4JAevwl3HaSHxARERHV5+YE0/BwNPUBaW8x8rsnIXGhKsPoqMCsj26UZ+kN0Rv7UDs5IyX+FIeJtE14G7hSdCeYZUbTtaYKzEaVL0z96eEifdQ7msKHhN1Fznuw7f64Fy833PZ1qGY8SjWfz2HrmYmS4fzdxSZ4biZgu4tdCfBPj9NlusOlue3F21Wvi69LpI9VbItr1g+3R05bIJhbnju1fOV+rrCc8AZ98/kctilh1m8j+TtLlmbZ0DFGr/adXOPxVXosb6dz9S523gDO9U+kg2wiIiKiGt2gYDq8GJQa2JcRzpdOjqzFF5ipvznxl+daIxmEb1Jw47Q40NLQLB3NyucnJ2V7J0iHZuG2ZyZueycrArgSs344ShW+lkdFZRiWk0oNDdLdIy4mMz9MO3bgWEEK6tIPGqXbVa+Lr0ukj1Vri+vWD7dHsJ9Ft2H1fq6wHG+IVnRM9KeQCm4uJhsOTHWG/iJTJUy3T/5AJemwF8dQlekYdR5fZcdymTq3S9zO+Eu4/bNfxQ7u4uwLT2U/JiIiIqrFjQqmg4vBYGRF3m9A8qfIZqmm5o1WvjCsn3s4XvwAIBsdqP4YhwLX7dtLhuHY0KUpRlEasxKlu8fcbguK0ka/P8UUEnTTXkodva62rY+JuHn98Gp5bpBtkHdzMdlwYOs++u1uYqTYw7CV+YHKH8dp2kqybLl6ji+xY7lYjdvlfTf7TmD3ceDb38VO8r2TNwG8htv9Y0D91NKjsoiIiIjqcLOC6WiEranhbjD8lxhtOsapvzyqWvmCrm7eEaa+hMa+tqH5k1hsu7SXvqyX9zbxHJtwJG+UuGvxynV5cN0hht1WcJG95amj5UT62GW2RQU190NZ4HbYdZXJF+zn5D0U1lPXcgJBIA2M293U8bEZFz2+qhzLl+F3cOsNAHvJO3c/AXwY2Dn9ncR7Cc6XcXsGnJvPMN2biIiIanfDgunoEVkddJbSVIMbLammheRNbWXNgGVUu8RMWqSWa+HjibIFSgX1knSz9IZP668rWscgvqOvbGCQnetciyj4iOehy5qVWZcGwzIS7RDciCl1s7it5eHEz3umefBZeR/bTFsU942iOkfE+2EZzZrDtu2cO4TH6iqzWnRjNRNWojFkzUC1w11kOdn+HHw+0NM/SsSBdGvDc9Gz9Vn3+BI5liNBv4umy9zdyKPa3sTOi8c417XFc6XPW5/A2ZNv4dbXknf4Ttv5OaZ7ExER0WbcuGAa7gQzSVp6JFbwWRft/imagzgFd9AEJkfZghWEN49qmOHjida58HcnmAHlN3y6yLrcLtrh387nc8wHuxhVStcU5WHY62OWmBc5aJ6il1qXi6MJEu1go+GP0V7MH61X+jFlEnQ7WO+q+axl3MMxZkjM+0y2g0gf20RblPSNwjovCgn2Q0HZueN56iqTy+1CaY+BTpx2P2ieoPLhXrqcqD/Hj6KyzQb8cRutxY7UcKBLqf4Xv5bnDXvDVuLO/1XVdXyJHMuB6BFtZjgn2rTt5ceLXXi7wpHm8Vt4+NLzePvV53H2WZFnSDPdm4iIiDZj586dO5Wz3+7du4f79++n3nvw4EHq/1SFBmtuAn2l8O6/dZMNB3ZjusZFNtVtO9riavohEREREdF1dPNGpq+hy7nhUyb1Uw5Gyi46N5bWsZ1tcTn9kIiIiIjoZmAwfZU0K0gJ1YFxb9Mjki6OJrvoRKmfdgcY9zfwjFsqt2Vtcan9kIiIiIjoZmCaNxEREREREVFFHJkmIiIiIiIiqojBNBEREREREVFFDKYvwXue/VX85V/+ebwn+wERERERERFdSzcmmH7Ps7+Kv/yVX8Kd7AeX5ad/afX633gFv/tPTvCH2feviGbFz8OdOwYKn7asWbnPwa1TpfpcMVmz4CzqamHNR1XHZCNYXt52yxosJ3pWsAMrs7LF87NTL2etOols12WW2Ta113lVu8sajNTxYMFY3PZ9WdGxI1LnbStDREREdJ3cmGB6m/3hf/uL+NaXvpJ9+2poFkwVGLcVKIoCZa3nGsswnDmcOq6Ga6nPJZENDEwJ034biqKgPQJ0e73gNSDDGOiQsm8DwTOfbRPStI+2okBRepjgYHld/jj8PHq1UPmm4CLbdZllhNXYD4vUWmcUtLsM46AJTHqL9myPgIZpw8r7Navo2BGp87aVISIiIrpmGExvlIz37EWv7GdXycdJ1YBrowrqI8uL0TZZ06BpGuQrugDXDnRIsxGGblBZzz3E2JfQ2F+zQtoBdL+P/iz7AaBZJlR/jN7QDQMkD+6wWz1QFiCyXZdZZtvUXueV7e5h2O0u1gMAntvFaAaozbxoGiuPHZE6b1sZIiIiouvmkQum3/PsL+Hpr3wTf/kr38Rf/sqv4qPPZi/mZNxJlfkmnv6FTy/Nd04t55d/CXeezBQAcOcX/j7+wi+Gr89l50x/Gh/9yjfx0Z/+ND76y0X1yVnXswUp5SssUoJNFYAKc1VqqJFOxdRSPwJosOZzzOc2dAmQdDtOMc0dOltNrD4yjIGNgaHBcOawzQ46HRO2nU47T9V5KR06qLPjhGUcC8aifJWRMRl7EuCfHife83A09SE19uM6a9bycvPegwbLlDA+dJNvhsJ1TY9qGKWXoaX2zxyOpaX2cfl2XWYZEeL9sLhviBCsc14b571X2O5iyo8dkTpvWxkiIiKi6+eRCqbf8+yv4i98+sP43Z//Sdz/9E/i/s+/gnd9+u/j6WQA+9P/Ht6PCV7/dFTmb+J3P/hf4C/8wqdXL+fzp/jQp/+deBmh7/6t4PN/+hU/+9HC+55p4nufj8oB7/v0/xVPJgPYn/4loXWV8YatIBW0PwMwQz9KC06khsqGA1uXMI3SRnun6OhqYikuuooCRWlj7AP+OEjZVBQFSrdacCBSn4ikd7A7akNRWmi1FCjtQ0RrW6pzewpJt5dTf6eHaCl9zCQV+u4ELaWNsS9BPxD9EeAudiXAP/HieeR5UYDbRXsM6IuAX4NlqvDHvdSosmaZkDLvxaJ13U3NmXaMnLpKOuxFMOXAylZK20cTE/Si/dvuYyqZsBdBp8h2XWYZEWL9ULhvFBKscy3tvkwOU7lnk3i7yo8dkTpvWxkiIiKi6+cRCqZl3PkpCT/4yv8Bb5yEb538Il7/io93/9S/F48ah/ObFzcLO/kK3vjyrwE/1QxHglcvZx0/+Cf/Fb4bLucP//Er+AEkvHsxmVLGk8/8O7Wtq5iM/YaUvvj3huiNN7GuivwpDhOpr/AW4f/KOmdHvPwTD8AxTheb4+HkQpsmYfGbh7SLu4lPvGEPY1+FaRkwHBPqrI9WOqKCqc4wKomo1E4Tk14cCEI304HgyRTjcA6qoihoj3yo2fm17hDdRao4AM/FMMgbXnFTudXbFbvMMusS7xvVrK5zXe2+uDnZfA7blDDrt1Hxt6qM1XWObVsZIiIiou33CAXT/xbe/SHgj95IX8j+4RvfBj60m0jBlvHkL/xqKs37L3eTI8EFy1lDajknJ/ij5Ic1r6tYYvQowbtYxFmL1enOBXUuuEhPpZtKe9UDK7ebvtGXf4pkAivgYdjqY6bq0KUZ+qlIKBixnPW7i9H1VfzpIRa/IeQEgp47XJpf258BaieTKm85qTTvID04R+l2XXKZC1mvbxQqrXM97Q5viFb0A0l/CsmsOpqeUFrnLSxDREREdE08QsG0CBlP/vLfxwc/+Ap+O0qr/vRP4r71a9mC9MgJRrWlPcGgRmsiCFklpP4kfF/tOHCc4GWqACQdA8dJjSpnA0GgfCTv+DQZLMowHBu6NMUoSnVepAcv/kJguy6zzLapWOca2j3Jc5d/RCknUudtK0NERER0/TxCwfT/gB/8NvCuJ9MXdO958sPAb5+Gad3BSPDvfvkXF6nXizILBcup3WWuK/+CV95bfoDP9iioc+0jXkFauLSbDGXDVOKlkfNovmw7M48WwPEh+v0++qMRRuFr7APwZ5iORjg8BgAXk9nydgHlI3l3d5PbHozOzkbDeIR7qU1Ftusyy9Slrr5Rpc4Xbfe6iNR528oQERERXT+PUDDt4bv/xMe7kzf42vt5fOTTEn7wT/6bMJgOgtf3fTy+8/Z7fvqX8JFPp4OPN778a7nLWeUP//Er+MGHPok7Px0+JitbYKXEun46DApK1rU+D8PRDJI+iO8+LBsY6HnrCi+OK42WbUJ4R+CcOm/iIt09HMNXOzDCuyfJ2gF0ycf0KLkmOTVfdjGPNrrTsufBdd3UK8ikP8WR6y6mg7uTGST9IL5R09J2aTAsI3UjJ1mz0FGD4DkoEwSUajNO+5Y1a6lNRbbrMsuIK+qH9fUNsTrX0e55bbq5Om9bGSIiIqLr5oYF0/8O7ibnOkePtgrv1v2HX/r38U+/8m287xfDz37xk/ijr/yHePVL0QWdhzc+/zfxux98Fn8h/NuPfPwUr2fTvP/b/zS9nM/t4re/UpAKfvKLeP0r38b7uuFjshJ3Bi8Vrav79+N1ZetTF7eL9thHww7n1g52MRovPQwXCC+OZ0jcSXpVnuqGecNWus52A/64nb7xU128IXp9Hw0zeBST3QHG7cT8TwCaZWfmy4bzaCUdgyrzXt0u2n2gs3K7XBxNdtEZxHOh7Q4wTd2sysOwF6w7aqdB8xS97AOOBbbrUstUUNQPa+sbAnWup91dHE2A5iB89NV8DtvcXJ23rgwRERHRNbNz586d8+ybZe7du4f79++n3nvw4EHq/7Q573n2V/EXfuoV/NP/3S/Gdx0nIiIiIiKiS3PDRqZvok/jyV/4edxZpJR/Gn8ulZpOREREREREl43B9Nb7Cr77jV186HNRavpnga/8Tby+SE0nIiIiIiKiy8Y0byIiIiIiIqKKODJNREREREREVBGDaSIiIiIiIqKKGExfgvPPPYe3X26gcj49ERERERERbaXLmTMtN3D2AnDrZ6fYaTVw9tnw31XLFDj/3HM409/C7ae/LPw3tWo9g7dN5K7/vNXAw73v4vbnX8t8cjXOv/AcztTHg/+88eu4XbSfC7arLpXqc5Vaz+Bt82723cDsq3js514L+2G4LQk74y/h9uffxPkXnseZmv00IVyOiLJ1UUVyA2cvfQzneX1QfgpnL3wK508CwFvYGbtL+/i89QwemneDH83eOMbt57+Mncx9Aq9jGSIiIiLKdykj0+c/8xGcf/u72AFwvhf/u2qZ62rHmW5NII3WMzhTgdufeQGPPf0CHssGDUKewPnLz+Psc09kP6iulvpcpmPcfjqsa/IVBsA7n/9i8P/+MYC3FtsVBV47P5f4m8/8OnYSZZLLEVG2rpuvxn6IJ3D+wsdWZI88hbOXPgW88tWw7V3cwidwLieKyA08NB/Hrf6XgjZ4ETh76bnrX4aIiIiIVrqUYBq7j2Pn9HcAPAF88nHsTHICBpEy184TOJejV/azq/QWsFWjTwX1kZ9YBDjnraeC11btS7oRWp/A2be/ituz7AfA+Rc+hfM3fh23Pv9a+EPPm9j5fHoE9/yvfwzns29gxwl/NHG+jttvPI6HPxMH+texDBERERGttrlgWm7g7OXngpcKnOsazl7WcPYkcG4+h7OXn8G5SJnsci/o/HPP4OzV5/H2q8/j7VefyxnVeiJT5nmcfeGppXqkyrz8DM73MgUAnH/hWZy9FL5eyM6Zfgpnrz6Ps9ZTOHu5qD456/rcM3j71Wr75vxzzwV/b94FcDexvHS9ltaV2q6gzm+/+mzQRvqzi3309heeShYsJVafJ3D+wrN4+LmnghFI8+N4+NlP4eyl9LYXt2m4n18Oy4T7Lyh/00fhRLd9zT6f0w/PW43S/lyurD719cPAUzgzH8ftX8n7Ae8J4MPAziu/VZAxEZY5/Z3Ee28Cr7yF80/+eFjv61iGiIiIiIpsLpj2fgu3XvwGbr3yVpAa2/8Gbr0SzsvrfwO3Xvy6WJkaRXNMb0VptZ95HdCfTV/wt34cD/Et3Fqk4n4Vtz78KZwlLtKXlvP89/BQX55LG6X03h6/lf1o4fyzH8Wt56NywQ8KqQCv9YzQusqkU4ITqcqJtOry7Xot/Lsv4fYbwdzcx9ZIT4ZgfSLn+sfx8MUv4bGnv4jbP/sCHvvM11fXOa9NAeCVr+P201/FzpN3cbb7Ldx++ku4/cbjOPvr6wRf10zZtgv0eaF+2HoGZ+bHgBfDfhG1RStdrFRpferrh0Aw8oyxu2Ku8Afw8EkAJx/I/EiQ7DdRmTeDefWvPpPzI811LENERERERTYXTONN7DivAXgcmH0r/DeAbwf/3nHexI5QmbqE6ePJi2ZvilvjzEhMOL95sV7vNey8eAyoH41HdFYsZx07r3x9sZydr72OHTyOhx+JPn0C55+9W9u6itW7XbV643XcClNRAQBe9O/VdV4aXTt5E8Dv4NYb0RtvAt9OFhCVGEVfvLZ8hLts2wX6fHk/DMpg9lXcjtoqaovPZrMySpTWp0atZ3CmHuNWyTzz5I9ewY8En1r+wWYhcVO4J9+f/CDhOpYhIiIioqTNBdPhXOFoLvS5HAY+0b9Fy9QmMRKTsHPyVubi8Yng7tLJYCl1B+eC5awjuRzvu8lP6l9XoctcVzWrU2wL6lwQEKRSWz98p2KAlncDsi+uGNXcPvnbXkefD8qk04bL2yJfWX3q8hTOzLvY6ZffqT75o9fKH2wAwPlyuj+88b1MgWtahoiIiIiWbCyYXswVVoM5jWcvxfMbz17ScC4/JVAmu9RNewLnLz+Lsw+/HqezPh2lIhPdRPX2+dT85bWC4HrrU6gVjHSffza8b0N47wY8+TE8fPm5dHp65ocEIDmCG4767xX9AHgdyxARERFRkY0F07efjh79E47k9Y+DZwgvRvLCeY+FZbJLvYj8i8fzvccTIzHh6NqL09S6z/eSz/ItWE7tbuq66lJQZ46uCaqrzwdldvrZUfsX8FilZ5SL1Kcmr38dt/tfxe0XvxHcu+HFb+D2G8E9G269+A3ceh0AXsOt2fK2A8kR3CBt/nz3A4kPwyybRVbFdSxTnUhGUV1liIiIiK7axoJpIHx29Oxb2IkuhnOeHS1Sph7hnWqTN/iSG3ioJy8eg4DgvBnP8TxvPYOHevJC/k3svHicu5xVdr72Onae/AjQCh+TlS2wUmJdrfDismRd66uyXeGFeF6a66USaVMqVrHPr+yHYRkzfSOr81Yjc7OuMiL1iVywH3rBPRuSr2Au+fcA57VFML8zOca5nniudE4f2/mVX8eO+vHF/jlvfQJnT76FW1+LR7SvY5kqzr/wPM5eerbwjup1lSEiIiLaBhsNpoWeHS1SRljezaGeX9woaOfzX8Tt8Vt4+FL42UsfAcZfwu3FzYfexM7zX8XOhz+2WM7D5vdwK5ti6nw5vZwX3o9b44I01HCO5UMzTGWvcpEYrcsM02dfeP9yfepSYbt2fuXXsYN4P13VhW95m16u9CO/HsdZWK/VN6taXz3rqtjni/qh82Xc7n8PD1+Ij72HTeDW16oc04L1CV1KP3S+jNt9FPcxb4pb/Xj/nH0WuP2ZTHbNdSyzhuy8+Tx1lSEiIiK6Sjt37typPKhz79493L9/P/XegwcPUv+nzTn/3HM4++TruJ3zGCmiy8J+SERERESPss2OTFMNnsL5FxqJFNOnllJMiTaP/ZCIiIiIKIkj09fAeesZPPzsXZw/CQBvYWf8DdxKPoeX6BKwHxIRERERxRhMExEREREREVXENG8iIiIiIiKiihhMExEREREREVXEYLqAbDiYOwYSj80lura2rT9vW33o4m5qm97U7SIiIqKLuRnBtGzAmc9hadm3L3gBdDLFbHqCCz52tRay4WCe3cBaabDmc8xzXxbiNcvQLCf+zLFg5Oxg2bDgLP7egZVbSIPllJS5sGC7Nrrrrou1+/OG9uHa9REkazCyfVXbRB9bQbMyx05g88fyZqSP+xXn1U236VW5qdtFREREF3IzgukN8dwhukM3+/Y1JsNw5nByg1YXXUWBknq1MfYBzCaI9oJm2TBVH/12UKY9OkXDdlIBtWw4sHVgGpZR2lNIup0JxjRYtglp2kdbUaAoPUxwkBuYUz22rT9vtj4yjIMmMOkt+nN7BDTMbD8kIZoFUwXG0THdGuYGlptt07oVnQ/Trtd2ERER0WVhMJ1LhixHr+xnjxB5Hw3Jx/hwEUqjqQL++BBueCXtuUP0xoB+EEUoMvYbEjCbYBhdbXtDjGaA2oyjGM0yofpj9IZueFHuwR1247+hGm1bf66pPrK8GB2VNQ2apiWW52HY7WIYdVQAnttd6odUhY+TlcdnTW0qorDd63aJ20VERETXzqMVTMsaLKc87VOzbNh2+Bpk0xmjlNfyFOVUqrNjQTPy0z4vJqiP44TrciwYi/VGI8ZRCrcNXQIk3Y73QcEwnXagQ/KnOMpcQPt5V9TSXn7aZy4ZexLgT49yR7diMrRUuvgcjqVVWE/CXll7la1LtN0veTlG2XLK+nMFhfvwsusjwxjYGBgaDGcO2+yg0zFh23UfX+LnjaXjfS9bokaykdjP2b4RFSmaaiHWD2Uj3G5TBaDCXGxfut1E2nRp/6TOh3lTCfLeE2l3sWNH5HxYebuW9qHYfiYiIqLr6REKpmUYAxOqPwrTihUovQnQ3F+6+Ha7YVro2M98ElM7TUx6UTlA1QfpFGXNgq1Lcapz7xQdXU0UqMYb9tDuFqQZTg/RUvqYSSr03QlaShtjXwpHjKMU7iBt2x+341TulcsMR6FzAl5pr+hC0MMwGP5b7A9ZM9BRkyPcd7ErAf7J3dQFpmNkWkLbRxMT9KK6tvuYSibsgh8AVlH1Dk7D9orSzlPpnYLrKm/3S15O2XYJ9mcRIusSKVNXfQBA0jvYHbWhKC20WgqU9uFiSkKWHKYqzyarSuQRO28EUxvEjvfSY7mMZmFu68AoPo57kz3sJyq0VJ8VbVHWD71hK/j7/gzADP1oH2TSvEvbtObzYWG7lx474ufDsu2qaz8TERHR9fQIBdNhAHd6HF8Eei6G3eHKi+8i/jSR6nw0hQ8Ju3ejT2UYHRX+uJdKde6tuCAT4y0FtUnBaPExTher8HBygdXJRgcqZhil8q5dTGaApB8gGpiTNQMDXQKkXSw23+2iPQYadhAo22YDfj+xL0LJC0ylPQV0M30RGs5TTLVXGKhXDafz2kJq7McjTYLrKm73K1hO2XbVSGRdImVq5U9xmEjlhpfpZOHNCYN+KGHWb6NaHCty3gimNuRte77iY7lYcG7BrI9uKoV9iHhK7+r6ZNuitB/WYgPnw6J2Fzx2Lm7b9jMRERFdtkcomHYxmflhSp8DxwpSNde9yE+lOnsnSF8WRiOv6Utm7yLRbQX+6XH8n0rp15F43nM27nC7bfRnEswwUB40gdHYB/xTRGvVLAd24xSjxWjNCDCXR2uSF5j5F6EyDMtJpWsG6aZpmpX4fL6cgopse0VtkfwBQHBdxe2Oq11O7naJqWcfipURIVIfID9zIsUbohWOOrb7U0g5/bB4XSLnjcs83oN1FY+uF9SnqL1y+2EdCuqzpuJ2Fzt2Lq5gu65kPxMREdFle4SCacDttqAobfT7U0whQTftpbRZQnjjsVUX7F64H4MApdUdArtS4nMNTVXCbDRMBMouDpcC5eWLUACJi1AZhmNDl6ZxUL5IN02LUjEXrxV3Gl5NfF3Ftm054i6+D+u1ifoEN8tb7odl6+J54zq5/GOHiIiIHl03I5iu9Eu/B9cdYthtBfPgak/9wyLdOju3WN5LBp3bK7jx2BiLKc6FVs+tXrIIlMN08by514sR7nAELhmUX2AfZtcl70kbWNflL6d4u+olsi6RMtdT0XnjMo/3YF3FdyQvqM+VtEVBfYrIeygpkUP82Lm4gu26kv1MREREl+1mBNNhcKZ2EumZsoYDXUoEeRoMy1jM9V2kMhdc9HhHU/hSA/ta+GiUbIGVgptwSfogvuuvHM4tvlLBPOrsyFxaSXCsGbAWO1EOHnGVmlsdt0VcLGiLZNq4O5ml5l5H+ydebxQ0xG0qa9ba+1BK3vAnXNdsFI1A1rWuy19O3natarv1+3Mgb13xPlxdZlP1KZY93uP5/avqky+7nLzzRuJ4z2x7/aIb/JmJ4zDYtvj+fR6Opn5ufapte3X5bSpyPgz7/OIcLkM7aKwRTIsfO2Lnw8Cq7bqq/UxERETb4YYE0+FcXr8BO5ojZ3eAcRutRJB3NAGag2genY2GP0a7KH00nMfbMMNHo1RJ7XS7aId/O5/PMR/sYrQFqYbu4Rgz6PF+ymxTcOMxH9Ps87Ai7hEmzcFiH3YwRr/dTc2tjtoimlc9tzuQZv30HYzdLtp9oLMo04Cfai8Pw14fMymu66B5it6a+3A2HmE3avtwXXF16lrX5S8nb7vifZhxkf68Yl3Zm3nlldlUfYpFx3v8SCvbLKlPLsHzRnS8R/15sIvReLm9auF2obTHQCd+pNOgeYKjRFt4w2AEfVGfsraoy6o2LT0fehj2Eucm5wB7hyNU34Pixw4EzocLK7bryvYzERERbYWdO3funGffLHPv3j3cv38/9d6DBw9S/6dlsuHAbkyXL8SJKtNgzU2grywFtFdj2+pD247nQyIiIrrubszI9PbJpIcupZ0TET0qeD4kIiKim4fB9Ma4OJrsorNIee0A4z56TP8jokcOz4dERER08zDNm4iIiIiIiKgijkwTERERERERVcRgmoiIiIiIiKgiBtMXJBsO5k7i+dZEVJttO762rT50vbD/EBER3Sw3IpjWrOgZsCteq54dWoeTKWbTk624I61sOELbqlnxs3dLL+w0C/O5hfKlXgUNVratF69kneXMNlswcjZaNiw4i793YOUW0mA5JWUuLNgugaa8+dY+vja0D9eujyBZg5Htq4tbYF+CFce76LlFxE07/1TaLZvuP0RERHSpbkQw7XYVKEr4ao/hw8e4nXhvgw++9dwhusPNLb92mgVTRbx/1nrGqwzDmcPZSCCZVbQuF92ojRevNsY+gNkEUatolg1T9dEPt7k9OkXDdlIBtWw4sHVgGu2X9hSSbmculDVYtglp2kdbUaAoPUxwkBuYUz227fjabH1kGAdNYNJb9Of2CGiY2X54jV2780+9Ntt/iIiI6LLdiGC6EllejITImgZN0yCvdU0mQ5ajV/azbefjpPoV7PUg76Mh+RgfLkJpNFXAHx/CDbfZc4fojQH9IIpQZOw3JGA2weJJPd4QoxmgNuMoRrNMqP4YvaEbBgAe3GE3/huq0bYdXzXVp/D842HY7WIYdVQAnttd6ofX3w0+/6xUU/8hIiKirfKIBdMyjIGNgaHBcOawzQ46HRO2HaURBiMey+mMyyMhmmXDtsPXIJuqGKX/lacEp1KLHQuasZm0RtkIUytNFYAKc0Wa5VJ99hIfLtKqbegSIOl2nK65tM+KBMtxnHBdjgVjsd5oxHi9dWkHOiR/iqPMxbqfd/Uu7RWnmKbI2JMAf3pUMpImQ0uli8/hWFqF9STslfWfsnWJ9sNLXo5Rtpyy46uCwn142fUpO//USNZgOeXp4sXHe3226/wjsn/yUrjz3ivrY4Hi/iNyPoTA8RWWyu7DnO8UWTPglNSZiIiIyj1iwXRA0jvYHbWhKC20WgqU9mGYEuxhGAwDpS9utQPoko9pIkKLUsvbYz9ZMkXtNDHpReUAVR+kU4I1C7YuxanFvVN0dDVRoBpv2EN7RUq7N2wF6+jPAMzQj9KiE2mWQapzUX2itOogldoft+P06hXrLTQ9REvpYyap0HcnaCltjH0pHDFeZ13hKHROwCvtFV0sxu0etY+sGeioyRHuu9iVAP/kburC2TEyV9baPpqYoBfVtd3HVDJhL12Bl1P1Dk7D/hOlnadSWwXXVd4PL3k5ZdsleHyJEFmXSJm66oPC888yOUyLnk1WlcgjwxiYUP1ROB1BgdKbAM39dEBVerzHis4tIrbr/CO2f0TV1n8Kz4eCx5fId4pmwTZ1+KNw/+VOaSEiIiIRj2QwDX+Kw0QqJbzEv90JZlCRzKrUmiowG1VO5/WnidTioyl8SNi9G30qw+io8Me9VGpxr+hiq5S3FESKC1Kd661PsWC0+Bini1V4OLnA6mSjAxUzjFIN5WIyAyT9ANHAk6wZGOgSIO1i0RxuF+0x0LCDQNk2G/D7iX0RSgaUSnsK6Gb6wjmcE7n4M8/N/4FGQF5bSI39eCRKcF3F/fAKllO2XTUSWZdImVoVnX8AQDYWI4u2KWHWb6NSrBj98HN6nG6L7jARtFc93i9ybhFRtT4XIbJ/xOXVeZ3+U3o+LD2+RL5TgjKY9dFdHMxBGbWTHTEnIiKiMo9kMJ03chkLgq/4wiIY7aw2MhRIpRZ7J0hfFkYjnemaeBeJJi+k3vos3WG95K69/ulx/J9K6deReN5ztqXcbhv9mQQzDJQHTWA09gH/FNFaNcuB3TjFaHEDshFgLo8wJQPK/AtnGYblpFIxg9TWNJH9k9sWyR8ABNdV3A9xtcvJ3S4x9exDsTIiROqD0vNP0K9a4ehjuz+FlNMPi9flYjLzwzRoB44VpDCnl1Dv8X5xl1kfkf0jLrfOa/SfpPzzYdnxJbIP4x8SkuqoMxER0aPokQymy7iHY/hSA/tyONrpj7HI9iUhqTusK+vetbcCeR9BLJ3XUB7cbphmqihodYfArpT4XENTlTAbDROBsovDpUB5+UIVQOIiVIbh2NClaRyUK1Fqa9rF94/4uopt23LEXXwf1msT9QlulrfcD8vWFfT3Nvr9KaaQoJv2Urr9o+z67Z96j6/UfPOloJyIiIhEMZjO4x1h6kto7GtB6mHZSNJagnS+7FxeeS8Z5F2mbatPNcGNx0R/9Fg9t3rJIlAO08Xz5l4vRriDUZ9UUH6BfZhdl7wnbWBdl7+c4u2ql8i6RMpcTx5cd4hhtxXM1U2l22/b8X4V9SnaPznkPeTVJrfOtfcfkeNLZB8GZWb9zI8xigJF6S5l9RAREVExBtO5ghtSSbq5dOOxLO9oGoxia+FjT7IFVorWMYjvIiuHc3mvRKI+0UasrE8wly87WrYZIusqCY41A9biTr1y8Iir1NzqOLU/LqbhQE+njbuTWWrudbR/4vUGF6pqM065lTVrxT4sl9cWs1E0AlnXui5/OXnbtart1j++Annrivfh6jKbqk8xDYaV6IOI5/evqk++7HLCKRCpAK/K8X4ZqtRH5JxQRGT/hP15Md1HhnbQyA+mc+qc7WOR9fuPyPEl8p0SlFFNa6mfWdmbKRIREVEpBtOruBPMgPIbj4XzZhtm+NiTKqmCbhft8G/n8znmg12M1kzbq0VUn3Bu8Xywi9E4vz7u4Rgz6LCjNMEq211R2bqCG48V/OjhHmHSHIQpjTY6GKPfTo/CuN02+n5jMa96bncgzfrpOxi7XbT7QGdRpgF/3EYrvtsPhr0+ZlJc10HzFL0123Q2HmF3kF5XXJ261nX5y8nbrngfZlzk+FqxruzNvPLKbKo+xVwcTYDmIH5kk22W1CdXtJxwm+Y2Gv4Y7WzaeYXj/VJUqE/ZOaGYyP7xMOwl1uEcYO9wFHwnZOT1n2wfW1i7/wgeXyLfKW4X7f5pYvuD+0hMjlZVmoiIiFbZuXPnznn2zTL37t3D/fv3U+89ePAg9f/rT4M1N4G+svrCaANkw4HdmC5f+BJde1dzTK22bfUhqh+/U4iIiDaHI9MrXM6NxzLphmFqcbWUTiIiIvA7hYiI6JIxmM7SrCC9UgfGvU3/ku/iaLKLziJFsAOM++hVSukkIiICv1OIiIguGdO8iYiIiIiIiCriyDQRERERERFRRQymiYiIiIiIiCpiMH3DyIaDuRM/i3STLnNdRLQ523Ysb1t9tg33DxFdlW07/2xbfejRw2A6STbgRM8tnc8xnzuwDO16HaAnU8ymJxu+cVroMtd1WcIb0C2dmJf6RtQ/EqUWZSwknx4rG+Fzg5PPlJU1WM6K5WRFy83WSZCsWXHdHQtFq9ocDdZ8DmfFyoN9lN5vmxfUSfhRvzfZ2sfyhvbh2vURJGswrPh53nPHgrG4BfYFadbm+/Km9w9tXvRdE71qP4iuSnBOSH9XRq/kcSFDyx6DOYegbCS+v1Z9V1b5Pl3bhs5119Ha558N7cO16yNok98XIi7jO4UuhMF0jllfgaIoUNojnDZM2GsGMVfBc4foDi/yPC8ZhrM66Em6+Lq2j9ZUAd+HLzWwn7MLFn1DUdDuTyHpds6+UtFcnPVk7Dek9MfQYNkmpGkfbUWBovQwwUHuhQQgwxjoyC5BmGbBNiVM22GdR4BuOyvWtUnHOPUBafdu9oOYf4rj7HuFxPsqFdu2Y3mz9ZFhHDSBSS8+lkdAw7Trv8jbkM3unyp4DK7N7S76X3+W/XDbFbW7i264XfGrjbEPYDZB1Gs1y4ap+ugvvptO0ch8N8mGA1vH4vtLaQffuenjtMr3KdVhe84/gc3W5/p/X9DmMZgu4rkYtvqYSToOrvKgkeVFMC9rGjRNg7z0RSFDlqNX9rO6Xea6LpOMPQnwpyP4kFAU9yE8gffGPqTGfurHltlsBjWKpuV9NDDDzI8/1ywTqj9Gb+iGv6R6cIdd5D69RjuA7vfXvNiSYXRU+OPeYtmee4ixL6GR90vBRnk4SeyDrLu7EuAnflkW6vN0cdt2LNdUn8L+42HY7WLoxgec53YxmiE+bi+ZvGJjl9+vaf9cpsK22D7L+zyw6v1C12zbN0beR0PyMT5chNJoqoA/PkR0GAbfp4C+uNgKf4ieTeLvRm+4dJxW+j6lC9q2809N9Sk8Trfv+4K2D4PpUi4mOQeNrBlwitKKZA2WI5AWIhuJ9KQ5HCubVi7DGNgYGBoMZw7b7KDTMWHb6ZQPzbJh2+FrkB1JD1NrjKJUqCg1y4YuAZJux3XP/PxWvK5AcWpWlOpTVJ9Ybpr0JoRf+NOj/DYXNplgpjahAZD3G8B0gtPFh1HAfiSQkqTBMqXEBUhVdxHEqMk1BUFtPEIs0jcCxX2+vE2PT31A2gv6S5jiGDRpuE9Oo3Hpsj4v3leF7K2uc0CGlurP2eO0fNsDl7wcgTYVOZaFFO7Dy65PWf+pV+pc51jQ9rIlyo+dAztnlEOzYNsHFc7zodLvlLL6iBA9BsXaQqQ+ImVElH03ibZFeX3Etr1c2fEejBIvn/uKRo/zBG3qOOG6HAvGYr3RiLFou6dpBzokf4qjzJde+rspFH1HCBH9Pi3bhxUUnusgsK6az/N1LefSzs9l+/Cy61PXcSpAMC4Q+U6h7cJgWkAqCED4xWrq8EftFalHMoyBCdUfhWlHCpTeBGjupw9OzcLc1oFoOYqC3mQP+zlHsKR3sDtqQ1FaaLUUKO3DRboUALjdMP1kvHr4T9U7OO2l06XiL9ooNStIx/LHcZ2UbjqYK1tXkJoVpxYvryugdpqYhPVpjwFVH1xpapa831h84btBNF18MpUNDHQp54vcxWSmoqlp2G8A06Nk8nIU4N5NfVE4xvKaNMuElBhVrkzey00PX+rPpX1DpM8HitrUC6J43AUg7wU1S/5gkb2wWt3nxfuqiPJt30cTE/SidbT7mEom7MzGF207cAXLKdsugWNZlMi6RMrUVR8U9p9lsmbBVIHZZFWJfEvnut4pOrqaLlR67OT/eKc11VRaLET2j8h3Sml9RFQ7BgvbQqQ+ImUELLXXUj8UbIsK9SncdhGlx7uHYTBMlrm+OIAu+ZhmI9gy00O0lD5mkgp9d4KW0sbYl8IR42rtHghHoZe+JwFpr+gLP96uqHlkzUBHTY5wC36flu5DcaXnMcF11Xaer2s5Zdslcv4RJLIukTJ11QcVj9P1vi/E4oKlc1TedwptHQbTlQWps5j10V3kJwXpvmon+mUsPMGfHsdfHp6LYXeYODhzlhOmOuVO/fCnOEyUg5f9WiqXTPeN6pxNUb64IDVLZF3+NJHidTRdmVrtDVtot9sFX9Z1CFPKolTj41P4qbnPAdWMf92d2w34/TZaOdGuO5lB7XTQwPKv8ch8ASrtKaCbS8Grqc4wyln2JhS3V05fXerzgcI2PT5F8JUX7OvZeAxf2oOMu9iVfCwGpiM19HkRxdsOIJyPtVi75+ZevBZuO65gOWXbVSORdYmUqVVZ/0ncVNA2Jcz6bVQ7xaw+1yXLiBw7yz/eBQFI5Yu17LqQ/U7JKZNTn9qtbAuR+oiUEbG6vZL9sLwtKtZn5bYLEjne3Qlmme+r4AeAUeUfY4MfNYN7XASKp+iUkY0OVGS/y4IfLST9ANHAnKwFP05HP7gGxbpoj4GGHR2nDfj95R+YS79PRfahoLL+I7qu2s7zdS2nbLtqJLIukTK1KjtOL/x9IRYXrDpH0XZjMF1ZfEAkJUfdgi8KH5JuB7+SWkEqR/okECxH9GIp71fdqrIjf+k61yUvtTh/Xaky3kkYaOXzsie2usn7CKZnhe3hHWHqL49QxDcga6M/k6Ca6dS/BXeCmSQBK9ot+QW4/EWhwTJVzPrdlb+M1q24vUT6fKCwTb0T+JCwJ9/FrjTDZHgCX9rF3RUj6HX0eRHF247g4tlyUmlyc3P5l+LCbQeudjm521UfkXWJlBGhWYntnq++y31p//GGaIUjBO3+FJK5PPJRrOBctyB47GSDIa0JFTMIfj2ERL5TBOtTs9VtIVIfkTIiCtqrUltUq8/qbRclcryHI+qLYD77A8B6UttYKf06Es97ztbE7QbfoWYYKA+awGjsp25EqVkO7MYpRotMghGQc5wWf59CcB+KnVtK+4/gujZynq9rObnbJaaefShWRoRIfSBynAp8XxSvSzwuyN122moMpgUs3RwJmblCOScnt9sKAq7+FFNI0E17Ka2Gtoe834CUGnkO5oRlf72NeXC7fcygopN7AR6kw+WNWiPniwJA/EWhNaECUDsOHCd4mSoAScfAcXJTCXPlfrHm92cRZX2+3DFOfQm7+3uQ/FMch//f29+FBB95u+TqyTAcG7o0jS/oFAVK5TvCbdtyrq8otW/xag0r9+WsVTcTrEv5sZMOhpbSimtWXp/LJVIfkTL1EGuLy6mP+PHuHo4XT6GQjQ5Uf4y1b7dRl+yP1CleeJ0UbFOrOwR2kz+ramiqEmajYSJQdnGYc5wWfp9W2YcXPreIr6vYti1H3MX3Yb02UZ9V3xdl62JccHMxmC6V/YU3SH9KPiIpfmVHEj247hDDbiuY05EKzILlZEc+Nyk7P0kO7vpU8XFEZcJHINW5LlmDYVmLdLBNCALMcTyXZfGFI2H1tK7wi11fMTqdK0xvy1totH+OD9Hv99EfjTAKX2MfgD/DdDTCofBOzGuL7M2+Atn6pNurSp8vEt78rNGA5J/Ag4ejKdBoXKBv1KB428PRvuQFXVSmkstfTvF21UtkXSJlrpe84yvbFuLHThwMZb9zRIl8p4jX53KI1EekjIiC9sr0w+K2qKs+IsSP9yCbSkJjXwtSRctG2i5BcOMx0aB+9dzqJYtAWeD7tMo+FJBdF78vqhNZl0iZ66k8LsjddtpqDKaLyBoMJ3jsQvxlENwUQzXTwZ2sGbAWN73QYFhG4vNoPm7yRBDdXMOElViQrBnI3jujCu9oGlwEaOHjAhKfSckbU6y8eVYU8JSP0OSvy8PR1BdclxjtwISuqjA39nyyFV/i7gQzFD9GKpijtGp0Op87maXmii3tH8+D67qpV5Dlc4oj112ayrNa0MeSbSGvuClNcXuJ9Hkxx6c+JElaXJx6J8H/1xkpr9JXi+Rt+2wU/aIcBShxupasWcHcvkoufzl527XUx0P5x7K4vHXF+3B1mU3Vp1j2/BzP11xVn3zLx1e0XdkyQsdOFAwNgjmmRbF0/v4R+U6pUB8hFz0GReojUkZEhe+mwraoqz6x4+CgzvnBWPx4j/ujmXuOr5dIu6/4Xo1oRqKfysEjrlJzq+MMgbiYhgM9nTZe+n1aaR+Wy+s//L6oJm9dN//7Iruc1XFB3rbTdmMwnWOR6mt3sDvto51NC3G7aPdP0RzEKV6DJjA5WpzecTRB4nMbDX+cuxylPQY6cbrYoHmCxWLWEc4Xapjh4wISKSSz8Qi7UZ3sBvzxiptnHY4xgw47Sl9blYayYl3eMPjFLbppSNG6RLiTMXzfX2OkRpDWhIq8i4/wV++iC4bwuZeFZbLcLtp9oFPT/inkdlNtYXeAcbu1dAOX0r5R2uerSNxsLLwpWXakXJRwXy2Qt+3xjUU8DHvBs+ajdQyap+hVTpO7/OXkbdfKPrbiWBaVt67szVnyymyqPsWi83P8iBLbLKnPKpnjaz7YxWicaQvhYycM9iQpeP5u5tOUVftH5DtFuD5iLnwMitRHpIwA8e+mkraoqT4Rb9jDODF/OJ6LKX68Awh/AMZaNx6rqqzdgxuP5X2vhtwjTJqDcP/Z6GCMfjuTrdFto+83FvtlbncgzfpoJ08upd+nFfdhibzzGL8vqh3zeeu6+d8X4nFB6XcKbZ2dO3funGffLHPv3j3cv38/9d6DBw9S/6dtosGam0BfWTph0aOOfePm2bY23bb6EN1UPNaoqm3rM9tWH6JyHJkmIiIiuua25sZjRESPEAbTRERERNeVZgXppzow7l38bsVERCSOad5ERJQRpNoVP+xnhn7tdy8mIiIiuj4YTBMRERERERFVxDRvIiIiIiIioooYTBNRJbLhYO7Ez60kIiIiInoUMc07QbPmMIsmCc76UHiv/ptJszBf1fizPpRJM/35VfcF2YBj65AWb/iYjUc4HLobv/mMrBk42DtBd3g128/jlIiIiIi2AYPpVWQDjt3AtN1Cpeey0/WkWQgebVh+QyXNmsPERQM2GYZjozFto7VOBwuDaT96FqOswRiY0DFGu/UI3c2VxykRERERXRGmeRPdBJ6LYauPmaTjQMt+WEyW8xO2l9+XIcvRK/PRtpLlRTq6rGnQNO361J2IiIiIthqD6cpkGM4ccysbsQTvO4YcPlZmDsvQYDlzzOdzzOcOLGP5Kl7WDDglZRDNU53nrZe2iwzNsODMozadw7G0xPzioG/M5zZ0CZB0e1Hu4m3rYjID1GZ6OcV9TMOBbWNp1ZoF2z5A8m3NsmHb4WuwYs60bCT6fHbbwyKF9amTDGNgY2BoMJw5bLODTseEbVup7RKpj0gZIiIiInq0MJiuzMNwNAPUZuqCHNoBdMnH9CjONVX1Dk57ChRFgdKeQtLtMNiO/saCberwR+1UmaXAhq4PbR9NTNBTonbvYyqZsBeN6qKrKFCUNsY+4I/DtleUC6aNB45PfUDaiwPY0j6WH4BrTRWYTVIp7243qGd77CfeTdAszG0diNalKOhN9rCfjshL6lM/Se9gd9SGorTQailQ2ofxdonUR6QMERERET1yGEyvw51gBhXJ+CMIPkapeZv+uBf/3xuiN/YhNfbDQEeG0VGBWR9dNywUllE7y6N+3rCFdrtdS8BFq6gwEyPK0ShkpUFId4hu8iZgnpv/48ulEOtjbhBNJ+qnIYilq/S1nHUB8Nwh4vuU5ZTJqU/t/CkOE3WCF/1bpD4iZYiIiIjoUcRgei3haN7iYjo/+PBP0ndE8k58QNrFXQDAXexKgH96XFAmzVsEAbQZM/SjUeLFq+qNrWQYlpNK8155l/CNE+xj2R+HtCZUzFAplg7XlT0G0gTrUzN/erTihmwi9REpQ0RERESPIgbTa3IPx/ClBvZlQDY6UP0xDoviiBVSc2avNPCiiwvu0K1LU4zaiYC8P8sW3Ji7uxLgn6SCx/I+lv5xKC/Fu07l9blcIvURKUNEREREjxYG0+vyjjD1JTT2New3pNzRL2kvnQQq70mAf4pgjOsYpz4w62dHQhUoeY9nkjUYlgWNeaVbLBydHQ2RzCqW9+KnQW9WNkNCvI/FPw5llyEqWFd27nWaeH0uh0h9RMoQERER0aOIwfTaghuRSbq5dOOxiKQP4vm2soGBngy6g79XzXSALGsGLGM5INEOTOiqCrPqc4+odsdB1Jjzw0YUUMZzaWXNwkDPC6Y9nPhIzKG/IFmD4ZiZDIkKfSz6cWjQKU3x9o6mQeCthY/JCt4N54absBIrkzUD8aoq1OdSiNRHpAwRERERPYoYTF+EO8EMWLrxWGQ2HmF3EKaF2g344zZayYJuF+3+KZpRmfkcgyYwOVqOZNzJGL7vrzFiSHXzhj2MZxJMO2iz+A7tHoa94FnP9qI9T9FbkebtHo4xQ1x2nUdjqWbUvzrYnfbRbg3TGRLCfczD0dSHJEnwx4m7XecJb8DVMMPHZEX1drtQ2mOgE6dED5onSK1KuD6XRKQ+ImWIiIiI6JGzc+fOnfPsm2Xu3buH+/fvp9578OBB6v+PBg3W3AT6CtI32V71PhEREREREd0EHJm+gIvceIyIiIiIiIiuLwbT69AszOdz2Dow7mXSaomIiIiIiOjGY5o3ERERERERUUUcmSYiIiIiIiKqiME0ERERERERUUUMpmltsuFg7sTPVCYiIiIiInpUMJjOJcOwnMUzZeeOBUNjyLjkZIrZ9IQ3YKPN0yzM5xaqP4mbiIiIiGgzGEwv0WDNbTQwQltRoCgK2iNA7+xzBDbDc4foDvlcMCIiIiIievQwmM6Inh3d67qLEVfP7aI9OsmUvESyvAjkZU2DpmmQrzSylyHL0Sv7GW2dres/RERERETXH4PpFBn7DQn+9Ggpddlz4+AaAGTDghOlgc8dWEYyOtFgzedwnLCMY8FYlHcQFA3KWIYGy1m1HAQp5wMbA0OD4cxhmx10OiZsO53yKmsGnKLlyBospyR1XaQMAM2yYdvha5A/Z1pk/1ha2bYHZCOsk7WpJN+oPkXvVaizbCTKzOFY2tI+Etk/N7X/lK4ru38cC9petgQRERER0dViMJ1yF7sS4J9kQ+k02XBg6xKm7SANXGlPIek2nGxQMD1ES+ljJqnQdydoKW2MfQn6QRzGqHoHp72S5QCQ9A52R20oSgutlgKlfYhFgrVmwTZ1+KN2ajlxICjDGJhQ/Th1XelNgOZ+IqASKRNwu2H6+9jPfBIQ3T9qp4lJuO3tMaDqgzBQ3F6lddYszG0diNpCUdCb7GE/sRNF98+N7D+l68rZP71TdHQ1uRQiIiIioivHYDpJ3oOUfW9JOHo97mG4yAMfojf2ITXS86qDoPwYp4uY08NJJv4UWQ4AwJ/i0E0E+V70bxlGRwVmfXSjz8PlqJ1o1Dj8keD0OB5d91wMu8M4oBIqI6LC/pkeYlHloyl8SNi9mygQ8oYttNttKN1qNdmE4jrntEU4tzyeWl5h/9y4/iOyrtX7h4iIiIhomzCYTvJOUH7Jnj967Z34gLSLnFgQQBBkLEh7i2BHdDl5qeeBOIhJSi/HxWTmQ9JtzOcOHCtIv00HXCJlRIjvn1SZkn3vLYK/q1Vc52DbZ5OioF98/yTdjP4jsq6C/UNEREREtEUYTKcEo4DSXvUQ8qoFQUw8T3duptNi3W4LitJGvz/FFBJ004admYMsUoZupsvsP2XrIiIiIiK6DhhMp3g4muanycpadBOp/IBb3pMA/xTpMbdyF19OUJ9ZP5xfmnp1MynaHlx3iGG3Fcx3VptL86HFyhSpd/8AAGQNhmUh515WmyOU8p8VbLvaLNpj9e6fiy/nMvuPyLoK9g8RERER0RZhMJ3hDUeYSToGiTswy5oFuxPdTjgMuJM3npINDPT8u4CXufhyPAxHM6hmOtiUNQOWEYUxGgzLSHwezEtNB10iZdK8oyl8qYF9LXxMVvBurfsHALQDE7qqwkzceKteYRCcmLerHTTWCKaDtoBqwko0hqwZWDRFzfvn4su5zP4jsq6gTN52ERERERFtEwbTS1x0lTam6MAO01DtDjAexQGKNwxG3Rp2mKZqN+CP22gt7pgkbjYeYXdwweW4XbT7p2hGy5nPMWgCk6NoXNHF0QSJz200/DHarWEi6BIpkxHeGKphho/JClN669w/AOBOxvB9v2Qu8kV4GPbGmEEP2tw5wN7hCLNsMRFuF0p7DHTiVOZB8wSLpqh5/1y7/lO6rrBMcv8MdjEar9UaREREREQbs3Pnzp3z7Jtl7t27h/v376fee/DgQer/VEaDNTeBvoItuEk1XTvsP0REREREV4kj00REREREREQVMZgmIiIiIiIiqohp3kREREREREQVcWSaiIiIiIiIqCIG00REREREREQVMZgmIiIiIiIiqojBdJJswAmffRu8HFiGBjlbbuvI0CwnUXcHliZfg3pvF1mz4n3oWDAuugOj/uQYy20ha7CcZD9Ll5ANJ9EP43LV6qTBms8RPv67kMi211WGiIiIiOgmYDCdY9ZXoCgKlPYIpw0Tdl4wJESG4czhbDii0CwbpjTFqB3VewrJtHGwFERdTn0Cl7muGsgGBqaEab8NRVHQHgG6XTV4TZJhDHRI2beBIMi1TUjTPtqKAkXpYYKD5XX54/Dz6NXC0MuUqYPIttdVhoiIiIjohmAwXcRzMWz1MZP0nMB0W2hoqsBsNIQbBVreEK32GKeZkrWR41FvWdOgaRrkax4waQc6pNkIw3Aneu4hxr6Exv6aG6YdQPf76M+yHwCaZUL1x+gNXYRrgzvsbiZQFiCy7XWVISIiIiK6KRhMl3IxmQFqMxlNy9CMRDrrfA7HSqaDB+m187kNXQIk3Y5TdVM5t2XLESDv5Y9+ekMM3eg/ddZHhjGwMTA0GM4cttlBp2PCti0ESxJdV7i0KJ0557PLI2NPAvzT48R7Ho6mPqTGfrz9mrWcap33HjRYpoTx4aIBEsJ1TY/CQPoiRNoLwF5RSrnIttdVhoiIiIjo5mAwLeD41AekvURQtY8mJuhF6bftPqaSCXsRELroKgoUpY2xD/jjIO1VURQo3USAVbocAd4Rpj6gmnM4jgVD06AtRS7110fSO9gdtaEoLbRaCpT2IYIlCa5rq9zFrgT4J14YHFs5+xCA20V7DOjJHw5MFf64lxpV1iwTUua9WLSuu6kA1zGW9zEkHXYUKDvBPPgUwfZS9Q5Oe4kpALqdSL8X2fa6yhARERER3RwMptfhDtFdpOiG6eCjGaA2wyBLUC3L8TBstdEfzwCo0E0Tph3c/El8GaEq9fGnOFzklQPwciPHUt6whXa7vWWBtoS9xT93cTfxiTfsYeyrMC0DhmNCnfXRSkfSMNUZRvmR9ILaaWKSCHChm+n55SdTjMO5x8H8Yx+qaadvJibYXqlg3xuiNy4aLV697bG6yhARERERXV8Mptciw0jdPXuOualmCwmoaznBnNtWKwy8+mP4kgozZ0S5mHh96klTDnhrBuIb4XbTN/ryT5FMXA5+vOhjpurQpRn6qR8BgpHqWb8bjtKv5k8PU3PcswGu5w4Xc4+D/3fRnwFqJ3kzPLH28k/S+9c78fMD3NJtr7EMEREREdE1x2BawN0gfzUMHmUYjg09efdsRYGSd6epQnUtZ5nnBsFZKjW91Obqs/2OEWTyC+4trYkgZJWQ+pPwfbXjwHGCl6kG6doDx0mNKmcDXKB8BDeYbhCVqau9RLa9rjJERERERDcHg+lS4d2yJ9FYYzA3NHX3bADyXu5twArUtRwNRi3PHqqrPhXJGgzrqufXeggGa5OhrIz9hpQzAh/Nk25n5k8DOD5Ev99HfzTCKHyNfQD+DNPRCIfHWNzQLjfoLBnBDX7UicqIt1d2XXJwp7BwOSLbXlcZIiIiIqKbg8F0EVkL5sX6Y8Q3Zg5G4NRmnG4raxYG+nIQswgwcuenVllOsV3dTt3FWdYMDPS8IOZy6hMoWldMOzChqyrMK372mHs4hq92YIRRvawdQJd8TI+Se1BOzZNezJ+OnkPueXBdN/U68QHgFEeuu5hW7k5mkPSD+AcEOdteGgzLSP3AIGsWOuEj0IIy4u0l6YP4buPhuuLliG17XWWIiIiIiG4KBtM5VDOcf2p3sDvto92KAw/Aw7AXPHs6utPyoHmK3or0WvdwjBkSd2Ve5PpWW85qLg77Y/hSZ7Ec22zAH7fTN8aKSm+8PrHV60qUmYzh+35i5P+KeEP0+j4aZvAoL7sDjNuJeb8ANMvOzJMO509LOgZVsgPcLtp9oGNH/SzbXi6OJrvoDOK50HYHmPbbiKdoi7fXbDzCbrSscF2pqd4C215bGSIiIiKiG2Lnzp0759k3y9y7dw/3799PvffgwYPU/4mIiIiIiIhuKo5MExEREREREVXEYJqIiIiIiIioIgbTRERERERERBUxmCYiIiIiIiKqiME0ERERERERUUUMph9BsuFgHj0bmYiIiIiIiCpjMJ0kG3CiZyLP55jPHViGdg2CThma5STq7sDS5NX1PpliNj1JPDubAEA2rPQ+zD47WtZgWE7cPxwLhpazl2UNllOwnDJL/TBcV8XF3HRsLyIiIiK6Sgymc8z6ChRFgdIe4bRhwl57FFeG4czhbPiqWrNsmNIUo3ZU7ykk08aBli0Z8NwhukM3+/YjTTYc2DowTe5D3Ya12IcyjIMmMOkFnysK2iOgYSbLAIAGyzYhTftoKwoUpYcJDtYKrBb9MFyXbjtrLeey+uFlYnsRERER0VVjMF3EczFs9TGT9JWB6dXT0FSB2WgINxpq9oZotcc4zZQEZMhy9Mp+9iiTsd+QgNkEw8Q+HM0AtRk1vIdht4vhYicDntvNlAE0y4Tqj9EbuuHIvwd32I2XuybPPcTYl9DYZ8OxvYiIiIhoGzCYLuVikrkAB2RoqRTTORwrmQ6uwZrPMZ/b0CVA0u04/TM1LFa2HAHyHqTsewiCi+zgs2bZsO3wNciOtgejYalU1TDtNTtAJmsGHIG0WNkIU2zTQ4E3mIw9CfCnRxtIob+L3VRDh+21tG+To5qi/VCgTWUNliOQMn2tsL2IiIiIaH0MpgUcn/qAtBcHn9o+mpigF6Z0Ku0+ppIJe3HB66KrKFCUNsY+4I/bi/RPpZuIcEuXI8A7wtQHVHMOx7FgaBpWXTO73TAFdexnPwpG8lpxmqqiKOjPAPhTHCUjDc2CberwR+E2LaXXXkcehsGQ5eKHA1kz0FF9jA9Xp8PLmgVTBWaTqEwQQPknd1NzcB3j4jtHNppQ4WO6aIy4zqmlawfQpaicaD8sa1MZxsCE6o/CVGgFSm8CNPfT6y6jWZkfatIv8T7E9rqU9iIiIiKiQgym1xHOOV7EmJ6bf6FcppbleBi22uiPZwBU6KYJ0w5GosSXsUw2HJjqDP3WMDFqJ8PoqMCsj26UPusN0Rv7UDvZkW7AG7bQbrfTgcC2crtoj4GGHQRVttmA3+8tp/smbjZlmxJm/Taym6d2mpj0oh9IpoBurjX/VTXjQNPWJcyy9XEnmEFFMmlCC3L+l+u9kkibhkHn6XG6r3aHqNSybjf1Y032ld2Phdhem28vIiIiIirEYHotMozU3bPnmJtqtpCAupYTzPNshSPL7f4YvqTCFB/qS9Ms2DowbnczF9/xRXqSd+ID0i7upt4NP/OEo4QrpVkO7MZp4iZuI8C0l4Mqb4hWGPy1+8GN3rJl/Olhav56b+xDauwv/dhQJnlDq+imcul1hVMQFkFUOH9+MfIqQqRNXUxmfph27MCxgpThqttTJ7bX9WovIiIiopuIwbSAu0EuaDjKI8NwbOjJu2crCpT+LPtnJepazjLPDQKCVGq6KNmAY6qY9VsrR8tScznX/gFgm2hoqlLmJm4uDkuCqmg/Z8v4Jzk7bsWPDcJWBHnu4Ri+1MC+DMhGB6o/RkGm80plbep2W1CUNvr9KaaQoJt2tekIqDPNm+11Ke1FRERERIUYTJfKjh4FI0OpC3kA8l7ubcAK1LUcDUZ2NG5tGixbhzTrL6XCBo5x6mdG4Bav7Cg2wuf8WivncF8LlYKqYORR2svZYP8U6bHEmnhHmPoSGvsa9hvSGjfTqtKmHlx3iGG3Fcy7rzQdoeY071XYXgkXbC8iIiIiKsRguoiswXCCR+fEo0fBxazajOcIy5qFgZ4XBHs48bE0OhWospxiu7qdugu4rBkY6Ksv1L2jaTA6poWPyQLCkfJgW9sro5rgJkqqmQ6QZc2AlXPTJu3AhK6qMLf3uWKhOP12sV2yhgM9ePxSsDc0GFbi8xX72Z3MIOkHieUsl1lLWJ/l5QRtIulm4kZWWUX9UKRNs9sePppqUwFnKbbX9WovIiIioptp586dO+fZN8vcu3cP9+/fT7334MGD1P+vJdmAY+uJR035mI1HOEzeJAzBhbI1MKGGBf3ZGL3JLmwT6GdHh2QD1kBflMWsH9+Qq8pyCsiagYNOA6oUrcTHbNxDd1WeNgDZsDDQ1WBbZ30oXcCam1hO2PYxbqdTvoP1xdvkz8YYHaZH2AEAmgGn04A/atUz6rhRMjRrAHPRUD782Qi9btz2ovtZ1iwMzHDfrihTaKkfYnVfBIKMgrkJNdm3sor6oUCb5n3e6yZvTnfZ2F7Z9tju9iIiIiK6eRhME117QXCGfk2p0rRhbC8iIiKim4Bp3kTX3EVuZEWXj+1FREREdDMwmCa6rsK7Y9s6MO4xhXfrsb2IiIiIbhSmeRMRERERERFVxJFpIiIiIiIioooYTBMRERERERFVxGD6GpENB3Mnfi41ERERERERXQ0G06uENwvaXPCqwZrPYWnZ9wucTDGbnvDGRZsk0u4iZS6kQt+QNVjOPKjP3IFlFNRINuBstN5ERERERI8OBtMraE0V8H34UgP7WxJ5eO4Q3eGq5+nIMJw5nKJgqjaXua7LJdLuImUuhwbLNiFN+2grChSlhwkOkN8sMoyBDin7NhERERERrYXBdC4ZexLgT0fwIWH3bvZzALK8GN2TNQ2apkHODWLqIEOWo1f2s2vsUvehCIF2FylzSdulWSZUf4ze0A2zFTy4wy6GeakL2gF0v4/+LPsBERERERGtg8F0HnkfDcnH9MjFZAaozWy+rQxjYGNgaDCcOWyzg07HhG1bSJWUjUQK7hyOpeWk15an6WqWDdsOX4Nsim6QEjyf29AlQNLtxfrmmTxhWTPglKyruM4i68pLUc57T2wfCtUZ4XzynG2upLTdRcqIbVfxfo4U9Y0oqD8SSPvXYJkSxoershqIiIiIiKgqBtM55P0GJH+KIw9wg4gpHQiFJL2D3VEbitJCq6VAaR9iEa5oFua2DozaUBQFiqKgN9nDfmZBaqeJSS/4vD0GVH2wlKbrdqPP/fQHwafoKgoUpY2xD/jjeH1KNxE8aRZsU4cf1ac9haTb6QC3tM6C66qgbB+W1rlGIu0uUgYC21W8nwPFfeMudiXAP7mbCrgdY7k2mmVCGvfyR6yJiIiIiGgtDKaXyNhvSIAf3ujr+BQ+VCwNQAKAP8Whm4hQvOjfMoyOCsz66CY+99whslOe/ekhoiLe0XR16vCF5NTHG6I39qF2opHunDIr6lyrKvtwqc4xb9hCu91eO6gXa3eRMqEq27ViP4v0jWTArbSngG6m57JrFkx1hhEjaSIiIiKiWjGYzpL30ZCA2SSMbLwjTP28dN6iFNtg1HCxjAL+STLgOkHe2PPFhaOYp8epd70TH5B2EcRn4nWuU9k+LK5zmrcIWNcg0u4iZUJl2yWyn0X6RjLgjn5skBr74Y8NGixTxazfjUfFiYiIiIioFgymM+T9BiQAqhmlzgbzg1el814nqTnO8znmppotsnUuq84i7S5S5rKlAu5I9GOD1oQKQO04cJzgZaoAJB0Dx9lYujwRERER0aOAwXTG3V0J8Mfho4bCV38GQMJeNrd4pWOcrhixvBpBfWb9xDYtXtGo5QbrLO+t8UgmkTonyBoMy4Im3EZpIu0uUqZcXfs5uAGalLdi/xTHAHB8iH6/j/5ohFH4GvsA/BmmoxEO04P+RERERERUAYPpFA1NNSdF151gBgkN4YcKexiOZoBqwkpEd7JmIOf+UMK8o2nwbGMtfExW+lOc+Eik+KY/G45mUM10sClrBqxFharUuWhdYbCYmIutHQQjutWI1DmmHZjQVRXmwfJn5UTaXaSMiCr7uZg7mUHSD+L9IxsY6FJcR8+D67qp14kPAKc4ct14GjcREREREVXGYDpJa0KFj+lRNsoIRwFzg8cV3C6U9hjoxGnKg+YJjpaGVCsI58Q2zPAxWZk8XfdwjBl02FFKdPJzt4t2/xTNQZwyPWgCk2SFKtR59bo8DHuJz5wD7B2OsNbjjUXqHBWdjOH7vtBc5CUi7S5SJvPJShX2cyG3i3Yf6Njh/rEb8MdttHizMSIiIiKijdu5c+fOefbNMvfu3cP9+/dT7z148CD1fyIiIiIiIqKbiiPTRERERERERBUxmCYiIiIiIiKqiME0ERERERERUUUMpomIiIiIiIgqYjBNREREREREVBGDaSIiIiIiIqKKGEwnyQac+RyZxzdDNhzMHUP8OcJCNFg569oIzVo8z3jp+dN0+WQNhuXE7eFYMLR075JlDZaTLOPAypQhIiIiIqKrw2D6UeB2oSgKFEVBf5b9kC6XDOOgCUx6izZpj4CGaSd+WNFwYJuQ/Cn67aCM0hsBpg3HYEBNRERERLQNGEwTVSHLiwwFWdOgaRrkSvGth2G3i6Hrxe+4XYxmgNqMMwZOx220ukMsinkuDsc+pMZ+zRkSRERERES0DgbTa5GhGRacROq0Y2npIGcpTXc5lTegwXKi5Tiw1hp5FKiPIDm5HMeCZliYzy0kE8NTZQrqLBvh9l+XtHLZSLRF3j6UYQxsDAwNhjOHbXbQ6Ziw7fT+KV9OGRfDYRxsExERERHR9mEwvQ5tH01M0AvTdJV2H1PJhL0IGmUYAxOqP0I7KtObAM39dNAFQO00MemF6b5jQNUHWBGbrlZaH0GaBVuXMF2kFp+io6upIrLhpMu0p5D0G5B+rFmY2zowai/Sr3uTPezn7EJJ72B31IaitNBqKVDah3CjDyssJyJrFkwVmE0WS8khY78hwZ8egWE2EREREdHVYzCdQzXjUcX5fA5bl9IF3CG6QzcOajwXwyBPNwyW72JXAvzT43SZ7jAOukL+9HCRyusdTeFDwu7dTKEypfURIcPoqPDHPSwGRb0hemM/VWa/IeWWyUs/9oYttNttKN3sVm+bYNsx66ObSr8eYphXdX+Kw0Q5eNG/KywnvNndfD6HbUqY9dso2k2aZUPHGD2OWBMRERERbQUG0zlm/XDUNbpBVCqgRBA0WU4qrXpuJkdwXUxmPiTdxnzuwLGCFO9ssAkA/kkyKDtBdk1iyuojIvwBIFkfAN5JskYFZaRd5P0G4C0CzW0WbFfxyHBs9ehwheV4Q7Si/tWfQiq4uZhsODDVGfqt4Yr1EhERERHRZWMwXZkMw7GhS1OMolRnRYGSuU22221BUdro96eYQoJu2tXTroWI1Ye2l+euHt0P0up99NvdpawGIiIiIiK6OgymKwtHH0eJOy0DkPcyqeAAAA+uO8Sw2wpGtyulXYuqUp8ixzj1AWkvc8ut1HIKyvinOE69i/B5yhZy77u2VYLtSt5Nez11LScQBNLAuN1NtS0REREREV09BtOVRQGTkXhEkoVBal61BsMyEkFkMNc4N+C8MJH6xI6DwjkBrofhaAZJH8R3HZeNzHI8HE39oMxiZUGZvNRn7cCErqowD+oJLjcn2HaoJqzEjpE1A0alqossJ9s3gs+z+zAOpFvx/HQiIiIiItoaDKYr8zDs9TGTdNjh/ORB8xS9VFq1i6MJ0BxEc5htNPwx2huZ8ypSn5g37GE8k2Da4WObkvN03S7aYx8N0w7qPdjFKLMcbxiMsjfCv5/bDfjjNlo5EZ87GcP3fbE5xFfN7UJpj4FOuO3zOQbNExxVrXrpcqK+ET82zTaz+1DDgS4BkKBH+3nxyjyGi4iIiIiIrsTOnTt3zrNvlrl37x7u37+feu/Bgwep/9PNIBsO7MZ0Qz8EEBERERERXU8cmaaETAqyHIyQ5qVwExERERERPcoYTFOCi6PJLjpRerrdAcZ9PtuYiIiIiIgog2neRERERERERBVxZJqIiIiIiIioIgbTRERERERERBUxmCYiIiIiIiKqiMF0kmzAmc9hZR7kKxsO5o6BxBOZa6DBylnXldGs9POMt6ZiV0izVj/XOewr2X4hyxosJ36G9NxxYC1uj75Ms5Jl42VVXc5FyYYVbM98jvncgZV8/jgRERERES1hME0BtwtFUaAoCvqz7IeUJsMY6JCyb0PDgW1C8qfot4N9qfRGgGnDyQtONQumCoyjsotneVdczgXJhgNbB6bRutpTSLq9PT/0EBERERFtIQbTN4As5wdYq96nC9IOoPv93B8dTsdttLpDuNHTxDwXh2MfUmN/RWaDj5OcJ49VX866ZOw3JGA2weIJaN4QoxmgNhlNExERERGtwmB6LTK0VFrsHI6lpYOcpTRdC0Zumq4Gy7lIeq2GAztnFFGzYNsHiRRlgTqXyktNz3sPkDUDjsB2yUa4j7ILuAKpVGfHgraXLYFge00J40M3+wEAF0OBZ3IvttlUAagwF+uM0rzFliPapqJtQURERERE4hhMr0PbRxMT9MK0aKXdx1QyYS8CQhnGwITqj9COyvQmQHN/af6t2mli0gvKtMeAqg9QLdZxMckZRdSaKjCbYBHylda5RpoF29Thj9rXJm04SHWW4lTn3ik6upotBs0yIY178ShuqWDk158ehSncgDdsBevozwDM0I/aZJHmnWd5OUJtWtoWHobBMPSi38magY7qr/jBgIiIiIiIwGA6n2rGI33z+Ry2npkd6w7RHbpxUOO5i4AkiFHuYlcC/NPjdJnuMA5uQ/70cJHK6x1N4UPC7t1MoRJuEE0nAnUNQSydWFtpnesiw+iowKyP7mLDhuiNfaid5Zu4ecMW2u02lG52z1ymMFBNBslhnVM0C6Y6w0g8koZm2dAxRq/C3+TJXU5pmwq2hdtFeww07LC/mw34/So/GBARERERPXoYTOeY9cORvvDVzgZVkGFYTiq9NkjZjbiYzHxIuo353IFjBSne2UASAPzkhFnvBNk1CXEnmEHFYnBaa0LFDMlYurzOdYl/SEjyTnxA2kXe7wSed9VRW1jnzORl7yTZGhosU8Ws3136QWQV2XBgqjP0C0ecy61eTlmbirWFZjmwG6cYLW5AtrmbnRERERER3RQMpiuTYTg2dGkaBx+LlN2Y221BUdro96eYQoJu2ptJqQbiVO9wtHEpxVuwznUKfkhYFeRdQ1oTKgC148BxgpepApB0DBxnKYU9SBv30W+LB995Vi9HvE2L20JDU5UwG13Gzc6IiIiIiG4OBtOVBaN9qeADgLy3/KAkwIPrDjHstoLR7dpTqmPu4Ri+1MC+nJPiXanOFcl7mUdEHePUXx7dD17ZgBCArMGwLOTem+3SBHWW9tKVSO2f40P0+330RyOMwtfYB+DPMB2NcJgY/I0eNTVud1P7u6ri5Yi0acW2yFqRSUBERERERAym1xAEKGoznnMqaxYGqXnVGgzLSASI4eOH/FOkE25r5B1h6ktoDDo5Kd4idY4dB4VzAtxwOYv5tjK0g0YmmA5uaKWa6QBZ1gxYxvJPCdqBCV1VYR4sf3Z5gjpLyZu/yUZ6/3geXNdNvYIs8FMcuS6iTPU4AG5daM5x+XJE2lSkLeKshkUZWcOBHjwuqzTgJiIiIiJ6RDGYrszDsNfHTNJhh2mzg+Ypeqn0WhdHE6A5iFJrbTT8MdpLc17r5OFo6kOSJPjjw0wQJFLnmDfsYTyTYIY3pIrnznoY9saYIVyOc4C9wxGWluJ20e6fJrZ/jkETmBwth2buZAzf9zMj6VfA7aI99hc34ZoPdjEaL21ZiTAIhQQ9Ws7iZVXIShBZjmCbCrSF222j7zcW7T23O5BmfbSv9KZwRERERETbbefOnTvn2TfL3Lt3D/fv30+99+DBg9T/iYiIiIiIiG4qjkwTERERERERVcRgmoiIiIiIiKgiBtNEREREREREFTGYJiIiIiIiIqqIwTQRERERERFRRQymiYiIiIiIiCpiMJ0kG3Dmc1iZBwLLhoO5YyB62nI9NFg569oIzUo/q/hSVnrTbKK9NFjOfAN9i4iIiIiINo3B9KPA7UJRFCiKgv4s+yFdDRmGY0KVsu8TEREREdF1wGCa6Apolg1dmmE89rMfERERERHRNcBgei0yNMOCk0iddiwtnaora7AcJ06tdiwYWl4yb5jqO59jPndgGXllygjUR5CcXI5jQTMszOcWktnNqTIFdZaNcPvrzY3ejNraS6wtjk9nGLe7OMq8T0RERERE1wOD6XVo+2higl6YOq20+5hKJuxF0CjDGJhQ/RHaUZneBGjup4JSAFA7TUx6QZn2GFD1AZbiszKl9RGkWbB1CdN2VOdTdHQ1VUQ2nHSZ9hSSbsOpXOltUmN7CbaFN+xi6KXeIiIiIiKia4TBdA7VjEcV5/M5bD0zsdUdojt0sYiFPBfD0QxQm2HwdRe7EuCfHqfLdIdwo/+H/Okh3LCQdzSFDwm7dzOFypTWR4QMo6PCH/fiIM8bopdKQ5ax35Byy0iN/aXRV2/YQrvdhtLNbvW2qbG9amkLIiIiIiLadgymc8z64ahi+GovzWuVYVhOKpV3biZHcF1MZj4k3cZ87sCxgpThbLAJAP5JYnjSO0F2TWLK6iMiDCiT9QHgnSRrVFBG2kXebwCedx2GX+tsrzragoiIiIiIth2D6cpkGI4NXZpiFKU6KwqUzG2y3W4LitJGvz/FFBJ0015K9a2HWH2oWD3txbYgIiIiInpUMJiuLBidnY2Gi3RfAJD38p5x5MF1hxh2W8Ho9kZSfavUp8gxTn1A2kuPx6aXU1DGP8Vx6l0AsgbDspB7H6+tdNH2qqstiIiIiIho2zGYriwIKNWmsUgDljULg9S8ag2GZSSCyGCucW7AeWEi9YkdB4VzAlwPw9EMkj6I72ItG5nleDia+kGZxcqCMv70KJ4nHNIOTOiqCvOgWkh6+epqryptIUOW5UVq/F1ZhrzUJkREREREtK1WBtPvfve78cEPfhAf/OAH8e53vzv78SPMw7DXx0zSYYdzYgfNU/RSqbwujiZAcxDNm7XR8Mdot4ZLAefFidQn5g17GM8kmHb42KbkrajdLtpjHw3TDuo92MUosxxvGIzaNsK/n9sN+OM2Wjm3pnYnY/i+j9kkexuvbVNXe4m3hWbZsG0bpi4Bkg7TtmHb6UeQERERERHR9tq5c+fOefbNH1d+HN//j76P78jfAQB80Psg/sXP/4vF5/fu3cP9+/cTfwE8ePAg9X+6GWTDgd2YrhFYEhERERER3VxLI9M/rvw4fvOF38Q397+J7/257+F7f+57+Ob+N7PF6EbKpDvLGg5WpHATERERERE9ylLB9Lvf/W58/z/6Pt760FvJt+mR4eJosotOlO5sd4BxH72cFG4iIiIiIqJHWSrN+4Mf/CB+e/Tb+N6f+166FIA7T91Z/Jtp3kRERERERPQoW0rzJiIiIiIiIqJiqWD6d3/3d/FB74PJt4iIiIiIiIgoIxVM/+AHP8CP/L0fweO//XjybSIiIiIiIiJKWErz/q35b+Ennv8J/OTRT+L9/+z9eP8/ez9+8ugns8VuJtmAM5/DyjzsVzYczB0DiScy10CDlbOuK6NZ4TOWw9fWVOyyabCceU57B+2V2keLV8nzoTVrZRnNcuLlpNYpZz6zkHwk+JKw7y7VW9ZgZJezuF07xLerdDkXkLN/ZMMKtmc+x3zuwMpsvCxrsJxkfRxYIvXJWVcthPZPeZtW265VfXUFkW0XKbOk7u0qILSfBcnh/lvRx2Kr9vMVnsNXHe8bsPocVX6cxlbtwxXW6odERESXbymYRhhQf/8//z4+1PkQPtT5EL7/n38/W4RuGrcLRVGgKAr6s+yHjwoZhmNClbLvA4CLbrh/4lcbYx/AbAI3W1yEZsFUgXE7XF7iWd6aZcNUffTDz9qjUzRsZylICcgwBjqWqy3DOGgCk96izu0R0DDtRAAgsl0iy6mPbDiwdWAa7Zf2FJKeXJeGA9uE5E8X+0fpjQDThpO/gzZMbP+Ut2mV7Srqq5er3u0qIrafxWiwbBPStI+2okBRepjgIOf42p79HFt1vG9AwTmq/DiNbOM+JCIiqkduMI0w5fs73/kOvvOd7+AHP/hB9mPaIrK8dAUIFLxP+TTLhi7NMB772Y/yyftoSD7Gh2uF0iEfJ0tPHtPQVAF/fAg3/Mxzh+iNAf1g6UoV0A6g+/2cH0E8DLtdDKOFAPDcLkYzQG3mLCeytF1rLmctMvYbEjCbYPFENm+4tK7TcRut7nCxf+C5OBz7kBr7YiNftRLZP2JtKrpdlfvqxtS7XcVE9rMYzTKh+mP0hm4YHHpwh924zy3Kbct+Tlh5vG9K3jlK7DjFtu5DIiKimqwMpqmIDC2V3jaHY2lL6bXptMZV6YiiqYaraDiwc0YDNAu2fZBIkxOoc6m8tMa89wBZM+AIbJdshPsou4ArcHw6w7jdxVH2gxW0Ax2SP8VR5kIzlfroWND2sp+H22yqAFSYK1Io/eUrWEDaW041NaULBvRpq7ZLiGwk+nN+HyvbP+VcDLNRzwoi6xLqqwLbJaK4TcW3S6SvCm27QBmRba9ru0TWVa7sXCdjTwL86dFilHUVkf2MPYFzuMh2iZQROd4FllPW50XPUSJE9qFQPyQiItpCDKbXoe2jiQl6UVpsu4+pZMJeBIQyjIEJ1R+FKYQKlN4EaO4vzQFTO01MemHK4hhQ9UFOqmERF5O80YCmmk4/Lq1zjTQLtqnDH7VL0v+2i5czMrVaOCKXuSAPUh+lOPWxd4qOriZKAN6wFXzWnwGYoR+1SSKFEgCkvfKOoFkmpHFPuN5ymLY5m6y6GM/frqzc5WgW5rYORO2uKOhN9rCfaPfy/eNhGAxvLY4DWTPQUcsyAIKRsmS9y9cl2FcFtisrd/8Itmna8nZBoK+KbLtIGdFtr2W7BNeVlLufS891d7ErAf7J3VQQ7BjLKyrbzwCg6h2chufwqP+k0tdFtkukjMjxLrIcgT5ffo4SP07L9qFQPyQiItpSDKZzqGb8q/58PoetZyZ7uUN0F+mBQcpidGERXI+EF2unx+ky3eHS3Fp/mkiPPJrCh4Tdu5lCJdwgmk4E6kFAlLrALK1zXWQYHRWY9dFdbNgQvbEPtbM8quENW2i321C62T2z3WSjAxUzjFJXiWGAkLzYDbe9muAHEkk/QJTMIGsGBroESLtYdA/Ngqlm65AjulnRfA7blDDrt7Fqd+dv1+LDguXktDuClN9hoozQ/nG7aI+Bhh2tqwG/XxBAIEwlxRi9RSGRdeXUeamv5pRZ2q5Q4f4RbNOM5e0SIbbtImXKt72u7RJZV6hwP4uf65I/ZCrtKaCbFedwB/L2YZy+LrJdImVEjneR5eSUWerzgtY4TpeJ9EMiIqLtxWA6x6wfXmCFr/bSF7sMw3JSaYRBOlzExWTmQ9LtYMTDClK88y5UUumR3gmyaxLiTjCDinh6ZhMqZkgPipXVuS7xDwlJ3om/8uLa8ypdfW2BeL5g+jo/GvFKb493Ur1V3W4b/ZkEM7xQHTSB0dgH/FMEe1aDZaqY9btLP9As8YZoRX25P4W08sZPq7YrVLicYNuzI7FpYvtHsxzYjVOMFjc2Kr5ZlWw4MNUZ+qmRfZF1ifRVke0KFe4fkTZNy98uERW2XaBM2bbXs11i6wLK97PouS75Q+ZyECwudx9W6j8iZUSOd5HliPR5MVWP03wi/ZCIiGh7MZiuTIbh2NClaXwRsUiHi7ndFhSljX5/iikk6Ka9mZRqIE71DkcWllK8Betcp+CHhOKL2WtL3kcQcxZdtF6UF/ahoK1a3SGwm8iQ0JpQAagdB44TvEwVgKRj4DgrU+qDm0OtCBoqbFfhci5EQ1OVMBuJ3awqSBH10W8XBRnFNtFX8/dPSZsm1LFdl+fqtmt5P4uf67IBHIDKAeWlWfN4X+Xifb7acUpERHRTMZiuLPz1P3kRAUDey7t49OC6Qwy7rWB0u/aU6ph7OIYvNbAv56R4V6pzRfJe5hEtxzj1l0f3g1fOBbSswbCsRYrodRDcoGuM5Sm8wbZn54/Wsp+zc5mPD9Hv99EfjTAKX2MfgD/DdDTCYd6QYInV2yUi2Pbs3P20C+6fTKATPZpn3O6m+nVAZF0ifVVku9aVPz+9eLtEiG+7SJnq277Odq27riyRc12Ymp43z3vFaHqR7HLkPSmxHJHtEigjdLwLLEeoz19QpR8kRPohERHR9mIwXVl0wRLPL5M1K5gjuKDBsIxEgBimz65xoSbMO8LUl9AYBHNe04OLInWOHQeFcwLccDmJ+aTaQSMTTAc3plHNdIAsawasnBv8aAcmdFWFmffIp0snQ5blxYXgXVnG8tPF8gOFQLDtUvImcnI4f7QqzYC12IFy8Cif5Fxmz4PruqlXkBl5iiPXRZA5n+2H8XzW5foXbZfIcqIbEpmJegfl4mYX2T9xlkW8+RoO9HT6eRyYtVbM0RRZl0hfFdkukf0j0KZC2xUp6qvi2y5Spnjb69oukXWJ7Gexc507maXmeUfbvtz/i/ZzIG8fzkbZG3UVbZdAGaHjXWA5Qn1ehNhxGn5QsA9F+iEREdH2YjBdmYdhr4+ZpMMOU+QGzVP0UmmELo4mQHMQpdHZaPhjtCvPfazCw9HUhyRJwTNfM5+V1znmDXsYJ+ZAxnPgPAx7Y8wQLsc5wN7hCEtLcbto908T2x/Mo5wcLY97uJMxfN8XSi3eNM2yYds2TF0CJB2mbcO2rVQ2QXCDLh/TVc+Ncrtoj/3FTXnmg12Mxkt7qJx7hElzsOg/HYzXSI2N+mH8iDbbbMAft9HKRDTF2yW4HLcLpT0GOnEK6aB5glSzC+wft9tG328s+t/c7kCa9dFe3GUqvGiHBD0qs3gl2ktgXUJ9tXS7RPdPWZsKbpdIXxXddoEyxdte43aVrktkPwue69wu2n2gs+hj2eUESvczgNl4hN2o/4TLSd8QrWy7BMuIEFmOSJ8XUH6cBkr3oUg/JCIi2lI7d+7cOc++WebevXu4f/9+6r0HDx6k/k9ERERERER0U3FkmoiIiIiIiKgiBtNEREREREREFTGYJiIiIiIiIqqIwTQRERERERFRRQymiYiIiIiIiCpiMH1BsuFg7sTPNN2ky1wXXS/sG0REREREl+uGBNMarNTzkBOfWJlnmdbtZIrZ9KTw+dGaFT8X9UIBj8C6Nko24MznsDI7czOBXNCm2XWtQzYS+z/xyusv19ZV941HnazBSB3nFgwt3b9kWYPlJMs4sDJlLk99x1dMg+Vc8Bwn4Lz1DM5efR5vv/o83n75GZwnVyY3cPbq8zhrJd4DcP6F5/D2q8+lyxIRERFd0A0Jpl1MZoDU2M9cxMnYkwDMJnBT79fHc4foDguWrlkwVWDcVqAoCpTWcO2Ap3RdlMsbtoJ9358B8Bdt0Rqu0xIyDGf7AvHivrGddb45ZBgHTWDSC/qZoqA9AhqmnQhWNRzYJiR/in50LuiNANO+Ie0iw3BMqFL2/Zq1nsGZ+ThufeYFPPb0C7j9InD2UnGQfP6553CmArc/80XsrHPIExEREa1wQ4JpwJ3MAGkXd5NvyvtoSMBssirIWEGWF0G5rGnQNA3y0sWaDFmOXtnPsnycXOgirsq66MaovR9SLqH9XMTDsNvF0I0Pcs/tYjQD1GY89Hs6bqPVHWJRzHNxOPZzfgS8fjTLhi7NMB772Y9q9ATOP3sXO2N3ERTvOF/H7Tcex8OfeSJbGIgCaZ2BNBEREW3GjQmmcXwKHyoS167A3V1ImCEZS8uaAceJUn0dWEujQjKMgY2BocFw5rDNDjodE7adThXXLBu2Hb4Gy2mNi9RiUwWgwlxK8w5GC+dLeZbLo4jF64rSNcMUy5XbBciGBSeRhqoZ1oZS4GVoyXXN53AsLV3vpZTX5bTYQPl2XZzIPgzKzOc2dAmQdDuue6YNy/uYSFvU0Q9F6izeD68l2Ui0aU4/FNzP5csp42JYIRPiwlMnaju+BI5lAMenM4zbXRxl3s+62HZ9AA+fBHDyZuK9N4FvA+e7H0i8FwgC6cex02cgTURERJtxc4Jp7whTPz0SpDVVwD/F8eINC7apwx+1gzTL9hSSnkzFjEl6B7ujNhSlhVZLgdI+TKWKu90wnXPFSEw6tXiGfpj+Gad5exgGQ1fpi3btALrkY3oUX/2VrQsA1E4Tk15UDlD1AdKxoAVblzBdpJieoqOriQI10vbRxAS9aJvbfUwlE3YygBuYUP0R2lGZ3gRo7i8F9qXbVaPidbnoKgoUpY2xD/jjsA8pCpRuomeI9LEKbXGxfihSZ/F+eO1oFua2DkRtoSjoTfawn+1kZfu5wnIicji9ozgrRsZ+Q4I/PVp76ke+Go+v0mM54A27qPBbwXrkO9l3AqdvAR++g/Pke81ngkB6/CXcdpIfEBEREdXn5gTT8HA09QFpbzHyuychcaEqw+iowKyPbpRn6Q3RG/tQOzkjJf4Uh4m0TXgbuFJ0J5hlRtO1pgrMRpUvTP3p4SJ91DuawoeE3UXOe7Dt/rgXLzfc9nWoZjxKNZ/PYeuZiZLh/N3FJnhuJmC7i10J8E+P02W6w6W57cXbVa+Lr0ukj1Vsi2vWD7dHTlsgmFueO7V85X6usJzwBn3z+Ry2KWHWbyP5O0uWZtnQMUav9p1c4/FVeixvp3P1LnbeAM71T6SDbCIiIqIa3aBgOrwYlBrYlxHOl06OrMUXmKm/OfGX51ojGYRvUnDjtDjQ0tAsHc3K5ycnZXsnSIdm4bZnJm57JysCuBKzfjhKFb6WR0VlGJaTSg0N0t0jLiYzP0w7duBYQQrq0g8apdtVr4uvS6SPVWuL69YPt0ewn0W3YfV+rrAcb4hWdEz0p5AKbi4mGw5MdYb+IlMlTLdP/kAl6bAXx1CV6Rh1Hl9lx3KZOrdL3M74S7j9s1/FDu7i7AtPZT8mIiIiqsWNCqaDi8FgZEXeb0Dyp8hmqabmjVa+MKyfezhe/AAgGx2o/hiHAtft20uG4djQpSlGURqzEqW7x9xuC4rSRr8/xRQSdNNeSh29rratj4m4ef3wanlukG2Qd3Mx2XBg6z767W5ipNjDsJX5gcofx2naSrJsuXqOL7FjuViN2+V9N/tOYPdx4NvfxU7yvZM3AbyG2/1jQP3U0qOyiIiIiOpws4LpaIStqeFuMPyXGG06xqm/PKpa+YKubt4Rpr6Exr62ofmTWGy7tJe+rJf3NvEcm3Akb5S4a/HKdXlw3SGG3VZwkb3lqaPlRPrYZbZFBTX3Q1ngdth1lckX7OfkPRTWU9dyAkEgDYzb3dTxsRkXPb6qHMuX4Xdw6w0Ae8k7dz8BfBjYOf2dxHsJzpdxewacm88w3ZuIiIhqd8OC6egRWR10ltJUgxstqaaF5E1tZc2AZVS7xExapJZr4eOJsgVKBfWSdLP0hk/rrytaxyC+o69sYJCd61yLKPiI56HLmpVZlwbDMhLtENyIKXWzuK3l4cTPe6Z58Fl5H9tMWxT3jaI6R8T7YRnNmsO27Zw7hMfqKrNadGM1E1aiMWTNQLXDXWQ52f4cfD7Q0z9KxIF0a8Nz0bP1Wff4EjmWI0G/i6bL3N3Io9rexM6LxzjXtcVzpc9bn8DZk2/h1teSd/hO2/k5pnsTERHRZty4YBruBDNJWnokVvBZF+3+KZqDOAV30AQmR9mCFYQ3j2qY4eOJ1rnwdyeYAeU3fLrIutwu2uHfzudzzAe7GFVK1xTlYdjrY5aYFzlonqKXWpeLowkS7WCj4Y/RXswfrVf6MWUSdDtY76r5rGXcwzFmSMz7TLaDSB/bRFuU9I3COi8KCfZDQdm543nqKpPL7UJpj4FOnHY/aJ6g8uFeupyoP8ePorLNBvxxG63FjtRwoEup/he/lucNe8NW4s7/VdV1fIkcy4HoEW1mOCfatO3lx4tdeLvCkebxW3j40vN4+9XncfZZkWdIM92biIiINmPnzp07lbPf7t27h/v376fee/DgQer/VIUGa24CfaXw7r91kw0HdmO6xkU21W072uJq+iERERER0XV080amr6HLueFTJvVTDkbKLjo3ltaxnW1xOf2QiIiIiOhmYDB9lTQrSAnVgXFv0yOSLo4mu+hEqZ92Bxj3N/CMWyq3ZW1xqf2QiIiIiOhmYJo3ERERERERUUUcmSYiIiIiIiKqiME0ERERERERUUUMpi/B+eeew9svN1A5n56IiIiIiIi20uXMmZYbOHsBuPWzU+y0Gjj7bPjvqmUKnH/uOZzpb+H2018W/ptatZ7B2yZy13/eauDh3ndx+/OvZT65GudfeA5n6uPBf974ddwu2s8F21WXSvW5Sq1n8LZ5N/tuYPZVPPZzr4X9MNyWhJ3xl3D782/i/AvP40zNfpoQLkdE2bqoIrmBs5c+hvO8Pig/hbMXPoXzJwHgLeyM3aV9fN56Bg/Nu8GPZm8c4/bzX156/vF1LENERERE+S5lZPr8Zz6C829/FzsAzvfif1ctc13tONOtCaTRegZnKnD7My/gsadfwGPZoEHIEzh/+Xmcfe6J7AfV1VKfy3SM20+HdU2+wgB45/NfDP7fPwbw1mK7osBr5+cSf/OZX8dOokxyOSLK1nXz1dgP8QTOX/jYiuyRp3D20qeAV74atr2LW/gEzqNHmyEIxB+aj+NW/0tBG7wInL303PUvQ0REREQrXUowjd3HsXP6OwCeAD75OHYmOQGDSJlr5wmcy9Er+9lVegvb9fyjgvrITywCnPPWU8Frq/Yl3QitT+Ds21/F7Vn2A+D8C5/C+Ru/jluffy38oedN7Hw+PYJ7/tc/hvPZN7DjhD+aOF/H7Tcex8OfiQP961iGiIiIiFbbXDAtN3D28nPBSwXOdQ1nL2s4exI4N5/D2cvP4FykTHa5F3T+uWdw9urzePvV5/H2q8/ljGo9kSnzPM6+8NRSPVJlXn4G53uZAgDOv/Aszl4KXy9k50w/hbNXn8dZ6ymcvVxUn5x1fe4ZvP1qtX1z/rnngr837wK4m1heul5L60ptV1Dnt199Nmgj/dnFPnr7C08lC5YSq88TOH/hWTz83FPBCKT5cTz87Kdw9lJ624vbNNzPL4dlwv0XlL/po3Ci275mn8/ph+etRml/LldWn/r6YeApnJmP4/av5P2A9wTwYWDnld8qyJgIy5z+TuK9N4FX3sL5J388rPd1LENERERERTYXTHu/hVsvfgO3XnkrSI3tfwO3Xgnn5fW/gVsvfl2sTI2iOaa3orTaz7wO6M+mL/hbP46H+BZuLVJxv4pbH/4UzhIX6UvLef57eKgvz6WNUnpvj9/KfrRw/tmP4tbzUbngB4VUgNd6RmhdZdIpwYlU5URadfl2vRb+3Zdw+41gbu5ja6QnQ7A+kXP943j44pfw2NNfxO2ffQGPfebrq+uc16YA8MrXcfvpr2Lnybs42/0Wbj/9Jdx+43Gc/fV1gq9rpmzbBfq8UD9sPYMz82PAi2G/iNqilS5WqrQ+9fVDIBh5xthdMVf4A3j4JICTD2R+JEj2m6jMm8G8+lefyfmR5jqWISIiIqIimwum8SZ2nNcAPA7MvhX+G8C3g3/vOG9iR6hMXcL08eRFszfFrXFmJCac37xYr/cadl48BtSPxiM6K5azjp1Xvr5Yzs7XXscOHsfDj0SfPoHzz96tbV3F6t2uWr3xOm6FqagAAC/69+o6L42unbwJ4Hdw643ojTeBbycLiEqMoi9eWz7CXbbtAn2+vB8GZTD7Km5HbRW1xWezWRklSutTo9YzOFOPcatknnnyR6/gR4JPLf9gs5C4KdyT709+kHAdyxARERFR0uaC6XCucDQX+lwOA5/o36JlapMYiUnYOXkrc/H4RHB36WSwlLqDc8Fy1pFcjvfd5Cf1r6vQZa6rmtUptgV1LggIUqmtH75TMUDLuwHZF1eMam6f/G2vo88HZdJpw+Vtka+sPnV5CmfmXez0y+9Un/zRa+UPNgDgfDndH974XqbANS1DREREREs2Fkwv5gqrwZzGs5fi+Y1nL2k4l58SKJNd6qY9gfOXn8XZh1+P01mfjlKRiW6ievt8av7yWkFwvfUp1ApGus8/G963Ibx3A578GB6+/Fw6PT3zQwKQHMENR/33in4AvI5liIiIiKjIxoLp209Hj/4JR/L6x8EzhBcjeeG8x8Iy2aVeRP7F4/ne44mRmHB07cVpat3ne8ln+RYsp3Y3dV11KagzR9cE1dXngzI7/eyo/Qt4rNIzykXqU5PXv47b/a/i9ovfCO7d8OI3cPuN4J4Nt178Bm69DgCv4dZseduB5AhukDZ/vvuBxIdhls0iq+I6lqlOJKOorjJEREREV21jwTQQPjt69i3sRBfDOc+OFilTj/BOtckbfMkNPNSTF49BQHDejOd4nreewUM9eSH/JnZePM5dzio7X3sdO09+BGiFj8nKFlgpsa5WeHFZsq71Vdmu8EI8L831Uom0KRWr2OdX9sOwjJm+kdV5q5G5WVcZkfpELtgPveCeDclXMJf8e4Dz2iKY35kc41xPPFc6p4/t/MqvY0f9+GL/nLc+gbMn38Ktr8Uj2texTBXnX3geZy89W3hH9brKEBEREW2DjQbTQs+OFikjLO/mUM8vbhS08/kv4vb4LTx8KfzspY8A4y/h9uLmQ29i5/mvYufDH1ss52Hze7iVTTF1vpxezgvvx61xQRpqOMfyoRmmsle5SIzWZYbpsy+8f7k+damwXTu/8uvYQbyfrurCt7xNL1f6kV+P4yys1+qbVa2vnnVV7PNF/dD5Mm73v4eHL8TH3sMmcOtrVY5pwfqELqUfOl/G7T6K+5g3xa1+vH/OPgvc/kwmu+Y6lllDdt58nrrKEBEREV2lnTt37lQe1Ll37x7u37+feu/Bgwep/9PmnH/uOZx98nXcznmMFNFlYT8kIiIiokfZZkemqQZP4fwLjUSK6VNLKaZEm8d+SERERESUxJHpa+C89QwefvYuzp8EgLewM/4GbiWfw0t0CdgPiYiIiIhiDKaJiIiIiIiIKmKaNxEREREREVFFDKaJiIiIiIiIKmIwXUA2HMwdA4nH5hJdW9vWn7etPrQ9bmrfuKnbRURE9Ki6GcG0bMCZz2Fp2bcveOFyMsVseoILPna1FrLhYJ7dwFppsOZzzHNfFuI1y9AsJ/7MsWDk7GDZsOAs/t6BlVtIg+WUlLmwYLs2uuuui7X784b24dr1ESRrMLJ9VdtEH9swzcocg4HNnxM2I33+WHF+3nTfuCo3dbuIiIgeUTcjmN4Qzx2iO3Szb19jMgxnDic3aHXRVRQoqVcbYx/AbIJoL2iWDVP10W8HZdqjUzRsJxVQy4YDWwemYRmlPYWk25lgTINlm5CmfbQVBYrSwwQHuYE51WPb+vNm6yPDOGgCk96iP7dHQMPM9kO6VJoFUwXG0bmhNcwNLDfbN+pWdF5Nu17bRURERGUYTOeSIcvRK/vZI0TeR0PyMT5chNJoqoA/PoQbXgF77hC9MaAfRBGKjP2GBMwmGEZXyd4QoxmgNuMoRrNMqP4YvaEbXkx7cIfd+G+oRtvWn2uqjywvRjVlTYOmaYnleRh2uxhGHRWA53aX+iFdBR8nK4/zmvqGiML+U7dL3C4iIiK6NI9WMC1rsJzytE/NsmHb4WuQTUOMUl7LU5RTqc6OBc3IT9e8mKA+jhOuy7FgLNYbjRhHKdw2dAmQdDveBwXDdNqBDsmf4ihz4evnXQlLe/npmrlk7EmAPz3KHZWKydBS6eJzOJZWYT0Je2XtVbYu0Xa/5OUYZcsp688VFO7Dy66PDGNgY2BoMJw5bLODTseEbW/m+KqtvUqXk3Pe2MuWqJFsJOqTrXNUpGjKhth2yUZ43jVVACrMxfal21+kbyztn9R5NW9KQt57Iv1HrE1FzquVt2tpH4rtZyIiIrpcj1AwLcMYmFD9UZhWrEDpTYDm/tLFt9sN00LHfuaTmNppYtKLygGqPkinKGsWbF2KU517p+joaqJANd6wh3a3ID1weoiW0sdMUqHvTtBS2hj7UjhiHKVwB2nb/rgdp3KvXGY4Cp0T8Ep7RRdwHobB8N9if8iagY6aHOG+i10J8E/upi4MHSPTEto+mpigF9W13cdUMmEX/ACwiqp3cBq2V5R2nkrLFFxXebtf8nLKtkuwP4sQWZdImbrqAwCS3sHuqA1FaaHVUqC0DxdTErLkMMV4NllVYrXa2qtkOcEUCbHzRuk5oYxmYW7rwCg+H/Qme9hPVHmpPivatGy7vGEr+Pv+DMAM/Wg/ZdK8S/tGzefVwv5T2qbi59Wy7aprPxMREdHleoSC6TCAOz2OL948F8PucOXFdxF/mkh1PprCh4Tdu9GnMoyOCn/cS6U691ZcSInxloLapGC0+Bini1V4OLnA6mSjAxUzjFJ51y4mM0DSDxAN6MuagYEuAdIuFpvvdtEeAw07CJRtswG/n9gXoeSFodKeArqZvngM5xem2isM1KuG03ltITX24xEiwXUVt/sVLKdsu2oksi6RMrXypzhMpHLDy3Sy8OaEQT+UMOu3sU78WVt7FS4nmCKRtw/zFZ8TigXnKMz66KZS4YeIp/Surk+2TYu3qy4bOK8W9R/BNr24bdvPREREJOoRCqZdTGZ+mIrnwLGCFO91L/JTqc7eCdKXc9HIa/pS17tIdFuBf3oc/6dS+nUknvecjTvcbhv9mQQzDJQHTWA09gH/FNFaNcuB3TjFaDHKMgLM5VGW5IVh/sWjDMNyUmmWQZpommYlPp8vp44i215RWyR/ABBcV3G742qXk7tdYurZh2JlRIjUB8jPnEjxhmiFo4Xt/hRSTj8UWddG2mtpOZd53gjWVTxKX1CfonZf2q66FNRnTcX9R6xNL65gu65kPxMREZGoRyiYBtxuC4rSRr8/xRQSdNNeSsMkhDceW3Wh7YX7MQhQWt0hsCslPtfQVCXMRsNEoOzicClQXr54BJC4eJRhODZ0aRoH5Ys00bQohXLxWnGH4NXE11Vs25Yj7uL7sF6bqE9ws7zlfnjxdV1+e9GmsU2JiIio3M0Ipiv9Qu/BdYcYdlvB/LXaU/awSLfOzi2W95JB5/YKbjw2xmKKc6HVc6uXLALlMF08b+71YoQ7HDlLBuUX2IfZdcl70gbWdfnLKd6ueomsS6TMzSPeXsUu87wRrKv4zuYF9bmSNi2oTxF5DyUlctTVpiIKtutK9jMRERGJuhnBdBicqZ1Eeqas4UCXEkGeBsMyFnN9F6nMBRcr3tEUvtTAvhY+0iRbYKXgJlySPojvFi6Hc4uvVDCPOjsyl1YSHGsGrMVOlINHXKXmVsdtERcL2iKZNu5OZqm519H+idcbXezHbSpr1tr7UEreqCdc12wUjUDWta7LX07edq1qu/X7cyBvXfE+XF1mU/Uplj3e4/n9q+qzPvH2KpY4b2T2Yf2iGwWaieM52EfxfQA9HE393PrUvw/T8vuGyHk1bIvFd4EM7aCxRjBdpU1FzquBVdt1VfuZiIiILuaGBNPhXF6/ATua22Z3gHEbrUSQdzQBmoNo/puNhj9GuyilM5zH2zDDR5pUSQl3u2iHfzufzzEf7GK0BSmC7uEYM+jxfspsU3DjMR/T7POwIu4RJs3BYh92MEa/3U3NrY7aIppXPbc7kGb99J2H3S7afaCzKNOAn2ovD8NeHzMpruugeYremvtwNh5hN2r7cF1xdepa1+UvJ2+74n2YcZH+vGJd2Zt55ZXZVH2KRcd7/Cg82yypz9rE26tUdN6IjovBLkbjNZYjwu1CaY+BTvxIp0HzBEeJNvWGQQbPoj5lbVqXVX2j9LzqYdhLnOOcA+wdjlB9D1Zr07Lz6sKK7bqy/UxEREQXsnPnzp3z7Jtl7t27h/v376fee/DgQer/tEw2HNiNaXEATyREgzU3gb6yFNBejW2rDz0qeF4lIiKiq3JjRqa3TybNdCntnIiIquF5lYiIiLYHg+mNcXE02UVnkfLaAcZ99Ji2R0S0Jp5XiYiIaHswzZuIiIiIiIioIo5MExEREREREVXEYJqIiIiIiIioIgbTFyQbDuZO4vnWRFSbbTu+tq0+9GhiPyQiItoONyKY1qzwZjSrXque+VmHkylm05OtuJOsbDhC26pZ8bN3Sy/INAvzuYXypV4FDVa2rRevZJ3lzDZbMHI2WjYsOIu/d2DlFtJgOSVlLizYLoGmvPnWPr42tA/Xro8gWYOR7auLW1dfIyvOG6LnKBE37TxWabdsuh8SERGRkBsRTLtdBYoSvtpj+PAxbife2+CDbz13iO5wc8uvnWbBVBHvn7WezSrDcOZwNhJIZhWty0U3auPFq42xD2A2QdQqmmXDVH30w21uj07RsJ1UQC0bDmwdmEb7pT2FpNuZC1wNlm1CmvbRVhQoSg8THOQG5lSPbTu+NlsfGcZBE5j0Fv25PQIaZrYf0vU7j9Vrs/2QiIiIRN2IYLoSWV6MYMiaBk3TIK91LSVDlqNX9rNt5+Ok+pXn9SDvoyH5GB8uQmk0VcAfH8INt9lzh+iNAf0gilBk7DckYDbB4gk73hCjGaA24yhGs0yo/hi9oRteuHtwh934b6hG23Z81VSfwvOPh2G3i2HUUQF4bnepH1LkBp/HVqqpHxIREVEtHrFgWoYxsDEwNBjOHLbZQadjwraj9L9gpGI5DXF5BEOzbNh2+BpkUwyjtL3ylOBUarFjQTM2k44oG2FKpKkCUGGuSI9cqs9e4sNFWrUNXQIk3Y7TLJf2WZFgOY4TrsuxYCzWG40Yr7cu7UCH5E9xlLnI9vOuuqW94tTQFBl7EuBPj0pGwGRoqXTxORxLq7CehL2y/lO2LtF+eMnLMcqWU3Z8VVC4Dy+7PmXnn7rU3F6lyyk7b9Rnu85jCKd9FKXl56Vw571X1lcDxf1Q5LwKgXYPS2X3Yc53k6wZcErqTEREdJM9YsF0QNI72B21oSgttFoKlPZhmBLsYRgMA6UvbrUD6JKPaSJCi1LL22M/WTJF7TQx6UXlAFUfpFOCNQu2LsWpxb1TdHQ1UaAab9hDe0VKuzdsBevozwDM0I/SohPpkUGqc1F9orTqIJXaH7fj9OoV6y00PURL6WMmqdB3J2gpbYx9KRwxXmdd4Sh0TsAr7RVd5MXtHrWPrBnoqMkR7rvYlQD/5G7qgtcxMlfE2j6amKAX1bXdx1QyYS9dOZdT9Q5Ow/4TpZ2nUlIF11XeDy95OWXbJXh8iRBZl0iZuuqDwvPPMjlMZ55NVpVYrbb2KllO+XkjVnSOErFd5zEZxsCE6o/CaR8KlN4EaO6v9eNIbf2w8Lwq2O4i302aBdvU4Y/C/Zc7NYaIiOhmeySDafhTHCZSKeEl/u1OMIOKZFal1lSB2ahyOq8/TaQWH03hQ8Lu3ehTGUZHhT/upVKLe0UXSaW8pSBSXJDqXG99igWjxcc4XazCw8kFVicbHaiYYZRqKBeTGSDpB4gGjGTNwECXAGkXi+Zwu2iPgYYdBMq22YDfT+yLUDKwUNpTQDfTF7zhXMbFn3lu/g80AvLaQmrsxyNIgusq7odXsJyy7aqRyLpEytSq6PwDALKxGBG0TQmzfhuVYrxQbe1VuJyq542LnKNEVK3PRYQ/sJ0ep/dhd7jyx5EieXVepx+WnldL213kuykog1kf3UXnCMqoneyIORER0c31SAbTeSOXsSD4ii8IgtHOdUaGUqnF3gnSl3PRSGe6Jt5FoskLqbc+S3dYL7nbrn96HP+nUvp1JJ73nG0pt9tGfybBDAPlQRMYjX3AP0W0Vs1yYDdOMVrcgGwEmMsjQ8nAIv+CV4ZhOakUyiAlNU1k/+S2RfIHAMF1FfdDXO1ycrdLTD37UKyMCJH6oPT8E/SrVjhq2O5PIeX0Q5F1baS9lpZT73nj4i6zPi4mMz9ME3fgWEGKd7YdROXWeY1+mJR/Xi1rd5F9GP+QkFRHnYmIiK6TRzKYLuMejuFLDezL4WinP8Yi25eEpO6wrqx7t90K5H0EsXReQ3lwu2F6qKKg1R0Cu1Licw1NVcJsNEwEyi4OlwLl5QtMAImLRxmGY0OXpnFQrkQpqWkX3z/i6yq2bcsRd/F9WK9N1Ce4Wd5yP7z4ui6/vW6i4LzSRr8/xRQSdNNeSpPfLvW2e2q++VJQTkREdPMxmM7jHWHqS2jsa0HKYNlI0lqCNLzsXF55LxnkXaZtq081wY3HRH/0WD23eskiUA7TxfPmXi9GuIPRmlRQfoF9mF2XvCdtYF2Xv5zi7aqXyLpEytw84u1VbNvOG1dRHw+uO8Sw2wrmMpdN6ZD3kFeb3DrX3g9F2l1kHwZlZv3MjzqKAkXpLmUHERER3VQMpnMFN6SSdHPpxmNZ3tE0GMXWwseVZAusFK1jEN/9VQ7n8l6JRH2ijVhZn2AOXna0bDNE1lUSHGsGrMUdduXgEVepudVxan9cTMOBnk4bdyez1NzraP/E6w0uMNVmnHIra9aKfVgury1mo2gEsq51Xf5y8rZrVdutf3wF8tYV78PVZTZVn2IaDCvRBxHP719Vn/WJt1exKueNy1ClPiLnliLZ9gqnmqQC4HA/L6YNydAOGvnBdE6ds301sn4/FGl3ke+moIxqWkv91crelJGIiOgGYzC9ijvBDCi/8Vg4b7Zhho8rqZLi53bRDv92Pv//s/d/IbKz+X3o+13v64vYd56sMLDNGbnp9jFbzI51E5xAjlIJBZ2DT1QDL6xg3WigPNCbc1wgG85QhKMLwaaYA3aBxtlp8BSMbjQnF4aRJuakocjUVgxeJjeaxGjjPd2UNYcEZtke39m5mPX2uZBU+lMq6VG3qld1r+8HCt5V9bzSIz2Pquun5/c8ihAtzrB6YLrdIPL6ZHOLo8UZVm5zfYJrFyEMeHl6X5/j7qlrX+nCYy03PYIbrMeLLBXRwxQuLL06ehLMdFjJaDevOvKmkEKruvJwMINuAdNdmRESV8ekWKUHy7mFUCrquhhvMX9gm4buCmeL6r6K6gy1r6ffTtNxFeew5jHX14F91RfzaipzrPq0C3CzBsaL4lFLnt1RnwcTb69OPb43nkSP+nR9t7TL2yv7fyMPo8SFXkm5j7Gcl/bhX+H8epX+balp6of1vrrz4H4o2O4if5uCGXRrWzr+dD2K9c2hShMREb08r16/fn1ff7PLmzdv8Pbt28p77969q/z7+dPgRDZgKYd/0ByBbPrwRpvaDzKil+DDXFOHnVp9iE4X/zYRERHt48j0AU+z8FgtTTBLLR4+pZOIiEgU/zYRERGJYDBdpzlpeqUBuPNj34EPcLM+w3SX2jcFXAvzwVM6iYiIRPFvExERkQimeRMRERERERH1xJFpIiIiIiIiop4YTBMRERERERH1xGD6hZFNH5FfPEP0mJ5yX0R0PKd2LZ9afU4Nzw8RfSin9v1zavWhjw+D6TLZhJ8/bzSKEEU+HFN7Xhfo3Qbh5u7IC6dlnnJfTyVbgG7vi3mvb+T9o1RqV8ZB+amvspk9N7j8LFhZg+Mf2E5dvt16nQTJmlPU3XfQtqvj0eBEEfwDO0/PUfW8HV9aJ+FH9L5kD76Wj3QOH1wfQbIG0yme5x35Dszd0tWPpDnH78vHPj90fPnfmvw1+EX0oaTfCdW/lfmrfF3I0OrXYMMlKJulv1+H/lb2+Xv6YEf6rnuOHvz9c6Rz+OD6CDrm34un9BR/mz5SDKYbhJYCRVGg6CtsRza8BwYxH0IcLDFbPuZ5XjJM/3DQU/b4fZ0ebawCSYJEGuGy4RTs+oaiQLc2kAyv4VypGO++rWRcjqTqx9DgeDakjQVdUaAoc6xx1fhDApBhLgzUtyBMc+DZEjZ6VucVYHj+gX0d0y22CSCdXdQ/KCRb3NbfayXeV6ndqV3Lx62PDPNqDKznxbW8Aka2N/yPvCM57vnpg9fggwWzXf+zwvqHp66t3QPMsuMqXjrcBEC4Rt5rNceDrSawdn+bthjV/jbJpg/PwO7vl6Knf3Or12mfv6c0hNP5/kkdtz7P/+8FHR+D6TZxgOXEQigZuPqQF40s74J5WdOgaRrkvT8UMmQ5f9U/G9pT7uspyTiXgGSzQgIJbXEfsi/wuZtAGl1WbraEYQg1j6blS4wQIkyKzzXHhpq4mC+D7E5qjGA5Q+NTZ7QrGIn1wB9bMsypisSd77YdB9dwEwmjpjsFRxXjrnQO6i7OJCAp3VkW6vP0eKd2LQ9Un9b+E2M5m2EZFBdcHMywClFct09MPnCw++8PdH6eUmtbnJ79c5469H6rZ3bsRyNfYiQlcK93oTTGKpC418gvw/TvKWDsfmxlN6LDdfG3MV7uXae9/p7SI53a989A9Wm9Tk/v7wWdHgbTnQKsGy4aWTPht6UVyRocXyAtRDZL6UkRfKeeVi7DXHhYmBpMP4JnTzGd2vC8aqqG5njwvOy1qI+kZ6k1ZlsqVJ6a5cGQAMnwirrXbr+17yvVnpqVp/q01afQmCZ9DNkf/M1Nc5sLW68RqmNoAOTLEbBZY7v7MA/YbwRSkjQ4tlT6AdLXBdIYtbynNKgtRohF+kaqvc93t+ntNgGk87S/ZCmOaZNm52Sbj0t39Xnxvirk/HCdUzK0Sn+uX6fdx5564u0ItKnItSyk9Rw+dX26+s+wKt91vgPtvF6i+9q58hpGOTQHnnfV43s+0/k3pas+IkSvQbG2EKmPSBkRXX+bRNuiuz5ix96t63pPR4n3v/vaRo+bpG3q+9m+fAfmbr/5iLFou1dpVwakZIOb2h+96t+mTP43Qojo39Ouc9hD63cdBPY18Pf8UNt5su/nrnP41PUZ6jrtMnB7dW5H7G8TDYPBtIBKEIDsD6ttIFnpB1KPZJgLG2qyytKOFCjzNTC+rF6cmoPIM4B8O4qC+foclw1XsGRMcbbSoSgTTCYKFP16ly4FAMEsSz9xDw//qcYU23k1Xar4Q5unZqXpWIlb1EmZVYO5rn2lqVlFavH+vlLqdIx1Vh/dBVRj8UFTs+TL0e4PfpBG0+1fprKJhSE1/CEPsA5VjDUNlyNgc1NOXs4D3IvKF6Fv7u9Jc2xIpVHl3uTzxvTwvf7c2TdE+nyqrU3jNIrHBQD5PK1Z+YZF/YfV4T4v3ldFdB/7JcZYY57vQ7ewkWx4tYNvO3bgA2yn67gErmVRIvsSKTNUfdDaf/bJmgNbBcL1oRLN9r7r5ltMDbVaqPPaab55p43VSlosRM6PyN+UzvqI6HcNtraFSH1EygjYa6+9fijYFj3q03rsIjqv9xjLdJis9vviCoaUYFOPYLtsrjFRLISSCuNsjYmiw02kbMS4X7unslHovb+TgHTe9ge/OK68eWTNxFQtj3AL/j3tPIfiOr/HBPc12Pf8UNvpOi6R7x9BIvsSKTNUfdDzOn3o3wsM2V4d29n7rmv620SDYTDdW5o6i9DCbJeflKb7qtP8zlj2Bb+9Lf54xAGWs2Xp4mzYTpbq1Dj1I9ngulQOcf3PUrdyum9e53qK8uOlqVki+0o2pRSvm83B1Op4OYGu6y1/rIeQpZTlqca3WySVuc8p1S7uFkbeCImlY9IQ7QbrEOp0ihH278aj9kWo6BvAsPeCV1sNsWrY9jG0t1dDX93r86nWNr3dIv2Tl57r0HWRSOeQcYEzKcFuYDo3QJ8X0X7sALL5WLu9x0Hjj9fWY8cH2E7XcQ1IZF8iZQbV1X9Kiwp6toTQ0tHvK+bwd125jMi1s3/zLg1A+v1Ya9gX6n9TGso01GdwB9tCpD4iZUQcbq9yP+xui571OXjsgkSu92CNsPb3Kr0BsOp9Mza9qZmucZFqn6LTRTanUFH/W5betJCMK+QJe7KW3pzOb7imxWbQXWDk5dfpCIm1f4O58++pyDkU1NV/RPc12Pf8UNvpOq4BiexLpMyguq7TR/+9SA3WXq3bOfxdR8fBYLq3IlAuK4+6pX8oEkiGl94lddIU7+qXQLod0R9LTXd1+6qP/FXrPJSm1OLmfVXKxHdZoNUsrn+xDU2+RDo9K2uP+AabZH+EoliATIcVSlDtaurfTrBGKEnAgXYrfxHu/6HQ4NgqQmt28M7o0NrbS6TPp1rbNL5DAgnn8gXOpBDr5R0S6QwXB0bQh+jzItqPHemPZ8evpF1F9v4d3tZjBz7sdhqPazgi+xIpI0JzSscdHV7lvrP/xEtMsrv/urWBZO+PfLRr+a7bEbx26sGQNoaKEIJ/HjIif1ME6zOww20hUh+RMiJa2qtXW/Srz+FjFyVyvWcj6rtgvn4D4GEqx9gr/TpXzHuu1ySYpX9D7SxQXoyBlZtUFqLUHB/eaIvVLpNgBTRcp+1/TyF4DsW+Wzr7j+C+jvI9P9R2Go9LzDDnUKyMCJH6QOQ6Ffh7IbKvo7TX3nZavuvoKBhMC9hbHAm1uUINnT2YTdKAy9pgAwmG7e2ladDpkC9HkCojz+mcsPrdwEKMYGYhhIpp4w/wNB2uadQa9S/CXP6HQhtDBaBOffh++rJVAJKBhe83phI22vuCTTX1ZxFdfb7bLbaJhLPLc0jJFrfZv88vzyAhQdMp+fBkmL4HQ9oUP+gUBUrvFeFObTvPV57at3tNlr37ct2hxQSH0n3tVIOhvbTigXXX52mJ1EekzDDE2uJp6iN+vQfX7u4pFLI5hZq4ePByG0Op36SuiLPfSekxTWZL4Kx8W1XDWJUQrpalQDnAdcN12vr3tM85fPR3i/i+2p3adsQ9/hwO6xj1OfT34vH7evr2omEwmO5Uv8Obpj+VH5FUvOojiTGCYInlbJLO6agEZul26iOfx1SfnySnqz71fBxRl+wRSEPuS9ZgOs4uHewY0gDTLea4777AJBye1pX9YTcOjE43ytLbmjaan5/ba1iWBWu1wip7uQmAJMRmtcK18Elsaov6Yl+pen2q7dWnz7fJFj8bjSAld4gR42YDjEaP6BsDaD/2bLSv/IMuL9PL02+n/biGJbIvkTLPS9P1VW8L8WunCIbqf3NEifxNEa/P0xCpj0gZES3tVeuH7W0xVH1EiF/vaTaVhNGllqZ4do20PYF04THRoP7w3Oo9u0BZ4O9pn3MooL4v/r3oT2RfImVeHvH2atfyXUdHwWC6jazB9NPHLhR/DNJFMVS7GtzJmglnt+iFBtMxS5/n83HLXwT54ho2nNKGZM1Efe2MPuKbTfojQMseF1D6TCovUHBw8aw84OkeoWneV4ybTSK4LzHalQ1DVWEf7flkB/6IB2uEaH+MVDpX5dDodLNgHVbmiu2dnzhGEASVV5qds8VNEOxN5Tks7WPltpAPLErT3l4ifV7M7TaBJEm7H6fxXfrvh4yU9+mrbZqOPVzld5TzAKVI15I1J53b18vTb6fpuPb6eKb5WhbXtK/iHB4uc6z6tKt/PxfzNQ/Vp9n+9ZUfV72M0LWTB0OLdI5pWyzdfH5E/qb0qI+Qx16DIvURKSOix9+m1rYYqj6F2/SibrhhLH69F/3RbvyOH5ZIux/4u5rTzFI/ldNHXFXmVhcZAkUxDVdGNW288+9pr3PYran/8O9FP037evl/L0SIt1c7kb9NNCQG0w12qb7eFGcbC3o9VSOYQbe2GC+KFK/FGFjf7L7ecbNG6XMPo8Rt3I6iu8C0SBdbjO+w28xDZPOFRnb2uIBSTnDornCW18kbIXEPLJ517SKEAS9PXzuUV3xgX/EyHYnPFw1p25eIYO0iSZIHjNQI0sZQ0fTjI7vr3faDIXvuZWuZumAG3QKmA52fVsGs0hbeFHD1yd4CLp19o7PP91FabCxblKw+Ui5KuK+2aDr2YmGRGMt5+qz5fB+L8Rbz3mlXT7+dpuM62McOXMuimvZVX5ylqcyx6tMu/34uHl3o2R31OaR2fUWLM6zcWlsIXztZsCdJ6fN3a59WHDo/In9ThOsj5tHXoEh9RMoIEP/b1NEWA9UnFy/ncEvzh4u5mOLXO4DsBjAetPBYX13tni481vR3NRPcYD1eZOfPwxQuLL2WrTHTYSWj3XmJvCmk0IJe/nLp/Hva8xx2aPoe49+Lftd8074+ir8XncTbq5PI3yYazKvXr1/f19/s8ubNG7x9+7by3rt37yr/plOiwYlswFL2vrDoY8e+8fKcWpueWn2IXipea9TXqfWZU6sPUTeOTBMRERE9cyez8BgR0UeEwTQRERHRc6U5afqpAbjzvisIExHRYzDNm4iIatJUu/aH/YSwBl+9mIiIiOj5YDBNRERERERE1BPTvImIiIiIiIh6YjBNRL3Ipo/IL56DSERERET0MWKad4nmRLDbJgmGFhSu1f8yaQ6iQ40fWlDW4+rnH7ovyCZ8z4C0eyNB6K5wvQyOvviMrJm4Or/DbPlhjp/XKRERERGdAgbTh8gmfG+EjT7B4M9lp9OjOUgfbdi9oJLmRLDx2IBNhul7GG10TB7SwbJgOsmfxShrMBc2DLjQJx/Raq68TomIiIjoA2GaN9FLEAdYTiyEkoErrf5hO1luTtjef1+GLOev2kenSpZ36eiypkHTtOdTdyIiIiI6aQyme5Nh+hEipx6xpO/7ppw9ViaCY2pw/AhRFCGKfDjm/q94WTPhd5RBPk81atovnRYZmunAj/I2jeA7Wml+cdo3osiDIQGS4e3KPb5tA6xDQB1Xt9PexzRceR72dq058LwrlN/WHA+el70WB+ZMy2apz9ePPSvSWp8hyTAXHhamBtOP4NlTTKc2PM+pHJdIfUTKEBEREdHHhcF0bzGWqxBQx5Uf5NCuYEgJNjdFrqlqTLGdK1AUBYq+gWR4WbCd/z8OPNtAstIrZfYCG3o+tEuMscZcydvdwkay4e0aNcBMUaAoOtwESNys7RXlkWnjqdttAkjnRQDb2ceaA3BtrALhupLyHszSeupuUnq3RHMQeQaQ70tRMF+f47IakXfUZ3iSMcXZSoeiTDCZKFD06+K4ROojUoaIiIiIPjoMph8iWCOEinL8kQYfq8q8zcSdF/+Ol5i7CaTRZRboyDCnKhBamAVZoayMOt0f9YuXE+i6PkjARYeosEsjyvkoZK9ByGCJWXkRsDhovvnyJMT6WJBG06X6aUhj6T59rWFfAOJgiWKdsoYyDfUZXLLBdalOiPP/FqmPSBkiIiIi+hgxmH6QbDRv92O6OfhI7qorIsV3CSCd4QIAcIEzCUi2ty1lquJdEEDHEcLKR4l3r74LW8kwHb+S5n1wlfCjE+xj9ZtD2hgqQvSKpbN91a+BKsH6DCzZ3BxYkE2kPiJliIiIiOhjxGD6gYJrF4k0wqUMyOYUauLiui2OOKAyZ/aDBl70eOkK3Ya0wUovBeRWWC94NBdnEpDcVYLH7j5WvTnUlOI9pO76PC2R+oiUISIiIqKPC4Pph4pvsEkkjC41XI6kxtEv6byaBCqfS0CyRTrGdYttAoRWfSRUgdL0eCZZg+k40JhXesKy0dnVEuWsYvm8eBr0cdUzJMT7WHFzqL4NUem+6nOvq8Tr8zRE6iNShoiIiIg+RgymHyxdiEwy7L2Fx3KSsSjm28omFkY56E7/f9WuBsiyZsIx9wMS7cqGoaqw+z73iAZ3m0aNDTc28oCymEsraw4WRlMwHeMuQWkO/SPJGkzfrmVI9Ohj+c2hxbQzxTu+2aSBt5Y9Jit9N5sbbsMp7UzWTBS76lGfJyFSH5EyRERERPQxYjD9GMEaIbC38FgudFc4W2Rpod4IiatjUi4YzKBbW4zzMlGExRhY3+xHMsHaRZIkDxgxpKHFyzncUILtpW1WrNAeYzlPn/Xs7dpzi/mBNO/g2kWIouxDHo2l2nn/muJsY0GfLKsZEsJ9LMbNJoEkSUjc0mrXTbIFuEZ29pisvN7BDIruAtMiJXoxvkNlV8L1eSIi9REpQ0REREQfnVevX7++r7/Z5c2bN3j79m3lvXfv3lX+/XHQ4EQ2YCmoLrJ96H0iIiIiIiJ6CTgy/QiPWXiMiIiIiIiIni8G0w+hOYiiCJ4BuPNaWi0RERERERG9eEzzJiIiIiIiIuqJI9NEREREREREPTGYJiIiIiIiIuqJwTQ9mGz6iPzimcpEREREREQfCwbTjWSYjr97pmzkOzA1hox77jYIN3dcgI2OT3MQRQ76P4mbiIiIiOg4GEzv0eBEHkZYQVcUKIoCfQUY00uOwNbEwRKzJZ8LRkREREREHx8G0zX5s6Pns2A34hoHM+iru1rJJyTLu0Be1jRomgb5g0b2MmQ5f9U/o5Nzcv2HiIiIiOj5YzBdIeNyJCHZ3OylLsdBEVwDgGw68PM08MiHY5ajEw1OFMH3szK+A3NX3kdaNC3jmBoc/9B2kKacLzwsTA2mH8Gzp5hObXheNeVV1kz4bduRNTh+R+q6SBkAmuPB87LXonnOtMj5cbSuY0/JZlYn51hJvnl92t7rUWfZLJWJ4Dva3jkSOT8vtf907qt+fnwH2nm9BBERERHRh8VguuICZxKQ3NVD6SrZ9OEZEjZ6mgau6BtIhge/HhRsrjFRLISSCuNsjYmiw00kGFdFGKMaU2znHdsBIBlTnK10KMoEk4kCRb/GLsFac+DZBpKVXtlOEQjKMBc21KRIXVfma2B8WQqoRMqkglmW/u4mtU9SoudHnY6xzo5ddwHVWGSB4unqrLPmIPIMIG8LRcF8fY7L0kkUPT8vsv907qvh/My3mBpqeStERERERB8cg+ky+RxS/b092ei1O8dylwe+xNxNII2q86rToPwW213MGeOuFn+KbAcAkGxwHZSC/Dj/bxnmVAVCC7P882w76jQfNc5uEmxvi9H1OMBytiwCKqEyInqcn801dlW+2SCBhLOLUoFMvJxA13Uos341OYb2Oje0RTa3vJha3uP8vLj+I7Kvw+eHiIiIiOiUMJgui+/Q/ZO9efQ6vksA6QwNsSCANMjYkc53wY7odppSz1NFEFNW3U6AdZhAMjxEkQ/fSdNvqwGXSBkR4uenUqbj3Me74O/Daq9zeuzhui3oFz8/ZS+j/4jsq+X8EBERERGdEAbTFekooHTeP4T80NIgppinG9nVtNhgNoGi6LCsDTaQYNgevNocZJEy9DI9Zf/p2hcRERER0XPAYLoixs2mOU1W1vJFpJoDbvlcApItqmNu3R6/nbQ+oZXNL628ZrUU7RhBsMRyNknnO6vjvfnQYmXaDHt+AACyBtNx0LCW1fEIpfzXpceujtvO2LDn5/Hbecr+I7KvlvNDRERERHRCGEzXxMsVQsnAorQCs6w58Kb5csJZwF1eeEo2sTCaVwHv8vjtxFiuQqh2NdiUNROOmYcxGkzHLH2ezkutBl0iZarimw0SaYRLLXtMVvruoOcHALQrG4aqwi4tvDWsLAguzdvVrkYPCKbTtoBqwyk1hqyZ2DXFwOfn8dt5yv4jsq+0TNNxERERERGdEgbTewLMFB0bTOFlaajeFHBXRYASL9NRt5GXpal6IySujsluxSRxobvC2eKR2wlm0K0txvl2ogiLMbC+yccVA9ysUfrcwyhxoU+WpaBLpExNtjDUyM4ek5Wl9A55fgAgWLtIkqRjLvJjxFjOXYQw0jb3r3B+vUJYLyYimEHRXWBapDIvxnfYNcXA5+fZ9Z/OfWVlyudncYaV+6DWICIiIiI6mlevX7++r7/Z5c2bN3j79m3lvXfv3lX+TV00OJENWApOYJFqenbYf4iIiIiIPiSOTBMRERERERH1xGCaiIiIiIiIqCemeRMRERERERH1xJFpIiIiIiIiop4YTBMRERERERH1xGCaiIiIiIiIqCcG02WyCT979m368uGYGuR6uZMjQ3P8Ut19OJr8DOp9WmTNKc6h78B87AnM+5Nv7reFrMHxy/2sWkI2/VI/LMr1r1PaN3bbOHBcIsc+VBkiIiIiopeAwXSD0FKgKAoUfYXtyIbXFAwJkWH6EfwjRxSa48GWNljpeb03kGwPV1q95NPUJ/WU+xqAbGJhS9hYOhRFgb4CDO8hwWtOhrkwINXfBtJnRHs2pI0FXVGgKHOscbW/r8TNPs9fEyzjWpkOmuPBVhNYWd/QV1uM6sclcuxDlSEiIiIieiEYTLeJAywnFkLJaAhMT4WGsQqEqyWCPNCKl5joLra1koORi1FvWdOgaRrkZx4waVcGpHCFZXYS4+AabiJhdPnAA9OuYCQWrLD+AaA5NtTExXwZINsbguWsd6DcLe0biXu96xtxsMTcBYxShxY59qHKEBERERG9FAymOwVYh4A6LkfTMjSzlM4aRfCdcjq4BieKEEUeDAmQDK9Is3X6bEeAfN48+hkvsQzyfwxZHxnmwsPC1GD6ETx7iunUhuc5SLckuq9sa3k6c8NnT0fGuQQk29vSezFuNgmk0WVx/Jqzn2rd9B40OLYE93rXACXZvjY3WSD9GCLtBSR3DXuSzrNyIsc+VBkiIiIiopeDwbSA221SCj4AaJcYY415nn6rW9hINrxdQBhgpihQFB1uAiRumvaqKAqUWSnA6tyOgPgGmwRQ7Qi+78DUNGh7kcvw9ZGMKc5WOhRlgslEgaJfI92S4L5OygXOpCzo1BxEkdNwDgEEM+guYJRvHNgqEndeGVXWHBtS7b1Cvq+Lypxp39w/x5AMeHmg7Kfz4CsE20s6bzqYnMixD1WGiIiIiOjlYDD9EMESs12KbpYOvgoBdZwFWYIG2U6M5USH5YYAVBi2DdtLF38S30amT32SDa53eeUA4sbIsVO8nEDX9RMLtCWc7/7zDBelT+LlHG6iwnZMmL4NNbQwqUbSsNUQq+ZIekedjrGeF3PcYdjV+eV3G7jZ3ON0/nEC1fZQiZM72yvNqpCMq11gK2smFoa0d1yFw8deGKoMEREREdHzxWD6QWSYldWzI0S2Wi8kYKjtpHNuJ5Ms8LJcJJIKu2FEuZ14fYZJU07FDwzEjyKYVRf6SrYoJy6nNy8shKoBQwphVW4CpCPVoTXLRukPSzbFPGbES8zdajp0HCx3c4/Tf89ghYA6LS+G191ewUyHFUrpDZYowmIMrNyk4bhEjn3AMkREREREzxyDaQEXaf5qFjzKMH0PRnn1bEWB0rTSVKuhtrMvXWSqlpre6Xj1OX23SDP5Bc+WNkYaskqo/C/Z++rUh++nL1tN07UXvl8ZVW6ex9w+gptON8jLiLZXjGA22X0+mS2Bs/Ise5FjH6oMEREREdHLwWC6U7Za9jofa0znhlZWzwYgnzcuA9ZiqO1oMAd59tBQ9elJ1mA6H3p+bYy7BJDOyqGsjMuR1DACn8+T1mvzpwHcXsOyLFirFVbZy00AJCE2qxWub1GkXjcFnR0juOlNnbzMQ9srW+F7d1wixz5UGSIiIiKil4PBdBtZS+fFJi6KhZnTETh1XKTbypqTzkPdkwUYjasZ99lOuzPDq6zinM+L3Q9inqY+qbZ9FbQrG4aqwv7Azx4Lrl0k6hRmFtXL2hUMKcHmpnwG5co86d386fw55HGMIAgqr7sEALa4CYLdtPJgHVbmMUOut5cG0zErNxhkzcE0ewRaWkawvTSztHCZnD6WC9U53SLHPlQZIiIiIqKXgsF0A9XO5p96U5xtLOiTPIBBOmd2nj57Ol9peTHeYr6XXpsKrl2EKK3KvMv17bedwwJcWy4SabrbjmePkLh6dWGsvPTR61M4vK9SmbWLJElKI/8fSLzE3EowstNHeXlTwNVL834BaI5XmyedzZ+WDCz6ZAcEM+gWMM3mMUdevb0C3KzPMF0Uc6G9KbCxdBRTtAXbK7jBerzItuNhCheWXpvTLXDsg5UhIiIiInohXr1+/fq+/maXN2/e4O3bt5X33r17V/k3ERERERER0UvFkWkiIiIiIiKinhhMExEREREREfXEYJqIiIiIiIioJwbTRERERERERD0xmCYiIiIiIiLqicH0R0g2fUT5s5GJ6CTxOiUiIiI6bQymy2QTfv5M5ChCFPlwTO0Z/JiVoTl+qe4+HE0+XO+7DcLNXenZ2VTQ4PhRRxDTUUbOPt/1oYZSImXa7PXVCJHvoO9mPg4d7SXsEdvJ2qv+qHXN8RFFfnO7NV2nbHciIiKik8FgukFoKVAUBYq+wnZkw3vIj2cAgAzTj+Af+Zeu5niwpQ1Wel7vDSTbw1Xth3suDpaYLYP62wQZpm9Dlervl3WV0eB4NqSNBV1RoChzrHFVC3ZEyojZ9VVFgb4CDO9AYNbpafrq0+tqL1FDbacgmz5sFXD1CZYNd7bartPh2p2IiIiIHorBdJs4wHJiIZSMg4Hph6dhrALhaokg/0EeLzHRXWxrJQEZspy/6p+R5ngwpBCum9Q/2ukqozk21MTFfBlkI4oxguWsEiyJlHmIOLiGm0gYXbJxc13tJWqo7eRk04dnHAqk+12nbHciIiKiD4PBdKcA6xBQx+VoWoZmOpV0S98pp4NrcKIIUeTBkADJ8IqUzEqeZ9d2BMjnaBwsi5eoD2ppjgfPy16L+mh7OjJZSR+NosYUVFkz4QukKMum33DMp+t2G8LVZ7ipf1DSXkbGuQQkm5uWFHqRMg91gbNKZ8jadO/8l0ehRfuqQLvLGhw/a/MoSz/WmvvGU2lvL3FDbQe7QFpCaDUF0l3XaZN6uxMRERHRU2AwLeB2mwDSefGjVrvEGGvMszRLRbewkWx4u+AjwExRoCg63ARIXH2XkqnMShFu53YExDfYJIBqR/B9B6am4VD8EsyytNDG0bUYy0mROqooCqwQQLLBTfkHv+bAsw0kq+yY9A0kw9ubC/ocxQKjw+1l0qAmubuozIf2zfLJESnzMLI5hooEm12DxViuQkAdo7J17QqGlJcT7atd7S7DXNhQk1WWuq5Ama+B8WV13100p+GGTvHq28/a20vcUNvB2IFnSEhcHeXTW9Z+ne7bb3ciIiIiegoMph8im8u4++kaB81BS5dBthNjOdFhuSEAFYZtw/bSUUHxbexL53OGsCbL0giqDHOqAqGFWZ5THi8xdxOo0/0RtHg5ga7r1aDsI6BOx1jP8xskG8Cw9+Yii5QRodpFoJmOds6rQV+wRggV5cQKLZ0X0CM4FGn37CbB9rban2dL9Gr9YFa5oVN/PfeupKoqkgSQjKtHXZ+d7U5ERERER8dg+kFkmJXVsyNEtlovJGCo7aRzbifZyLJuuUgkFXbfYbyc5mTzOWe1QKgImMriuwSQznBReTf7LP74fuEnm+vK/PW5m0AaXVZuNoiUEVFeiCpfeK4alGfTFHZBbzbHft0nKhVp9wDrMMnSxH34Tpri3fd4XrrE1TGZWAjxiOtTqN2JiIiI6NgYTAu4SPNysxE3GabvwSivnq0oUKyw/r91GGo7++IgDc4qqemiZBO+rR6czwnU5tU++AbAy5XcNZy42s0GkTK9HQjKg2sXiTTCpQzI5hRq4uK6Tyyd6Wr3YDaBouiwrA02kGDYXr8pCxg+zfvUpO0eYGaFgGoPczwH2p2IiIiIjovBdKf6SF46SldZPRuAfN53BaChtqPBHGxESoPjGZBC60A67S22SW1UbPeqj2KnC1KZjnNwDvfLk44CS+cNB5xskY7ripQZWHyDTSJhdKnhciQ9YPGzPu0eIwiWWM4m6ZzfXlMWPmyatyyydPZQghnSePpx0zGIiIiI6MNhMN1G1tJny1ZG8tLAQh0Xc4RlzcHCaAqCY9wlODBi1Gc77c4Mr7IKuKyZWBiHg6b4ZpOOVGrZ43eAbKQ8PVb9YMSSLmil2tUAWdZMOA0LaGlXNgxVhX26zxWrSc9HPjp80fhoovYywTpM58PuGmO/LUTKPIis4apxO2m7SYZdWnisrq2virS7BtMxS5/LuBxJx7tBIKy9vXKaE8HzvL0VzAti2+kjmLWnezdfpw0OtjsRERERHdOr169f39ff7PLmzRu8ffu28t67d+8q/36WZBO+Z5QeNZUgdFe4Li8ShvTHq7OwoWYFk9DFfH0Gzwas+kidbMJZGLuyCK1iQa4+22khayaupiOoUr6TBKE7x+xQnjYA2XSwMNT0WEMLygxwIhv7CdvJ3rNw0/0Vx5SELlbX1RF2AIBmwp+OkKwmRx1RHIrmRNjPWA8rbSFSRtYcLOzs3B5oC5Eyrfb6Kg73VyDNOohsqOX+V9fWVwXavenz+ay8gN3TE2kvlMolro5JQzuIbuegrL0Sqza6rjmIbBVh/f3M3nV6fd6z3YmIiIjoWBhME30U0mAaB4I2IiIiIiLqh2neRB+Bxyw8RkRERERE+xhME71k2erYngG48w+bck1ERERE9JIwzZuIiIiIiIioJ45MExEREREREfXEYJqIiIiIiIioJwbTz4hs+oj84rnURERERERE9GEwmD4kW7jpeMGrBieK4Gj191vcbRBu7riI1DGJtLtImUfp0TdkDY4fpfWJfDhmS41kE/5R601ERERE9PFgMH2ANlaBJEEijXB5IpFHHCwxWx56tpEM04/gtwVTg3nKfT0tkXYXKfM0NDieDWljQVcUKMoca1yhuVlkmAsDUv1tIiIiIiJ6EAbTjWScS0CyWSGBhLOL+ucAZHk3uidrGjRNg9wYxAxBhiznr/pnz9iTnkMRAu0uUuaJjktzbKiJi/kyyLIVYgTLGZZNqQvaFYzEghXWPyAiIiIioodgMN1EvsRISrC5CbAOAXVcz7eVYS48LEwNph/Bs6eYTm14noNKSdkspeBG8B2tIb22O01Xczx4XvZa1FN005TgKPJgSIBkeLv9RbU8YVkz4Xfsq73OIvtqSlFuek/sHArVGdl88oZj7qWz3UXKiB1X+3nOtfWNPKi/EUj71+DYEtzrQ1kNRERERETUF4PpBvLlCFKywU0MBGnEVA2EMpIxxdlKh6JMMJkoUPRr7MIVzUHkGcBKh6IoUBQF8/U5LmsbUqdjrOfp57oLqMZiL003mOWfJ9UP0k8xUxQoig43ARK32J8yKwVPmgPPNpDk9dE3kAyvGuB21llwXz10ncPOOg9IpN1FykDguNrPc6q9b1zgTAKSu4tKwO2b+7XRHBuSO28esSYiIiIiogdhML1HxuVIApJsoa/bLRKo2BuABIBkg+ugFKHE+X/LMKcqEFqYlT6PgyXqU56TzTXyIvHN5nDq8KM01CdeYu4mUKf5SHdDmQN1HlSfc7hX50K8nEDX9QcH9WLtLlIm0+e4Dpxnkb5RDrgVfQMYdnUuu+bAVkOsGEkTEREREQ2KwXSdfImRBITrLLKJb7BJmtJ521Js01HD3TZaJHflgOsOTWPPj5eNYm5vK+/GdwkgnSGNz8TrPKSuc9he56p4F7A+gEi7i5TJdB2XyHkW6RvlgDu/2SCNLrObDRocW0VozYpRcSIiIiIiGgSD6Rr5cgQJgGrnqbPp/OBD6bzPSWWOcxQhstV6kZPzVHUWaXeRMk+tEnDn8psN2hgqAHXqw/fTl60CkAwsfP9o6fJERERERB8DBtM1F2cSkLjZo4aylxUCkHBezy0+6BbbAyOWH0Zan9AqHdPulY9aHrHO8vkDHskkUucSWYPpONCE26hKpN1FynQb6jynC6BJTTtOtrgFgNtrWJYFa7XCKnu5CYAkxGa1wnV10J+IiIiIiHpgMF2hYaw2pOgGa4SQMBJ+qHCM5SoEVBtOKbqTNRMN60MJi2826bONtewxWdVPcZeglOJb/Wy5CqHa1WBT1kw4uwr1qXPbvrJgsTQXW7tKR3T7EalzQbuyYagq7Kv9z7qJtLtIGRF9znO7YB1CMq6K8yObWBhSUcc4RhAEldddAgBb3ARBMY2biIiIiIh6YzBdpo2hIsHmph5lZKOAjcHjAcEMiu4C0yJNeTG+w83ekGoP2ZzYkZ09JquWpxtcuwhhwMtTosufBzPo1hbjRZEyvRgD63KFetT58L5iLOelz/wrnF+v8KDHG4vUOS+6dpEkidBc5D0i7S5SpvbJQT3Oc6tgBt0Cpl52frwRElfHhIuNEREREREd3avXr1/f19/s8ubNG7x9+7by3rt37yr/JiIiIiIiInqpODJNRERERERE1BODaSIiIiIiIqKeGEwTERERERER9cRgmoiIiIiIiKgnBtNEREREREREPTGYJiIiIiIiIuqJwXSZbMKPItQe3wzZ9BH5pvhzhIVocBr2dRSas3ue8d7zp+npyRpMxy/aw3dgatXeJcsaHL9cxodTK0NERERERB8Og+mPQTCDoihQFAVWWP+QnpYM82oMrOe7NtFXwMj2SjdWNFx5NqRkA0tPyyjzFWB78E0G1EREREREp4DBNFEfsrzLUJA1DZqmQe4V38ZYzmZYBnHxTjDDKgTUcZExsHV1TGZL7IrFAa7dBNLocuAMCSIiIiIieggG0w8iQzMd+KXUad/RqkHOXprufipvSoPj59vx4Txo5FGgPoLk8nZ8B5rpIIoclBPDK2Va6iyb2fE/l7Ry2Sy1RdM5lGEuPCxMDaYfwbOnmE5teF71/HRvp0uA5bIItomIiIiI6PQwmH4I7RJjrDHP0nQV3cJGsuHtgkYZ5sKGmqyg52Xma2B8WQ26AKjTMdbzLN3XBVRjgQOx6WGd9RGkOfAMCZtdavEWU0OtFJFNv1pG30AyXkD6seYg8gxgpe/Sr+frc1w2nELJmOJspUNRJphMFCj6NYL8wx7bycmaA1sFwvVuKw1kXI4kJJsbMMwmIiIiIvrwGEw3UO1iVDGKIniGVC0QLDFbBkVQEwdYpnm6WbB8gTMJSLa31TKzZRF0ZZLN9S6VN77ZIIGEs4taoS6d9REhw5yqSNw5doOi8RJzN6mUuRxJjWWa0o/j5QS6rkOZ1Y/61KTHjtDCrJJ+vcSyqerJBtelcojz/+6xnWyxuyiK4NkSQktH22nSHA8GXMw5Yk1EREREdBIYTDcIrWzUNV8gqhJQIg2aHL+SVh3Z5RHcAOswgWR4iCIfvpOmeNeDTQBI7spB2R3qexLTVR8R2Q2Acn0AxHflGrWUkc7QdA8g3gWapyw9rvaR4cLh0eEe24mXmOT9y9pAallcTDZ92GoIa7I8sF8iIiIiInpqDKZ7k2H6Hgxpg1We6qwoUGrLZAezCRRFh2VtsIEEw/b6p10LEasPna44ODy6n6bVJ7D02V5WAxERERERfTgMpnvLRh9XpZWWAcjntVRwAECMIFhiOZuko9u90q5F9alPm1tsE0A6ry25VdlOS5lki9vKu8iep+ygcd21k5IeV3k17YcZajupNJAGXH1WaVsiIiIiIvrwGEz3lgdMZukRSQ4WlXnVGkzHLAWR6VzjxoDz0UTqU7hNCzcEuDGWqxCSsShWHZfN2nZi3GyStMxuZ2mZptRn7cqGoaqwr4YJLo8nPXaoNpzSiZE1E2avqotsp9430s/r57AIpCfF/HQiIiIiIjoZDKZ7i7GcWwglA142P3kx3mJeSasOcLMGxot8DrOHUeJCP8qcV5H6FOLlHG4owfayxzaV5+kGM+hugpHtpfVenGFV2068TEfZR9n/H3kjJK6OSUPEF6xdJEkiNof4QwtmUHQXmGbHHkVYjO9w07fqndvJ+0bx2DTPrp9DDVeGBECCkZ/n3av2GC4iIiIiIvogXr1+/fq+/maXN2/e4O3bt5X33r17V/k3vQyy6cMbbY50I4CIiIiIiOh54sg0ldRSkOV0hLQphZuIiIiIiOhjxmCaSgLcrM8wzdPTvSngWny2MRERERERUQ3TvImIiIiIiIh64sg0ERERERERUU8MpomIiIiIiIh6YjBNRERERERE1BOD6TLZhB9FcGoP8pVNH5FvovRE5gFocBr29cFoTvV5xidTsacjmw783Tnw4ZSfwZ2X0UplfAcNRXrRnOJ50819TIPjH/qsJOu7TeWGrjMRERERETGYplwwg6IoUBQFVlj/8OWTTR+eAWz09Bwo+gaS4VVvdsgmFraEjaVDURToK8Dw/IcHp5oDWwXcfJ97z/KWYfo2VKnyZgMZ5sJAY7Gh60xERERERACD6ZdBlpsjo0PvU52My5EEhGvsngIWL7EKAXVcRNPalQEpXGEZpIXi4BpuImF0+ZjznODuwJPHNMeDIYVw3aT+UZV2BSOxGm+CHKfORERERETEYPpBZGiVlOAIvqNV02tlDY5fTuF1YGpNAUyWxtuSWtxOw5VXG0FFOurpeVco3haoc6em1PSm9wBZM+ELHJdsZueovoGTI+NcApLtbem9GDebBNLostb2ZqlN98/z7phtFYAK+0Ca9+02hKvPcFN6b58Gx5bgXgf1DwatMxERERERVTGYfgjtEmOsMc/SohXdwkay4e0CQhnmwoaarKDnZeZrYHxZCm5T6nSM9Twto7uAaix6puAGWNdGUAFAG6tAuMYuxOqs84A0B55tIFmlqcWNKdMnJcYyHYbenXtZMzFVk1KQeoEzCUju4mx+uYPmeyMOIs8A8mNXFMzX57gsHXu8nKSfWSGAEFbeJrU073g5K0bKD9AcG5I7P1BuuDoTEREREVEVg+kGql2M0EVRBM+ozUYNlpgtgyLwiYNdMJbGH1kQs72tlpkti+A2k2yukWXgIr7ZIIGEs4taoQ5BGk2XAnUNaSxd2ltnnYciw5yqQGhhtjuwJeZuAnW6vzhWvJxA13Uos/qZeWLBDLoLjLysze0REutQkAoAEs53/3mGtMkajh1AHCyxPMbhaQ5sNcTqcCVrTqDOREREREQvBIPpBqGVjRRmL31vzqoM0/ErKdNpym4uwDpMIBkeosiH76Qp3vVAEshGDXPxHep7EhKsEULFbnBaG0NFiHIs3V3noRQ3Esriu6QUwFXFsWgweDya48MbbbHaLUC2AmwPflOaQDCDokyKQDvZIj3a9NgrNzGORoNjqwit2d4NmkYnUWciIiIiopeDwXRvMkzfgyFtisBrl7JbCGYTKIoOy9pgAwmG7R0npRooUr2zkd+9FG/BOg8pvZFw7MB9KBrGqoRwtdxlCSAOcO2W5xbfYpsA0nlDcP0haGOoANSpD99PX7YKQDKw8P0spf7E6kxERERE9IIwmO4tG8krB14A5POmBxPFCIIllrNJOro9eEp1Ibh2kUgjXMoNKd696tyTfF57JFMawNVH99NXwyiqrMF0DszlPQW70fQY6eB6eWw9XQU82dxk6fPpsdfnrx/F7TUsy4K1WmGVvdwEQBJis1rh+hanV2ciIiIioheEwXRvefBRzP+VNQeLyrxqDaZjlgLE7NFLu9TaI4hvsEkkjBbThhRvkToXbtPCDQFutp3d3GcZ2tWoFkyni3mpdjVAljUTjrkfsGlXNgxVhX21/9nTKUb2d3WWNVwZ6eOy8lMZXLtI1OluVXZZu4IhJdjc7Iazs3noNpzSwcuaiYZDFyBDluVdavyFLGP3tLM4RhAEldddAgBb3AQB8sz5p68zEREREdHHgcF0bzGWcwuhZMDLUpgX4y3mlZTpADdrYLzI05w9jBIXem215mFljzySJCTudW0EWKTOhXg5hxtKsLPFuIp5wzGWcxchsu34Vzi/XmFvK8EMurUtHX+ExRhY3+yNSyNYu0iS5IPP2Q1mOqxktDvmyJtCCi3o5YXR4iXmVoKRnaawe1PA1UvzkNMNQdFdYFqkuS/Gd2g49E6a48HzPNiGBEgGbM+D5zn9shueuM5ERERERB+LV69fv76vv9nlzZs3ePv2beW9d+/eVf5NRERERERE9FJxZJqIiIiIiIioJwbTRERERERERD0xmCYiIiIiIiLqicE0ERERERERUU8MpomIiIiIiIh6YjBNRERERERE1BOD6TLZhB9FcGoP8pVNH5FvIn/a8jA0OA37OgrN2T0/OIoiRE+y05fmGO2lwfGjI/QtIiIiIiI6NgbTH4NgBkVRoCgKrLD+IX0YMkzfhirV3yciIiIioueAwTTRB6A5HgwphOsm9Y+IiIiIiOgZYDD9IDI004FfSp32Ha2aqitrcHy/SK32HZhaUzJvluobRYgiH47ZVKaLQH0EyeXt+A4000EUOShnN1fKtNRZNrPjHzY3+jgGay+xtrjdhnD1GW5q7xMRERER0fPAYPohtEuMscY8S51WdAsbyYa3CxplmAsbarKCnpeZr4HxZSUoBQB1OsZ6npbRXUA1FtiLz7p01keQ5sAzJGz0vM5bTA21UkQ2/WoZfQPJ8OD3rvQpGbC9BNsiXs6wjCtvERERERHRM8JguoFqF6OKURTBM2oTW4MlZssAu1goDrBchYA6zoKvC5xJQLK9rZaZLRHk/84km2sEWaH4ZoMEEs4uaoW6dNZHhAxzqiJx50WQFy8xr6Qhy7gcSY1lpNHl3uhrvJxA13Uos/pRn5oB22uQtiAiIiIiolPHYLpBaGWjitlL35vXKsN0/Eoqb2SXR3ADrMMEkuEhinz4TpoyXA82ASC5Kw1Pxneo70lMV31EZAFluT4A4rtyjVrKSGdougcQx89h+HXI9hqiLYiIiIiI6NQxmO5Nhul7MKQNVnmqs6JAqS2THcwmUBQdlrXBBhIM29tL9R2GWH2o3TDtxbYgIiIiIvpYMJjuLR2dDVfLXbovAMjnTc84ihEESyxnk3R0+yipvn3q0+YW2wSQzqvjsdXttJRJtritvAtA1mA6DhrX8TpJj22vodqCiIiIiIhOHYPp3tKAUh2buzRgWXOwqMyr1mA6ZimITOcaNwacjyZSn8JtWrghwI2xXIWQjEWxirVs1rYT42aTpGV2O0vLJJubYp5wRruyYagq7Kt+IenTG6q9+rSFDFmWd6nxF7IMea9NiIiIiIjoVDGY7i3Gcm4hlAx42ZzYxXiLeSWVN8DNGhgv8nmzHkaJC32y3As4H0+kPoV4OYcbSrC97LFN5aWogxl0N8HI9tJ6L86wqm0nXqajtqPs/4+8ERJXx6Rhaepg7SJJEoTr+jJep2ao9hJvC83x4HkebEMCJAO258Hzqo8gIyIiIiKi0/Xq9evX9/U3u7x58wZv376tvPfu3bvKv+llkE0f3mjzgMCSiIiIiIjo5eLINJXU0p1lDVcHUriJiIiIiIg+ZgymqSTAzfoM0zzd2ZsCroV5Qwo3ERERERHRx4xp3kREREREREQ9cWSaiIiIiIiIqCcG00REREREREQ9MZgmIiIiIiIi6onBdJlswo8iOLWH/cqmj8g3UXoi8wA0OA37+mA0J3vGcvY6mYqdOM1BFJWfDy1Dc/ziPPoOyo/yFjfUdroI9kNZg1mvz27Z96yIrMHxy2V8OLUywmQNjp/3Rx9O74MXPK5O4tuRNQd+R3t1l+nX7tWy1e8o2Sztq+EcDtNeIucnLbPbT+XV9Gz1rO0PfOd2HVdv2ff+/v76tcVO7TtB7Dz321dbu/chsp3WMo++Tsva252IiOgUMZimVDCDoihQFAVWWP+QRGmOB1tNYOnpudRXW4w8v/WHcZOhtjMMGebVGFjPd31EXwEj2ysFURquPBtSstnVWZmvANuD37vSGhzPhrSxoCsKFGWONa4+0LELkk0sbAkbS9+dH6PeXgJlerW75sBWATc/36VnwcumD88ANvln+gaScaz26hJglvWb4qXDTQCEawSVsjJM34YqVd7c6T6uvmSYCwNNu+vVFgeJnede+2pp915EttNaZsjrtL3diYiIThWD6RdAlpt/vRx6n45Fw1gFEvcaQfaLMw6WmLuAcdXn1/5Q2xlKjOVshmVeGQBxMMMqBNRxUZ+tq2MyW+7qjDjAtZtAGl32GmnSHBtq4mK+DLIf7jGC5Qyn/IQ27cqAFK525ygOruEmEkaXpYCps8xD2j3B3d55kXE5koBwXZyzeHm09noQ+RIjKYF7XQ2lNceDIYVw3aTyfkrsuHrRrmAkVsMNxIe0RbPu8/yQfTW1+0OIbKe5zJDXaXu7ExERnS4G0w8iQ6ukGkbwHa0h/a09LTb12DQ5DVdew8iM5sDzrqrpx1117tSU0tn0HiBrJnyB45LN7BzVN/AhyGapLZrPTyXF1HegndcKAEiafnlK57X+0b0vke0InWeBfeH8sf0wwFLoV3RXP5RxLgHJ5mZ/lKxG6NgFjuvx28nqvL0tvRfjZlMOmETKpLrafXfN2CoAFfauP/ZJjxVtryHOzz7tyoCUbHBTq8LtNoSrz3BTfbs3oTpDg2NLewF9WVdboPM7Qfw8d+1LtN27jl1kO91lRK/Trus9NVS7ExERPTUG0w+hXWKMNeZ5yqJuYSPZ8HYBoQxzYUNNVln6mwJlvgbGl3vzA9XpGOt5ltrnAqqx6JkmF2DdMDKjjdVqCmVnnQekOfBsA8kqTWd9fCrmE9AcRJ4B5HVWFMzX57gs1TlNMZWKFNP5FlNDLW8FACCddzSgwL4guJ3O8yy4L9WYYpv1w3w7bem+cpb+Ga4PByL5SGLlB3dnP7zAmQQkdxeV4Mw3axUWOXaR4xpkO3md4/R8Rw7275uJlEl1tXu8nKT1sEIAIaz8XO5ScGMs0+Ha3XeJrJmYqvsjwVVN7TXE+anLRmIbArG4dWRT8LgE66w5NiR33rK/7rYQ/U6oajjPAvvqbnexYxfZTncZ0eu063pPtbc7ERHR6WIw3UC1i7voURTBM2oTuYIlZrvUtjRtL/+Rl/5EyH5obG+rZWbL2vxAINmUUvtuNkgg4eyiVqhDkEbTpUA9/bFaCXQ66zwUGeZUBUILs92BLTF3E6jT/ZGzeDmBrutQZvUz85Qa6ow01XK5q1b2A7j84zs7rkJ6Y0MyrnaBkqyZWBgSIJ0hbVaRfT1wO3vnuaHM3r5STcdVHzHdLdQURfBsCaGlo63ZNMeDARfz8q9kwX5Yvsmk6BvAsEvBWcNx7R17qv24htpOnYTd4OSuveqayoi0u6BgBt0FRl7eXiMkVnvguN9exzk/sjmFihCrtsoc0nlcgnXWHNhqWx1E2kLkO2Hf/nkW2ZcIwWMfUPt1Kn69ExERPVcMphuEVvbjIHvpez+OZJiOX0ldS9PhcgHWYQLJ8NK79U6a4t30Y6aS2hffob4nIcEaIVTsBqe1MVSEqA4adtV5KMWNhLL4Ljn4wzCOD/2gfSppndtHWUsjiyXxXbXFgpkOK5RgZz/2F2Ng5SZAskV6RkT2Jb6d9vMsti/U++HedvI3l5jk14S1gdSyWJVs+rDVENbeokZi/bB8k2k/OBM59lT7cQ21nZJgBkWZFMHVrr1KWsp0t7sYzfHhjbZY7Rbq2l/0qqy5vY5wfkrznrt75b7u4xKpswbHVhFas9Y6dLeF2HdCWfN5FtmXCJFjH1b7dQrh652IiOi5YjDdmwzT92BIm+IH3S4drhDMJlAUHZa1wQYSDNvbS20bTpbqnY0+7KV4C9Z5SOmNhI/xB1SctX16jiezJXD2kCVqxbbzoc5zukBS/YdzKk19TWDp9WBFvB/WAxRgf5R3qGN//HZusU260nRFykC43dtpGKsSwlXboleFw+2Vevz5KZEvkcbSTXvqIn5crXXWxlABqFMfvp++bBWAZGDh+6WU6CHaotB+nofbV+uxD6z9OhW/3omIiJ4rBtO9ZaN95R90AOTzph8+MYJgieVsko5uHzG1Lbh2kUgjXMoNKd696tyTfF57rEwaNNRH99NXw49IWYPpHJ4/+jTSOtfnnVc1B0Pd57A+P1RkX02at9N+nsX31XhcvUbFUvmji1x9VulrKZF+mKW8NgWdu/qIHHuqvp3qcQ21nRjp4F851K/PixUp06Te7o9UuyHR3l5DnZ9CuvCYi9ap2w+xOy6BOt9ew7IsWKsVVtnLTQAkITarFa7rld6pt4X4d0L7eW5S35cIgWMfjMh1KnK9ExERPW8MpnvLA5TSyqeak85v29FgOmYpQMxSGxt+XA4mvsEmkTBapPMRqwM/InUu3KaFGwLcbDulObna1agWTKeLBKl2NUCWNRNOfXEaANqVDUNVYR98BMxTyBc2suGUKi1rJooqp2Wk8gJxcjavsUwzS9uQ08fHVOaHiuxLfDvt51lwX0DjcYWrPBW13p+LOZ3lH/tFwFBKYa4Q64fBOqzMH83rUw5Mu4891X5cQ20nu5mlTncr9svaFQwpwaa0XLVIme52F1FkqhSb0nBlVNOru9truPOTEgkQZciyvAv4L2QZxRP+RI5LoM5xjCAIKq80M3uLmyDAbtZJZ1uIfSd0n2eRfYkQOPYBdV+nYtd79klLuxMREZ0uBtO9xVjOLYSSAS9Lo1uMt5hXUtcC3KyB8SJPtfMwSlzoe/NHh5Q9ZkeS0ueV1j7rrnMhXs7hlubvFfMRYyznLkJk2/GvcH69wt5Wghl0a1s6/nQO4Ppmf2wkWLtIkuSBaZ8DCmZQdBeYFimSi/EdKlUOZtDdZLf4UbQ4w8qtHX1wg/V4sWv3Kdz9tE6hfYltp/M8i+wLQOiucJZvxxshccuLi+X9uXjUm2enZSa7H/tZUAMJRn5+di8ny8gQ7IfBDLoFTPPtZPUp9iV47J3HNeB24iXmVoKRnZ5nb9oQPImUEWl3AcFMh5WMdtdw5E0hhRb0XaVF2mvA8wNkC4/Vbh7UaI4Hz/NgGxIgGbA9D55X1Kf7uMTr3EmkLTq/E0TPs8C+RAx17CI6r1PB612g3YmIiE7Vq9evX9/X3+zy5s0bvH37tvLeu3fvKv8mIiIiIiIieqk4Mk1ERERERETUE4NpIiIiIiIiop4YTBMRERERERH1xGCaiIiIiIiIqCcG00REREREREQ9MZh+JNn0EfnFczSP6Sn3Rc8L+wYRERER0dN6IcG0BqfyPOTSJ07teZ5Du9sg3Ny1Pj9ac4rn8z4q4BHY11HJJvwoglM7mccJ5NI2re/rIWSzdP5Lr6b+8mx96L7xsZM1mJXr3IGpVfuXLGtw/HIZH06tzNMZ7voqaHD8R37HCbiffIb3P/g6fvqDr+On3/sM9+WdySO8/8HX8X5Seg/A/Te/hp/+4GvVskRERESP9EKC6QDrEJBGl7UfcTLOJQDhGkHl/eHEwRKzZcvWNQe2Cri6AkVRoEyWDw54OvdFjeLlJD33Vggg2bXFZPmQlpBh+qcXiLf3jdOs88shw7waA+t52s8UBfoKGNleKVjVcOXZkJINrPy7YL4CbO+FtIsM07ehSvX3Bzb5DO/tL+CTX/8GfuZXvoFPvwW8/057kHz/W1/DexX49Nd/H68ecskTERERHfBCgmkgWIeAdIaL8pvyJUYSEK4PBRkHyPIuKJc1DZqmQd77sSZDlvNX/bO6BHeP+hHXZ1/0YgzeD6mR0HluE2M5m2EZFBd5HMywCgF1XAz9bl0dk9kSu2JxgGs3abgJ+PxojgdDCuG6Sf2jAX0R979xgVdusAuKX/l/hE9/9AV8/s+/WC8M5IG0wUCaiIiIjuPFBNO43SKBitJvV+DiDBJClGNpWTPh+3mqrw9nb1RIhrnwsDA1mH4Ez55iOrXhedVUcc3x4HnZa7Gf1rhLLbZVACrsvTTvdLQw2suz3B9FbN9Xnq6ZpVgePC5ANh34pTRUzXSOlAIvQyvvK4rgO1q13nspr/tpsanu43o8kXOYlokiD4YESIZX1L3Wht19TKQthuiHInUW74fPkmyW2rShHwqe5+7tdAmw7JEJ8eipE4NdXwLXMoDbbQhXn+Gm9n7d447r7+HzLwG4+3HpvR8Dfw7cn/290nupNJD+Al5ZDKSJiIjoOF5OMB3fYJNUR4K0sQokW9zu3nDg2QaSlZ6mWeobSEY5FbMgGVOcrXQoygSTiQJFv66kigezLJ3zwEhMNbU4hJWlfxZp3jGW6dBV9Ue7dgVDSrC5KX79de0LANTpGOt5Xg5QjQWqsaADz5Cw2aWYbjE11FKBAWmXGGONeX7MuoWNZMMrB3ALG2qygp6Xma+B8eVeYN95XANq31eAmaJAUXS4CZC4WR9SFCizUs8Q6WM92uJx/VCkzuL98NnRHESeAeRtoSiYr89xWe9kXee5x3Zycja9oz0rRsblSEKyuXnw1I9mA15fnddyKl7O0ONewcPIr+vvpLY/AX7xNe7L740/SwNp99v41C9/QERERDSclxNMI8bNJgGk893I77mE0g9VGeZUBUILszzPMl5i7iZQpw0jJckG16W0TcRH+KUYrBHWRtO1sQqEq94/TJPN9S59NL7ZIIGEs13Oe3rsiTsvtpsd+0OodjFKFUURPKM2UTKbv7s7hDioBWwXOJOAZHtbLTNb7s1tbz+uYT1+XyJ9rGdbPLN+eDoa2gLp3PLGqeUHz3OP7WQL9EVRBM+WEFo6yvdZ6jTHgwEX88FP8oDXV+e1fJru1Qu8+hFwb/zjapBNRERENKAXFExnPwalES5lZPOlyyNrxQ/Myv9zl+zPtUY5CD+mdOG0ItDSMO4czWqWlCdlx3eohmbZsdcmbsd3BwK4DqGVjVJlr/1RURmm41dSQ9N091yAdZhkacc+fCdNQd27odF5XMN6/L5E+li/tnhu/fB0pOdZ9BgOn+ce24mXmOTXhLWB1LK4mGz6sNUQ1i5TJUu3L9+gkgx4u2uoz3SMIa+vrmu5y5DHJe6V+218+i/+EK9wgfff/HL9YyIiIqJBvKhgOv0xmI6syJcjSMkG9SzVyrzR3j8Mhxdcu7sbALI5hZq4uBb43X66ZJi+B0PaYJWnMSt5unshmE2gKDosa4MNJBi2t5c6+lydWh8T8fL64YcVB2m2QdPiYrLpwzMSWPqsNFIcYzmp3aBK3CJNWymX7TbM9SV2Lbcb8Ljiv6y/kzr7AvDnf4lX5ffufgzgT/GpdQuov7b3qCwiIiKiIbysYDofYRtruEiH/0qjTbfYJvujqr1/0A0tvsEmkTC61I40fxK7Y5fOqz/r5fNjPMcmG8lblVYtPrivGEGwxHI2SX9kn3jqaDeRPvaUbdHDwP1QFlgOe6gyzdLzXF5D4WGG2k4qDaQBV59Vro/jeOz11edafgp/gU9+BOC8vHL3F4FfBF5t/6L0Xon/B/g0BO7tz5juTURERIN7YcF0/oisKaZ7aarpQkuq7aC8qK2smXDMfj8xy3ap5Vr2eKJ6gU5pvSTD7lzw6eH7yvexKFb0lU0s6nOdB5EHH8U8dFlzavvSYDpmqR3ShZgqi8WdrBh3SdMzzdPPuvvYcdqivW+01Tkn3g+7aE4Ez/MaVggvDFXmsHxhNRtOqTFkzUS/y11kO/X+nH6+MKo3JYpAenLkuej1+jz0+hK5lnNpv8uny1wc5VFtP8arb93i3tB2z5W+n/xjvP/ST/DJvy+v8F316jeZ7k1ERETH8eKCaQRrhJK090is9LMZdGuL8aJIwV2MgfVNvWAP2eJRIzt7PNFDfvgHa4RA94JPj9lXMIOe/b9RFCFanGHVK11TVIzl3EJYmhe5GG8xr+wrwM0apXbwMEpc6Lv5o8OqPqZMguGl+z00n7VLcO0iRGneZ7kdRPrYMdqio2+01nlXSLAfCqrPHW8yVJlGwQyK7gLTIu1+Mb5D78u9czt5fy4eReXZIySujsnuRGq4MqRK/yte+/OG4+WktPJ/X0NdXyLXcip/RJudzYm2PW//8WKPPq5spNn9CT7/ztfx0x98He9/Q+QZ0kz3JiIiouN49fr1697Zb2/evMHbt28r7717967yb+pDgxPZgKW0rv47NNn04Y02D/iRTUM7jbb4MP2QiIiIiOg5enkj08/Q0yz4VEv9lNORssfOjaWHOM22eJp+SERERET0MjCY/pA0J00JNQB3fuwRyQA36zNM89RPbwq41hGecUvdTqwtnrQfEhERERG9DEzzJiIiIiIiIuqJI9NEREREREREPTGYJiIiIiIiIuqJwfQT+Lmv/jv8w3/92/i5+gfPnGz6iPziGbREREREREQfi5cRTJ//Nn7lu/8F/7D8+te/hy+d1wt+ID/6Pv76P93hb+rvP3d3G4SbuxNfsEqDE0VoeqzysWlO8dzhzpsOmtP4vOHHETj2bPGx3au1cBuBfZ0oWXPg79rJwQMfP16QzXR79TaXNZiVPuHA3C3pvq+t/4jU+dTKEBEREb00LyOYzvy18z/h7VfS13/+A+B/+J1/d8SAWsaX/vV/wa98tftX49/8h9/Bn337u/W3n704WGK2PIXnKMkw/Qj+Kf2C1xzYKuDqChRFgfKg50c/wXEFs7R+igIrrH946gY4P7KJhS1hY+lQFAX6CjA8/xHBoAxzYUCqvw0Z5tUYWM9351tfASPba74B0dZ/ROp8amWIiIiIXqAXFUyX/c1/+F/x3/6rhJ//v3zIX3Qyfu48f9U/e85kyHL+qn9GhQR3/SNoekLalQEpXGEZpA0VB9dwEwmjywd2bO0KRmI13JiIsZzNdvsBgDiYYRUC6rgpmsbB/iNS51MrQ0RERPQSvdhgGvg/42d/of4e8HNf/b1SSvi/wy83jCy3l/kKfvm7/wX/8Lv/Fv/DLwA/+5V/W6SW/6uvlMoBr//Vv8Xf/53s9Vv1OdPpdn75n30Fv/yvD+0rVanPv/49vP7q7+Effvf38Lpe8KCmFNyG92QNjt+dhqo5Hjwvey3q6cv5djU4fp4+7MNpGKaSzWpqqGb2TXVO9xVFHgwJkAyvJV1ZoD6aCb+jTBfZzM6frQJQYe+Or5amWz/2ys2WPscl4Lz72EVU6nxoO4PsS4ZW2VcE39FK52+o8yPjXAKS7W3pvRg3mwTS6LLYn+YgimojrU3vQYNjS3CvH56t0d1/ROp8amWIiIiIXqYXG0z/3FfH+Hkk+Ov/WAzt/NxX/x3+/ld+EX/921k6+G9/H3/nK/+2kqrdXea7+LOv/E94+5V/if/2X4G//e6/3KWWv/1fqqncf/m/ZCnn300q75f9/Gdj/NXv5uWAn//K/7uamv7Pfq9an9/d4he+8k9KBYYiw1zYUJMV9CwNVZmvgfHlXnAbzLI0VffwcanTMdbzvBygGou9YMQzJGzyNNb5FlNDLRUQEWCmKFAUHW4CJG6aZqooCpRZNaARqo9tIFll29A3kIwDKbgt4uUk/f+tEEAIK69PKU1XNv2OYxc/LhGqMcU2O/b8uPqmRu/V+cB2htgXtEuMscY8P2bdwkay4e0aY6jzc4EzCUju4mLOelNVgxl0FzC8/EaPBsdWkbhzLEsjx5pjQ6q910bOUrnDdVHn7v4jUudTK0NERET0Mr2oYPrnZ8UCZH//K7+Iv3b+n/jRXf6pjNf/QMLffrf03t3v4IffTfCz/+D/mo0ai5QZ1t/+p/8Vf5nt62/+4/fxt5Dws7sJlzK+9Nk/aazP8LIfxdvbYm5mHGA5W6JPeJJLNtfIM1rjmw0SSDi7yD+VYU5rwUi8xLwlOH8skfogtDDbFUrro07rI++PJeNyJD3tsTfsq9+o4eE617cjUqZTNhe/0g/TfOi9GzvDkrC7jyWdYdc9AMTLOdxEhe2YMH0bamhhUo2kYashVl2RdL44WRTBsyWElo5e8f+ew3UunFoZIiIiopfhRQXT5QXI3v729/F3ZuUR5TTt+7//qPpj929+9OfAL5xlgbJImWFV9nV3h/9e/rCtPoMLsA6TLGXWh++kKd69gqCSpDzZM75DNVQsjWaVxHdHDChF6lNJVc3qM3hA8IGP/UHH1VLn2nZEynSTYTp+Jc07TXs+omAGRZkUNwKSLWq9AcuJhVA1YEghrEoEnI5Uh9as+8ZTvMQkG23WrQ0k+wEj97nOOp9gGSIiIqIX5EUF0xVHHlF+iYLZBIqiw7I22ECCYXul1NqXrzL39ikCOGogw/Q9GNIGqzylfJf2PLRbbBNAOhcMZrUx0h4hofK/ZO+rUx++n75sFYBkYOH7B6cKxMFDRu5F6nxqZYiIiIheppcbTO/5P/C3/xX4O1+q/uj7uS/9IvBft9kzoEXKPKWW+jyWfN7w+B4AiBEESyxnk3RO9FFSa5t/gMvnzTU6vrQ+oVUK3nYvgdHGXp7+2Bv31WvUsKXOte2IlGmXjoKHq+UuLR9HOz8x0oHz8rh5ltK+uak9yiyfJ63X5k8DuL2GZVmwViusspebAEhCbFYrXIsfvACROp9aGSIiIqKX6eUG0+dfwf/pKxL+9j/9f7MgOMZf/qcEP1te4Ov8t/FLvcvkYvzNf4PQyPff/Mfv429/4Z/i9T/LHpNVL3BQjB/9wf+W1uefZUFKVp9+0mComP8rQ7sa1YJpDaZjlhYPSn8QtwVC8c0GiTTCpZY9Jqte4KAYy1UIyVgUq4XLJhZG3+PKZT/oe43wlaX1Ue3q4kmyZsIxh76VUDr2fF8Hj/2xx5Vq2le42n/u9e02u3myt7NsdeaG7dQDpqYyTfs6LOur42Kuuqw5Rzs/wbWLRJ3u+qGsXcGQEmxuyjWWK/Okd/On8xW24xhBEFReadb+FjdBgDhGw/WV9q+mc9hFpM6nVoaIiIjoJXpRwXR5AbJ/+Du/AXz3/4Uffrv4Qfc33/6/4T9/98/x87+Tl/mn+O/f/Zf4Qc8yub/8/3wbf42v4u8feDTWzt3v4Iff/XP8/Cx7TNahck3+w/8jrc8sewTXb53hvzr/W71UhxjLuYsQBrwoQuRf4fx6hWribICbNTBe5GnOHkaJC720CvWebIGpkZ09JutQPmuTYAY9+3+jKEK0OMPqEam8wXXp+Ho/Iimrj7UtHX+ExRhY3ww7Lg2Ujt3L9rU4w8ptPvZHHxeA0F3hLD8ub4TEbV70Kl7O4YYS7Kxe5bm88TLNVNjVOdtOZRGuHvs6LMZybiGUimNejLeYH+gbjz4/8RJzq+iH3hRw9dK8X6SPgqvOk87mT0sGFsLznfPrq3j0nGc3n8NOAnU+uTJEREREL9Cr169f39ff7PLmzRu8ffu28t67d+8q/6bj+bmv/jv8/X/wffzn//vvfIDU8+ORTR/eaNMewBMREREREZ2AFzUy/TJ9BV/6V7+N17u083r6+nNVS3uVNVw9IOWViIiIiIjoQ+DI9DPwc//s9/BLn/0T/OwvAECCv/7ut/D/+/Z3n3kwnc2FnaqQJABIELorXJefL0xERERERHSiGEwTERERERER9cQ0byIiIiIiIqKeGEwTERERERER9fTRBtOy6SPKnxNLRERERERE1MPRgmmn9pzaMtn0EUUOej4Rtp3mIIp8HNjlvrsNws3dh13sSnN2z5zdezkaIJvwK+/7cEytcgNAcxr+3/p2qJ/8vNdvtsgaTKd4TnDkOzB3y5Hv0yplq9uSNadoW99p7LenVoaIiIiIiApHC6a3CSCdXdTfLiRb3Nbfe0JxsMRsGdTf/gBCWIoCpf6aFXULrew9fYXtyIZXCsyCWen/0V0kSODqzdt5WjJM//ANFXFDbUeUDHNhQKq/DRnm1RhYz3fnVl8BI9tD4/0KzYGtomiL8rOzZRMLW8LG0nfbMbzajaBTK0NERERERBVHC6bvkvo7hYszCUh6jgrL8i6AlDUNmqZBftCPfRmynL/qn524OMByYiGUDFw1BXD0eNoVjMSCFdY/iLGczbAMil4bBzOsQkAdH2qMBHcNnVy7MiCFq9224uAabiJhdFl0yFMrQ0REREREVUcLpm+3CSCdpwFwls6cjuDJOJeAZFuMS8tmKcU08uHsDYnJMBceFqYG04/g2VNMpzY8ry1VPB3RjJx6WrQHz8tei/qcaQ1OFMHRNDh+W31qdfYdaKYzfOp6owDr1gDuEWQNjt+dxixrJvyD5yc9h1HkwZAAyfCK7TUO4R4ivp3u/iNKg2NLcK8fPpqfTmGIENkqABX27lzmfW2//wMxbjYJpNHliZYhIiIiIqK6owXT8V0CSGe4ACCfp0mz5QAwyYbsZNOHZ0jY5Omw+gaS4TWm9UrGFGcrHYoywWSiQNGv0Rz2aHB8D6PEgjILKiPgeVq07h4eOlenY6zneTlANRbVlFfNqdZ5vsXUUEsFjqtyo2IwMsyFDTVZQc9TxOdrYHxZvUGgOfBsA8kqTQnO26uIbwPMFAWKosNNgMTNyvVOORfbTp/+00VzbEjuHMuG0eQmcpbKHa6L+sTLSVoPK6ym8O/SvC+QJmbE2U0mB/v3K06tDBERERER1R0tmMbtFmm4KuNyJCF0XSTSOWRc4ExKkA6EpZ8l5QAmXmLuHhgVSza4LqXZIm6Iei40OJENKbEw6RW8FZLNNfLdxDcbJJBQTP+WYU7Vxjo/TGn0sjS6+oBY8JGyoGp7W9x8iAMsZ8vSDYv02BFamO1OUHrs6rQ+yv8UevafNpoDWw2x6oqkS4vCebaE0NLxwG6WkXC++8/05tO+UytDRERERETHC6bjOySQcC5f4EwKsV7eIZHOcCGflxZ3Ko2KVf7XYlS7LNncdMyzlmDYNlQASWm0sK9KfeK77KZArqXOD9K0ANlEeHR0OAHWYZKlU/vwnTTFuxqQFgF32aH2Or6WtuhVHw2OrSK0ZgcyHUriJSZZO+nWBpL9sFFwAEAwq7Z106J8p1aGiIiIiIiAowbTuMU2kXB2eQ4p2eI2+/f55RmkAwszDSFxdehuAtX+EKO7T+NBC7gJCGYTKIoOy9pgAwmG7cFrmOdcmb+8mx/8jGljqADUqQ/fT1+2CkAysPD95tW6ka4I338U/DZd6f687f84tTJERERERFR3xGA6xl0CSKMRpOQOMWLcbIDRSCqNeDX/kJfTFZEeMCqWYHMTI15OYIUSjL0FxobQUucnoWFcm6c7rBhBsMRyNknnlavj0pzp9Nh3j+qqvARGdQfX0hZ9+s/tNSzLgrVaYZW93ARAEmKzWuFaeEMisuui8ti4LF19l3lxamWIiIiIiKjuiMF0ulCWJEm7wC++S/9djKpmqwaXF/iSTSyMx/+QD2bpI6SaRlaBbC60NMKllj0mq17goBjLVZjWOV+pKavz0ckaTN+Gmrh4xILTB2gwHbO0+FQaUFWD0vTYVbu6SJWsmXDM+nnOb6b0GbVt0radgfpPHCMIgsorzdrf4iYIsqn59fOTHnfvfQEIrl0k6nTXf2TtCoaU3gg61TJERERERFR11GA6lS82VixKVp5zGy/TEdCRl6UMeyMkro7JoycNB5hZIaDazWm62UJVIzt7TFZjoQOCWVpnO0t3Xpxhtf9g4sGodn5upjjbWNB3K0MPKcDNGhgv8vRtD6PE3d9XMINubUvlIizGwPpmP7oPrl2EMODl6eB9znFJ23aO13/q8vNTPDrMsx+4r3iJuVX0H28KuHptnvyplSEiIiIioopXr1+/vq+/2eXNmzd4+/Zt5b13795V/v2xkU0f3mizH3wSERERERHRi/MEI9MvUS3lV9Zw9YB0XyIiIiIiInqeGEw/SICb9RmmeaqzNwVcC3PmxRIREREREX0UmOZNRERERERE1BNHpomIiIiIiIh6YjBNRERERERE1BOD6Sdw/1tfw0+/N0LvfHoiIiIiIiI6SU8zZ1oe4f03gE/+xQavJiO8/43sv/uWaXH/W1/De+Mn+PRX/kD4/xnU5DP81Ebj/u8nI3x+/pf49Hf/tPbJE5l8hp/aF8W/wz/Ez/zmE9el5fw0+zLe/+DXAOsb+NSvf5Y5heNqcf/Nr+G9+oX0Hz/6E3zaoz8/qfp5LMvOaXp9ZcdS8sr9Nj793R/j/ptfx3u1/mlJj7bp2hf1JI/w/ju/ivumPih/Ge+/8Wu4/xIA/ASv3GDvHN9PPsPn9kV6M/BHt/j063+AV7W1Fp9jGSIiIqLHepKR6ft//ku4//O/xCsA9+fFf/ct81y98jcfLpAGAP8P8DO/8g38zK98A5+G9Q+fsVM+rslneK8Cn/56Wr+fqQcxJ+cWn2bnsvLKAuBXv/v76b+tWwA/2R1XHni9+s3S//Prf4JXpTLl7Yjo2tfL90Xcf+/reP9bX6x/8ABfxP03fvVAVsyX8f47vwZ8/w+ztg/wCf4x7vNH/iENxD+3v4BPrG+nbfAt4P13vvb8yxAREREN4EmCaZx9Aa+2fwHgi8A//QJerRt+WIuUeXa+iHs5f9U/o5fvJzj44HH5i7sA537y5fTFPkJDm/xjvP/zP2y82XT/zV/D/Y/+BJ/87p9mN3p+jFe/Wx3Bvf+ffxX34R/jlZ/dNPH/CJ/+6Av4/J8Xgf5zLENEREQ0hOMF0/II77/3tfSlAveGhvff0/D+S8C9/TW8/95nuBcpU9/uI93/1md4/4Ov46c/+Dp++oOvNYz+fLFW5ut4/80v79WjUuZ7n+H+vFYAwP03v4r338le36jPmf4y3v/g63g/+TLef6+tPg37+q3P8NMfDH9uUN9XY32GOj9i28F59/kRcT8ZtW9H/jLef+9ru7r89Huf4X7Sf1/3v5Vtw74AcFE6B+X2/yLuv/FVfP5bX05HIO1/hM9/49fw/jvVNm1vi6z/fC8rk/WLtPxLH4UTPXaxPrbXVxuur87+I6SrPulx/fQHX02/A42vFv3xm1+ubEnMl/He/gI+/TdNNya/CPwi8Or7/3tLxkRWZvsXpfd+DHz/J7j/p/9jVu/nWIaIiIhoGMcLpuP/HZ9864/xyfd/kqaQWn+MT76fzV+z/hiffOuPxMoMKJ+L+UmefvrrPwSMr1Z/GE/+R3yOP8Mnu5TVP8Qnv/hreF/6Mbu3na//FT439uec5qmvn7o/qX+0c/8bv4xPvp6XS28oVAKhyWdC+xrC3nEd8/wIbAcA7o1/tDs/jfURMfkM7+1fBb6Vpn3utjPJC3wR99/4Ndz/+R8Xqc5f/zNg3P/HdzVFuZQ63ZDmfW/8I3z+rW/jZ37l9/Hpv/gGfubX/2hXZu8cHjr27/8RPv2VP8SrL13g/dmf4dNf+TY+/dEX8P5/fkjw9cx0HbtIHxO5vjr7j6DO+vxp1l++jU9/lM4R/5m8bI80+dz9N38NcIMDc4X/Hj7/EoC7v1e7SVDuN3mZH6fz6n/wWcNNmudYhoiIiGgYxwum8WO88v8UwBeA8M+y/wbw5+l/v/J/jFdCZYaSpY+Xf1zGG3zi1kYssvnNu/3Gf4pX37oF1F8uRj4ObOchXn3/j3bbefXvf4hX+AI+/6X80y/i/jcuBttXu8PHdZTz07mdVNN2+o0wpecQ4R/i0yztc7ed38hHi9Mf4K+2f1Gtz2/uB8CD+tEP8UleJwCI8/8+fA73jv3uxwD+Ap/8KH/jx8CflwuIKo2i714nPsLddeydfUzk+hLpP4I66zOgyWd4r97ik4555uWbeelNgl/bv2GzU1oU7kt/t/xByXMsQ0RERPQwxwums7nC+VzoezkLEPL/Fi0zmNKIRcmru5/UfmR9MV2FuRxUVFY6btnOQ5S3E/9l+ZPh99WqZV9HOT9d28k0bafXj+IiUC6rbudP8Un4kyyt9mt4/800xXvwAKfmcIptyzlsOfbKMf7i6571b1qA7PcPjGqenuZj7+pjLed5R6T/iOqqz1C+jPf2BV5Z3Svnl2/mHbxhg3yxv1J/+NFf1Qo80zJEREREj3C0YHo3V1hN5/69/04xD/D9dzTcy18WKFPf6rF9Efff+yre/+IPi7TPX8lTdmm48zPUdsRV5p82BDGvfvP30/Ra64f4BF/Ae/ureynn9JwM28e6+k+3YevTapKOdN//RrYeRbYmBb70q/j8e1+rpqfXbiQA5RHcbNT/vO3G5nMsQ0RERDSMowXTn/5K/oicbMTLuk2ftbsb8crmB7aWqW/1MZp/ZN2ff6E0YpGNQn1rU9n3/Xn5mbct2xnciexr8PMjsp1M03Z6jTCl9Xll1Uddv4Gf2Xvm9Y/xyt/g1W/+fjrP/Rjpt0JazmGvY/+YifSxlvO806f/tBGpz0B++Ef41PpDfPqtP07XpPjWH+PTH6VrUXzyrT/GJz9Elo2xf+xAeQQ3TZu/P/t7pQ+z7KFdVsVzLNOfSKbUUGWIiIjo+ThaMA1kz44O/wyv8h+NDc+OFikzjGxF1/ICX/IInxvlH1npD+f7cTEX8n7yGT43yj94f4xX37pt3M4hr/79D/HqS78ETLLHZNULHFTaV76ydMe+Om2zIHFv1P8pz4/IdrL3GzvqpUoAAH9/SURBVLbz6lsNc5lbjuvVt25xb1cXIrqfjEqLLX0Z998clT5Pf3x/uMBVpC2onUgfE7m+RPqPCJH65LKAsCndWkScrkVRfqVzyf8K8P90F8y/Wt/i3ig9V7qhj736N3+CV+o/2p2f+8k/xvsv/QSf/PtiRPs5lunj/ptfx/vvfLV1RfWhyhAREdHzctRgWujZ0SJlhDUtovT13YI6r343HXH8/DvZZ9/5JcD9Nj7dLdLzY7z6+h/i1S/+6m47n4//Cp/UUzH9P6hu5xt/F5+4Lema2VzEz+0slb3Pj6l8X3aWZvqNv7tfnx5e/W6AT8Mv4H1W9/JiQ093fgS3A+CV+8f4/Bu1+vj1Uu3HBf8P8Kn1V8V2fvB1fD4GPvn3eV/7U2CN0udfxed//if4tGEF7qfS3RZPq/rIrwPneSDD7Euwj4lcX539R4RgfTKv/s2f4BWKskcJwPw/wKcW2vtYvMEnVnF+3v8G8Omv17KGnmOZB6jPm28yVBkiIiJ6Hl69fv269+DHmzdv8Pbt28p77969q/ybjuf+t76G9//0hx802CN6qXh9EREREZGI445M0wBqKcjyl/dSMYnooXh9EREREdHDcGT6GbiffIbPf+MC918CgJ/glfvH+KT8vFoiejBeX0RERET0EAymiYiIiIiIiHpimjcRERERERFRTwymiYiIiIiIiHpiMP1Isukj8k3sPd6YiF4cXu9ERERElHsRwbTmRIiilpej1f+X4dxtEG7u8MhHmA5CNv3jHuuRaI5ftNVRAxUNjt++j0edQ815un53iOYgihyI71mDE0VoreopHNdRCBx73Qld70RERET0Yb2IYDqYKVCU7KW7SJDA1UvvzYL6/zKYOFhitjze9p8vGaYfwTcPha0ZzYGtomivyfJIgYoM07ehSvX3BxTMdn3OCusfPmMv9bgegNc7EREREeVeRDDdiyzvRiVlTYOmaZA74r1mMmQ5f9U/O1GDHfvQEtwdJ4Le0RwPhhTCdZP6R0QCnuH1TkRERERH9ZEF0zLMhYeFqcH0I3j2FNOpDc/L02LT0dT9NNb9UVbN8eB52WtRTxvO00eztOIoQhT5cBpGaWXTgb9LcXagmX3TdEV1HXtWqlwfkTrvlUmPPYo8GBIgGV5jerBsZqndtgpAhb07B6VzKWtw/HIKuANT26+PiNttCFef4ab+wQfSfg4BQIZWKRPBd7S99PS9/nNeKyC4HZx391URsmbCb9vOUG3auZ2mFO6m98SOXeR69/3sPPsOzN0591FsTqwt9tq04Tuh8zwTERER0dF9ZMF0SjKmOFvpUJQJJhMFin6NNHEzxnIVAuq4GsxqVzCkBJubYvg0Ty3XW0Y61ekY63leDlCNRemHdZri7BkSNnmK83yLqaGWCvQTL+fQO1LaDx97GuBW6qNvIBle5SZCd5kAM0WBouhwEyBx9cZ0+3g5Sd+zQgAhrLzMLs1bhrmwoSYr6Pln8zUwvnzQjYZ4OcNSYPRb5Bw+Vvc5BKBdYow15vmx6xY2kg2vdkOis/8IbAcAVGOKbdZXG+sjQnPg2QaSVdbm2XaKXQ3VpkNtJyVy7CLXOzbXmCgWQkmFcbbGRNHhJhKMq6xWIm0h8p3QeZ6JiIiI6Cl8lME0kg2ug1JkFZf+O1gjhIpx+fftWAXClVAwVpZsrpHvJr7ZIIGEs4v8UxnmVEXizovtxkvM236sd4q75xsfPHYZlyOpsT7S6DIbPRMpM5QLnElAsr0tjikOsJwtd8H/cQicw0cRPIfZ3NzKsVdu9BzeTkXndlJN2+nXpml/Rmhhtuv06XbUaT6SO1SbDrWd1OOPPZXcxQBusd01QYy7cnN0toXId4LIeSYiIiKip/BRBtPJ5qYlYAqwDlH6YaphrALhuv/P9PTHdSa+QzXMyQKC2mThuPLre3iHj72lPtIZ0nsAImWGEmAdJlmauA/fSdN4m4KFvdXcW1br/vBEz6EM0/ErKcFpSnyuZTsVXdtJNW6nV5sWAW5ZdTvibdpuqO2kHn/s+yrnQTrf3YxqbwuRNhU5z0RERET0FD7KYLpLcO0ikUa4lAHZnEJNXFz3j6XpkYLZBIqiw7I22ECCYXt76clpuSwlNn8dbUXwpyLD9D0Y0gar8qr0vZfSHmo74ipz5PeCRfE27TLUdp7OsG3RdZ6JiIiI6PgYTDeJb7BJJIwutTSV9uBo7mOk6aDSeXU8TT4/5rOb2rTUJ9kiHQcTKTO0GEGwxHI2Seer1uezPzsi5zAdfQxXy900gV2ZnZbt7IhsJ9W4nV5tmtYntGo3NhQFijKrpV8P1aY9tyOfY//Ihzh2ESJtIdKmfc4zERERER0Tg+lG6UJkkmHvLTxWF99s0lFsLXtsTr3AQfk+FsUqxLKJhdH0c/8pxLjZJGl98oPI6lPcTBApk0vniz5k7mlKg+mYKBZoTucIPzzISdsnT4O9OPIjjm63WXC3tw+Rc5gGTOq4SFeXNafWN0r9p7adgsh2Uk3bCVf7I/xtx7VchVBtp/KZrJlwzDzEHapNRbaTHftuuoYM7WrUHEwLHjsedb2LtIXId4LIeSYiIiKip8Bg+pBgjRDoXngsW/xnZGePzemTahrMoGf/bxRFiBZnWD0w7XMI8TId4Rt5WeqoN0Li6piUToBImVxw7SKEAS9PRe1zbhDgZg2MF3kqq4dR4kJ/YAp3/mgjO31eF2zP23ss2JDi5RxuKMHOzlN5dejucxhjObcQSsW5W4y3mNf7Rt5/8u0szrByy2UEtwMgdFc4y891Vp+mRc3bjgvBDLq1LbVZhMUYWN/kGxqqTUW2E2M5L/U//wrn16v0mq4RPXbgMde7YFuIfCd0nmciIiIiegqvXr9+fV9/s8ubN2/w9u3bynvv3r2r/Pv50+BENmAph39YH4Fs+vBGmwcEGET0EvE7gYiIiOg0cWT6gKdZeKyWripruGpMmSaijwO/E4iIiIieCwbTdZqDKIrgGYA7P/ZIUICb9RmmuxTTKeBamDekTBPRx4DfCURERETPBdO8iYiIiIiIiHriyDQRERERERFRTwymiYiIiIiIiHpiMP3CyKaPyC+eZXtMT7kvIjqeU7uWT60+RERERE0YTJfJJvzsua3py4djas/rB93dBuHm7sgLp2Wecl9PJVuAbu+H/F7fyPtHqdSuTPX51bLpp+XLzySWNTj+ge3U5dut10mQrDlF3X0Hbbs6Hg1O/bnUJek5Ot5zv5uldRJ+VPRL9uBr+Ujn8MH1ESRrMJ3susyvi90S6i+DVjm+h313EBERUTsG0w1CS4GiKFD0FbYjG94z+iESB0vMlo95npcM0z8c9JQ9fl+nRxurQJIgkUa4bDgFu76hKNCtDSTDazhXKsa74ELG5UiqfgwNjmdD2ljQFQWKMscaVweCXBnmwkB9C8I0B54tYaNndV4Bhucf2Ncx3WKbANLZRf2DQrLFbf29VuJ9ldqd2rV83PrIMK/GwHpeXMsrYGR7w98UGJxgn9cc2CrgZte9wmeUExERHQWD6TZxgOXEQigZuPqQP7JkeRfMy5oGTdMg7/2WkiHL+av+2dCecl9PSca5BCSbFRJIaIv7kP3gn7sJpNFl5WZLGIZQ82havsQIIcKk+FxzbKiJi/kyyH7gxgiWMzQ+/Ui7gpFYsML6ByJkmFMViTvfbTsOruEmEkZNdwqOKsZd6RzUXZxJQFIaiRTq8/R4p3YtD1Sf1v4TYzmbYRkUF1wczLAKUVy3fbTu60NKcNf0nUJERESDYTDdKcC64UeWrJnw29J0ZQ2OL5BGKJuldN8IvlNPK5dhLjwsTA2mH8Gzp5hObXheNSVWczx4XvZa1EfSs1RMsy21OC0TRR4MCZAMr6h7bbimfV8p2SylFh/Yl6O11afQmCZ9DPIlRlKCzU1zmwtbrxGqY2gA5MsRsFlju/swD9hvBEaKNDi2BPf6oSN0F0hj1PKe0qC2GCEW6Rup9j7f3aa32wSQztP+kqXTp02anZNtPi7d1efF+6qQ88N1TsnQKv25fp12H3vqibcj0KYi17KQ1nP41PXp6j9DEttX+/ehSBmxPr/7rrRVACrsvEw5u0r0bxMRERF1YjAtoBIEIA0EPNtAstKzdPA03bf4TSPDXNhQk1WWxqtAma+B8WX1x5zmIPIMIN+OomC+Psdlwy8+yZjibKVDUSaYTBQo+jXKIVYwy9IV3cPDf6oxxXaep7DXU5QDzBQFiqLDTYDELeqkzKrBXNe+ZNOHZxSpxfv7SqnTMdZZfXQXUI3FB0g/LsiXI0jJBjcxEKTRdPuPb9nEwpAaAuMA61DFWNNwOQI2N+Xk5TzAvagEFr65vyfNsSGVRpV7k88b08P3+nNn3xDp86m2No3TKB4XAOTztGblGxbVoL+tz4v3VRHdx36JMdaY5/vQLWwkG17t4NuOHfgA2+k6LoFrWZTIvkTKDFUftPaffXKWFh2uD5Vo17Yvke/D7jJifT5eTtL3rBBACCsvs0vzFvzbREREREIYTPeWps4itDDL0wTjNN1XneZ3/7OAaXtbBFlxgOVsWfox17CdLHW4capgssF1qRzi/hFWOd03r3M9Rfnx0jnCIvtKNtfYncKbzcHU6ng5ga7rDwqUxGVzm/NU49stksrc55Rq5wFwhMgbIbF0TBqi3WAdQp1OMUIanNeVAyZF3wCGvRe82mqIVcO2j6G9vRr66l6fT7W26e0WaYiUnuvQdZFI55BxgTMpwW5gOjdAnxfRfuwAsvm7u73HAZZpTnAlAGk9dnyA7XQd14BE9iVSZlBd/ae0qKBnSwgtHQ/+ijm4L5HvQ5EyQxH520RERESiGEz3VvwYKSuPuqUjk0mWiufDd9I0uuqPonQ7oiMh+6Of/dVH/qp1HkpTanHzvipl4rss0GoW138ID02+xKjcHvENNsl+qnexAJkOK5Sg2lfNIzrBGqEkAQfarRww7f9w1uDYKkJr9mQ/cNvbS6TPp1rbNL5DAgnn8gXOpBDr5R0S6QwXB0bQh+jzItqPHenNBMevruZuq5X/B/Xt1I8d+LDbaTyu4YjsS6SMCM0pHXd0eKXqzv4TLzHJRmd1awPJ3h8pF3V4XyLfhyJlhiLyt4mIiIhEMZgWsLc4Empz1hp+zAazSRpwWRtsIMGwvb00TDod8uUIUmXkOZ2bWB/tK8QIZhZCqJg2/gBP0zKbRq3REFgAKH44a2OoANSpD99PX7YKQDKw8P291OqDGgOx5v4soqvPd7vFNpFwdnkOKdniNvv3+eUZpJNdLEmG6XswpA1WeQruLo22j1PbzvOVp4LvXgOsVH1oMcGXiH+biIiIhsNgupOGcWUuXfqIn/IjkopXfSQxRhAssZxN0jmAlcAs3U595POYpPPqz0Q5XfWp5+OIumSPQBpyX7IG03FwzDVy0gDTLeYR7gIUCbVDKQlw7SaQjAOj043Sxc3q5wdAcX5ur2FZFqzVCqvs5SYAkhCb1QrXwiexqS3qi32l6vWptlefPt8mW/xsNIKU3CFGjJsNMBo9om8MoP3YswyS1bLIJMjL9PL022k/rmGJ7EukzMvTdA3Wj12kzNDa/jYRERGRKAbTbWQNpp8+xqhYUDnGchVCtavBnayZcHaLSGkwHbP0eT4ft/zDKN0OVBtOaUOyZqJhLSph8c0mfUaylj1epvSZVF7I6ODiWXnA0z1C07yvGDebRHBfYrQrG4aqwj7a88nSGyZ79QvWCNH+GKl0Tuuh0elmwTpMA/BD5yeOEQRB5ZU+VmqLmyDYm/p5WNrHym0ha1cwpASb2kTu9vYS6fNibrcJJEna3ZyK79J/P2SkvE9fbdN07OEqH+3Mb3oVqcSy5mBh7Aev7Z5+O03HtdfHM83XsrimfRXn8HCZY9WnXf37Oe3LbfV5OJHvQ5Eyucf2+fqxN/1tIiIiIlEMphvsUn29Kc42FvR6GmEwg25tMV4UKa+LMbC+ySPuADdrlD73MErcxu0ougtMi/TZxfgOu808RDb/dmRnj5cppe+F7gpneZ28ERL3wOJZ1y5CGPDydN5DKYAH9hUv09GOkde9LxHB2kWSJMLzy3vTxlCxH2DuRpHbfrjGS6y6ytQFM+gWMB3o/LQKZpW28KaAq0/2Vgjv7Budfb6P0mJj2aJk9ZFyUcJ9tUXTsRcLUcVYztNnzef7WIy3mPdOq3767TQd18E+duBaFtW0r/piXk1ljlWfdvn3c/F4KM/uqM8jiHwfipTJPa7PC/5tIiIiIiGvXr9+fV9/s8ubN2/w9u3bynvv3r2r/JtOiQYnsgFL2fuBSx879o2X59Ta9NTqQ0RERDQMjkwTERERERER9cRgmoiIiIiIiKgnpnkTEVFNmprd/vCzEFav1dyJiIiIXhYG00REREREREQ9Mc2biIiIiIiIqCcG00QPIJs+Ir941i8REREREX1cmOZdojkR7LZJgqEFhc92eZk0B9Ghxm9od1kzcXV+h9my9H59Gw3/H3WTTR+eIdXfPvjcXSIiIiKiD4HB9CGyCd8bYaNPwN/vHwHNQfoo3GEWVNKcCDaeUzAtw/Q9jDYnFLBqDiJbgstrkIiIiIhOENO8iXqRIcv5q/4ZERERERF9LBhM9ybD9CNEjtb4vm/K2WNlIjimBsePEEURosiHY+5HX7Jmwu8og3yObtS0X3pKmuPB87LX4uFzpjvbXdbg+FmbRxEi34GplcuI9EOR7aR9NYo8GBIgGV5Rtrbt9jqn2/F9B36+HzP778hH/fAeR3RfMrTd++nLd7S9NpPLZXwHmukgihyUj7792ImIiIjoY8RgurcYy1UIqOPKj21oVzCkBJubIh9VNabYzhUoigJF30AyvCLIQZrG6tkGkpVeKbMXH9HJCGZpe+puUv9IXGe7yzAXNtRkBV3J+s98DYwvS31OpB+KbCfATFGgKDrcJJ2XrORlyynqnXXObK4xUSyEkgrjbI2JosNNJBhX9YID6NqXdokx1pjnx6Nb2Eg2vHKlNQeeIWGj5+dni6lRmzsveuxERERE9FFhMP0QwRohVIzLv8nHKhCuKnM7E3de/DteYu4mkEaX2ciYDHOqAqGFWZAVysqo0/0Rz3g5ga7rz2gO7nOkwi6NYuajkMMOQoq0+wXOJCDZ3mLXneIAy9myOp+7sx8KbqeTSJ1TyV0M4Bbb3b2GGHePuO/QpnNfwRKzZVA99soNiPS4mq7TgvixExEREdHHhcH0gwRYhyj9mNYwVoFwXQ1R0h/7hfguAaQzXACVQOdwmao4rm6PhhbCykcxd6+hF78SafcA6zDJUq59+E6amr0fuHX1Q9HtdBGp875Keen8AfsV17wvGabjV9K8qyu2Z8fVdJ3uPOzYiYiIiOjlYzD9QMG1i0Qa4VIGZHMKNXFx3W+4D0Btjurej316qbraPZhNoCg6LGuDDSQYtldNT87LdfRD0e2I6KrzaUlXJzekDVZ5CreiQLHCekEhz+vYiYiIiOgpMJh+qPgGm0TC6FLD5UhCsrkp0kkz0nl1LE4+l4Bki3SMK01PDa36SKgCpenxTLIG03FQWTuKnqE+7R4jCJZYzibpHO36/GiI9UOh7bTqU+dTkY4oh6sl8uxs5NfgTnpcjdfpznM8diIiIiJ6CgymHyxdAEoy7L2Fx3KSsSjm28omFkY52En/f9WuBsiyZsIx90Md7cqGoaqwj7GQE/UW32zSEWEte0xW7fPbbRa01j8QancNpmOWPpdxOSrfiClr64f9tnOXoDSnv/pZd51PTRoEq+NiXrOsOVgY5UA5P3eLYoXz7Dqtl3lex05ERERET4HB9GMEa4TA3sJjudBd4WyRpYV6IySujkm5YDCDbm0xzstEERZjYH2zP94VrF0kSbI3L5s+kGwRqpGdPSarljodL+dwQwm2l7ZrZRX3znYPcLNG6XMPo8SFPlk2jDq39cN+2wmuXYQw4OWpzOVj6qzzcHaPgbNVABKMpnPYKcZybiGUiuNZjLeY19O8gxn0rB2jKEK0OMOqqcwTHTsRERERPR+vXr9+fV9/s8ubN2/w9u3bynvv3r2r/PvjoMGJbMBSUF1k+9D7RMfA/jYk2fThjTYHbzoQEREREYEj04/TtOAT0VNjP3yMWiq8rOGqMh2DiIiIiKgZg+mH0BxEUQTPANw5R6/oA2E/HECAm/UZprvpGFPAtTBvmrdBRERERFTCNG8iIiIiIiKinjgyTURERERERNQTg2kiIiIiIiKinhhM04PJpo/IL57jS0RERERE9LFgMN1Ihulkz7qNIkS+A3O33C/t3G0Qbu648BUdn+YgihxUn+ZNRERERPThMJjeo8GJPIywgq4oUBQF+gowppccga2JgyVmSz6PiYiIiIiIPj4MpmvyZ/bOZ8FuxDUOZtBXd7WST0iWd4G8rGnQNA3yB43sZchy/qp/Rifn5PoPEREREdHzx2C6QsblSEKyudlLXY6DIrgGANl04Odp4JEPxyxHJxqcKILvZ2V8B+auvI+0aFrGMTU4/qHtIE05X3hYmBpMP4JnTzGd2vC8asqrrJnw27Yja3D8jtR1kTIANMeD52WvRfOcaZHz42hdx56SzaxOzrGSfPP6tL3Xo86yWSoTwXe0vXMkcn5eav/p3Ff9/PgOtPN6CSIiIiKiD4vBdMUFziQguauH0lWy6cMzJGz0NA1c0TeQDA9+PSjYXGOiWAglFcbZGhNFh5tIMK6KMEY1ptjOO7YDQDKmOFvpUJQJJhMFin6NXYK15sCzDSQrvbKdIhCUYS5sqEmRuq7M18D4shRQiZRJBbMs/d1Nap+kRM+POh1jnR277gKqscgCxdPVWWfNQeQZQN4WioL5+hyXpZMoen5eZP/p3FfD+ZlvMTXU8laIiIiIiD44BtNl8jmk+nt7stFrd47lLg98ibmbQBpV51WnQfkttruYM8ZdLf4U2Q4AINngOigF+XH+3zLMqQqEFmb559l21Gk+apzdJNjeFqPrcYDlbFkEVEJlRPQ4P5tr7Kp8s0ECCWcXpQKZeDmBrutQZv1qcgztdW5oi2xueTG1vMf5eXH9R2Rfh88PEREREdEpYTBdFt+h+yd78+h1fJcA0hkaYkEAaZCxI53vgh3R7TSlnqeKIKasup0A6zCBZHiIIh++k6bfVgMukTIixM9PpUzHuY93wd+H1V7n9NjDdVvQL35+yl5G/xHZV8v5ISIiIiI6IQymK9JRQOm8fwj5oaVBTDFPN7KrabHBbAJF0WFZG2wgwbA9eLU5yCJl6GV6yv7TtS8iIiIioueAwXRFjJtNc5qsrOWLSDUH3PK5BCRbVMfcuj1+O2l9QiubX1p5zWop2jGCYInlbJLOd1bHe/Ohxcq0Gfb8AABkDabjoGEtq+MRSvmvS49dHbedsWHPz+O385T9R2RfLeeHiIiIiOiEMJiuiZcrhJKBRWkFZllz4E3z5YSzgLu88JRsYmE0rwLe5fHbibFchVDtarApayYcMw9jNJiOWfo8nZdaDbpEylTFNxsk0giXWvaYrPTdQc8PAGhXNgxVhV1aeGtYWRBcmrerXY0eEEynbQHVhlNqDFkzsWuKgc/P47fzlP1HZF9pmabjIiIiIiI6JQym9wSYKTo2mMLL0lC9KeCuigAlXqajbiMvS1P1RkhcHZPdikniQneFs8UjtxPMoFtbjPPtRBEWY2B9k48rBrhZo/S5h1HiQp8sS0GXSJmabGGokZ09JitL6R3y/ABAsHaRJEnHXOTHiLGcuwhhpG3uX+H8eoWwXkxEMIOiu8C0SGVejO+wa4qBz8+z6z+d+8rKlM/P4gwr90GtQURERER0NK9ev359X3+zy5s3b/D27dvKe+/evav8m7pocCIbsBScwCLV9Oyw/xARERERfUgcmSYiIiIiIiLqicE0ERERERERUU9M8yYiIiIiIiLqiSPTRERERERERD0xmCYiIiIiIiLqicE0ERERERERUU8MpstkE3727Nv05cMxNcj1cidHhub4pbr7cDT5GdT7tMiaU5xD34H52BOY9yff3G8LWYPjl/tZtYRs+qV+WJR7dJ0AQHMQRQ7Sp4KnRI59qDJERERERC8Bg+kGoaVAURQo+grbkQ2vKRgSIsP0I/hHjig0x4MtbbDS83pvINkersrREvBk9Uk95b4GIJtY2BI2lg5FUaCvAMN7TPAqw1wYkOpvA+kzoj0b0saCrihQlDnWuNrfV+Jmn+evCZZxrcwQRI59qDJERERERC8Eg+k2cYDlxEIoGQ2B6anQMFaBcLVEkAda8RIT3cW2VnIwcjHqLWsaNE2D/MwDJu3KgBSusMxOYhxcw00kjC4feGDaFYzEghXWPwA0x4aauJgvA2R7Q7CcHSdQFiBy7EOVISIiIiJ6KRhMdwqwDgF1XEmKhWaW0lmjCL5TTgfX4EQRosiDIQGS4RWpuk6f7QiQz5tHP+MllkH+jyHrI8NceFiYGkw/gmdPMZ3a8Lw8bVh0X9nW8nTmhs+ejoxzCUi2t6X3YtxsEkijy+L4NWc/1brpPWhwbAnu9a4BSrJ9bW6yQPoxRNoLkMtlfAfaeeVTgWMfqgwRERER0cvBYFrA7TYBpPNSUHWJMdaY5+m3uoWNZMPbBYQBZooCRdHhJkDipmmviqJAmZUCrM7tCIhvsEkA1Y7g+w5MTYO2F7kMXx/JmOJspUNRJphMFCj6NdItCe7rpFzgTAKSu7iYT7x3DgEEM+guYJRvHNgqEndeGVXWHBtS7b1Cvq+Lypxp39w/x5AMeLsgOJ0HXyHQXrLpwzMkbPIpAPMtpoZa2ojIsQ9VhoiIiIjo5WAw/RDBErNdim6WDr4KAXVcWdSp0yDbibGc6LDcEIAKw7Zhe9kIZL1olz71STa43uWVA4gbI8dO8XICXddPLNCWsBu8lc5wUfokXs7hJipsx4Tp21BDC5NqJA1bDbFqjqR31OkY63kxxx2GXZ1ffreBm809TucfJ1BtD5X7Gp3tJeNyJFWD/XiJuZvk/0eDw8deGKoMEREREdHzxWD6QWSYldWzI0R2ebRP1FDbSefcTiZZ4GW5SCQVdsOIcjvx+gyTppyKHxiIH0Uwqy70lWxRTlxOb15YCFUDhhTCqtwESEeqQ2uWjdIflmyuK3Pc5241HToOlru5x+m/Z7BCQJ2WF8Praq/SaHFJfHcgmO489gHLEBERERE9cwymBVykEUkWPMowfQ9GefVsRYHStNJUq6G2sy8OstHHcmp6p+PV5/TdIs3kFzxb2hhpyCqh8r9k76tTH76fvmw1Tdde+H5lVLke4ALdI7jpdIO8zFDtJXLsQ5UhIiIiIno5GEx3ylbLXudjjeloX2X1bADyeeMyYC2G2o4Gc5BnDw1Vn55kDabzoefXxrhLAOmsHMpmKdJ7I/D5PGm9Nn8awO01LMuCtVphlb3cBEASYrNa4foWuwXtGoPOjhHc9KZOXkakvZoD3GoZkWMfqgwRERER0cvBYLqNrKXzYhMXxcLMaYCijot0W1lzsDCags4swGhczbjPdtqdGV5lFWdZM7EwmoKYp6lPqm1fBe3KhqGqsD/ws8eCaxeJOoWZRfWydgVDSrC5KZ9BuTJPejd/On8OeRwjCILKK82o3uImCHbTyoN1CMm4Km4gyPX20mA6ZuUGg6w5mGaPQEvLiLRXjOUqhGQsitXGs32ViRz7UGWIiIiIiF4KBtMNVDubf+pNcbaxoE/yAAZpgDJPnz2dr7S8GG8xP5BeG1y7CFFalXmX69tvO4cFuLZcJNJ0tx3PHiFx9erCWHnpo9encHhfpTJrF0mSlEb+P5B4ibmVYGSnj/LypoCrl+b9AtAcrzZPOps/LRlY9MkOCGbQLWDq5f2s3l4BbtZnmC6KudDeFNhYOoop2oLtFcyguwlG+b4WZ1i5tTICxz5YGSIiIiKiF+LV69ev7+tvdnnz5g3evn1bee/du3eVfxMRERERERG9VByZJiIiIiIiIuqJwTQRERERERFRTwymiYiIiIiIiHpiME1ERERERETUE4NpIiIiIiIiop4YTH+EZNNHlD8bmYg+evxOICIiIuqPwXSZbMLPn4kcRYgiH46pPYMfmDI0xy/V3YejyYfrfbdBuLkrPTubZNMvtXtxHsuPjxYqI2tw/FI5P22LqrS9ijJOZRtFMQ2OX+6L+4VkzSna/cB2RMq02rsuHridF0ykbwiRNZj1vrHXfzrs2stB+cnuuzo2PO+98TuB7U5ERETUisF0g9BSoCgKFH2F7ciG9+ARGxmmH8E/8q9PzfFgSxus9LzeG0i2h6uG38wAEAdLzJZB/W1KXOhKdg4VBYoywbJ+x6G1jIYrz4aUbGDlbTFfAbZX6QOa48FWk10ZfbXFyKsHXhocz4a0sbL9zbHGVbWMbGJhS9hYerYdwKhvR6SMoN118cjtPNV18eRa+4YIGebVGFjPK+d5ZHtoin+7qRjv/j8ZlyOp+nFJ23fCcO1ORERE9LIwmG4TB1hOLISScTAw/fA0jFUgXC0R5D/c4yUmuottrSQgQ5bzV/0zGsLW1TGZldsiwLWbQBpdZjdk0vZK3OtdmThYYu4CRqmTaY4NNXExXwbZaGGMYDmrBGfalQEpXGGZbSgOruEmEkaXpcBdoMxDDLUdKouxnM12bQUAcTDDKgTUIioWFoZh8f/JlxghRJjUS/X7TmC7ExERERUYTHcKsN77MStDM0ups1EE3ymng2twoghR5MGQAMnwijTJyhBT13YEyOdoHG+Kl6gPNGmOB8/LXov6aHs6WiiSqiprJvyO9GN0pZW+SAGWgkORyV1DOek8axMZ5xKQbG5aUvGzMtvb0nsxbjblwF2kzENd4KzS8bL+s9fW5VFo0etCoI/tpdM/IB36pVuvEapjaADkyxGwWe/dYGv/TmhSb3ciIiKijxeDaQG326QU6ADQLjHGGvM8nVO3sJFseLuAIMBMUaAoOtwESNw0xVZRFCizUoTbuR0B8Q02CaDaEXzfgalpOBRTBLMsVdPdG55KR8Um5RRVBVYIINngphzRaQ4820Cyyo5J30AyHpqGemIkA94uOGua6yxYpiJNr60HxtJ52/+XBizJ3UVlzrRvlk9yXiYGNCedH7u3SZEyDyObY6hIsNl1jhjLdAi1Mk8X2hUMKS8nel109TEZ5sKGmqyKtOr5GhhfVvfdRXMabh4Vr959unff6CZrDmwVCNfNKdjtAqxDFWNNw+UI2NyUb6pkJVq/E/bttzsRERHRx4vB9ENk8wt3PyfjoDmQ6DLIdmIsJzosNwSgwrBt2F46Uie+jX2y6cNWQ1iTZSkIlGFOVSC0MNvlKC8xdxOo0/1RrXg5ga7r1UDpVN1t4GbzitO5oQnU+lxVkTI1muPBgIv5bsQ6zXSQjKtdYCtrJhaGBEhnuCj9v+p0jPU8v9GyAQy7ZZ6xhPPdf1a3UxApc5hqF4GmZ0gIrXl1TnCwRliZpwto6RyEHnOHRfpYdpNge1u9dmZL9Oppwaxy86j+6tVtH9A3Diot/OXZEkJL71eXkmAdQp1OMULtplgPne1ORERE9JFiMP0gMszK6tkRIlutFxIw1HbS+bSTbGRZt1wkkgr7Qb/ks5FBA3D1WS04KYKYsvguORicxfHz+NUdB8u9uapWiMpNApEyZc03JIBgpsMKpfSmRxRhMQZWbgIkW5TPbLIp5lXnAWVjenYwqy52VdsOIFimQ3khqnyRu2pwn02J2J2PbD5/r1FVkT4WYB0mWZq4D99JU7z3zssT6ts3WsVLTPKg3Go6zz0Ea4SSBLROGWjX3e5EREREHycG0wIu0lzZ7MeoDNP3YJRXz1YUKFZY/986DLWdfemCVrXUdFGyCd9WEVqHVyKuzHV98A2A05em9zffJMgdKiObPjwjgbV3QwLpzY/ZZNfmk9kSTRNRm+dV5/u6RTr7oK2FRco80IHgPrh2kUgjXMqAbE6hJi6u909Ap64+lp4/HZa1wQYSDNvrNz0CR0jzrjnUN/rIr+X6eRaXptZPDl3MfR1odyIiIqKPEYPpTvXRtXTkrLJ6NgD5fD8YajfUdjSYg40SaXA8A1JoHUgrTYOzykjV7tUQNMoaTGe4ebpPLb2J0j6C21QmDaSzkX2hGCZb4Xs3epilgjcFwbt9xUgHa8uhWn1+tkiZgcU32CQSRpfaA/fTp4/FCIIllrNJOue31/SIgdO8GzT1jZwssnQ2EREREZ00BtNtZA2mnz6iqBhdS3/sq+MifVPWnHTO654smGkcxemznXZnhldZBTyfg3sokIlvNunooZY9EgfIRsrTY9UPRhHpIlOqXQ2QZc2EU1kcK6Vd2TBUFfbpPlcso8F0zNoxOZhmjxxLz6FImXIgfXhkH5pZWpxKTh+DhRCr0v8QrMPKvGrI+20aXLtI1OluFWu5stiXeJkHkTVcNfaxtI9Iht2yn7brQqSP1dsie4bygcD1+Or1ae4bOc2J4Hne3grmzdvZb/djaP5OaHCw3YmIiIg+Pq9ev359X3+zy5s3b/D27dvKe+/evav8+1mSTfieUXrUVILQXeG6vEgY0h+UzsKGmhVMQhfz9Rk8G7Dqo2eyCWdh7MoitIoFufpsp4WsmbiajqBK+U4ShO4cs4PRHCCbDhaGmh5raEGZAU5kYz9hO9kLDNP9FceUhC5W19URdiANGv3pCMlq8uhRvmOTNQeLqYriFIZwV9eVebDdZbQD5xAAwlKbytCcBezsBB46f7LmYGFnbXSgTStlkhDuvPosatEyrfauCxy+NoDiPJT7el3bdSHQx5o+n8/2A9en0t03CpoTwVbT1czr6dcPuZb3ZO2VWPXR9WxqSdLcLnvfCdfnPdudiIiI6OPCYJqIBpYG09gL5oiIiIiIXg6meRPRoB6z8BgRERER0XPBYJqIhpGtju0ZgDv/cCnX///27i9Gduy+D/z3evIQj+UHa68gbQSLbnfPOiDkGb4YqxUMplaooGMYYQ0wwF2YL1RQNraRrAugBEQo2OYD7aDgBZQCKHnRQVyI+EIjAQQMGQtJI4W4xATJBfRSIwvEOupWmWMYke5o7QfLozxofPeB/1ks1mF1dfW/7wco4F7W6cND8rCbP54fD4mIiIiIDoFp3kREREREREQdcWSaiIiIiIiIqCMG00REREREREQdMZgmIiIiIiIi6ojBdJlswl8u4Wj1xT6Wvgm5uviaNDgN67oR6cRQ+ecgK6WNZA2m4xfHw3dgatXeJcsaHL9cxodTK0NERERERLeHwfRjEIygKAoURYEV1r+kw5JhnvWB+Tg/JvoM6Nle6caKhjPPhhQvYOlJGWU8A2wPvsmAmoiIiIjoLmAwTdSFLOcZCrKmQdM0yJ3i2wjT0QjToHhxVBSMMAsBtV9kDKxcHYPRFHmxKMC5G0Pqne45Q4KIiIiIiHbBYHonMjTTgV9KnfYdrRrkrKXprqfyJjQ4flaPD2enkUeB9giSy/X4DjTTwXLpoJwYXinT0mbZTLf/vqSVy2bpWDTtQxnmxMPE1GD6S3j2EMOhDc+r7p/t9WwTYDrlW5qJiIiIiO4yBtO70E7RxxzjNE1X0S0sJBteHjTKMCc21HgGPSszngP902rQBUAd9jEfp+m+LqAaE2yITTfb2h5BmgPPkLDIU4tXGBpqpYhs+tUy+gKS8QDSjzUHS88AZnqefj2eH+O0YRdKxhBHMx2KMsBgoEDRzxFkX3aoJyNrDmwVCOd5LQ1knPYkxIsLMMwmIiIiIrp9DKYbqHYxqrhcLuEZUrVAMMVoGhRBTRRgmuTppsHyCY4kIF5dVsuMpkXQlYoX53kqb3SxQAwJRye1QttsbY8IGeZQReyOkQ+KRlOM3bhS5rQnNZZpSj+OpgPoug5lVN/quybZdoQWRpX06ymmTU2PFzgvlUOU/btDPelkd8vlEp4tIbR0tO0mzfFgwMWYI9ZERERERHcCg+kGoZWOumYTRFUCSiRBk+NX0qqXdnkEN8A8jCEZHpZLH76TpHjXg00AiK/KQdkV6msSs609ItIbAOX2AIiuyi1qKSMdoekeQJQHmndZsl3tI8OFzaPDHeqJphhk/ctaQGqZXEw2fdhqCGsw3bBeIiIiIiI6NAbTnckwfQ+GtMAsS3VWFCi1abKD0QCKosOyFlhAgmF73dOuhYi1h+6uKNg8up+k1cew9NFaVgMREREREd0eBtOdpaOPs9JMywDk41oqOAAgQhBMMR0NktHtTmnXorq0p80lVjEgHdem3KrU01ImXuGyshTp+5QdNM67dqck21WeTXs3+6onkQTSgKuPKseWiIiIiIhuH4PpzrKAySy9IsnBpPJctQbTMUtBZPKscWPAeW0i7SlcJoUbAtwI01kIyZgUs47LZq2eCBeLOCmTrywp05T6rJ3ZMFQV9tl+gsubk2w7VBtOacfImgmzU9NF6qn3jeT7+j4sAulB8Xw6ERERERHdGQymO4swHVsIJQNe+nzypL/CuJJWHeBiDvQn2TPMHnqxC/1GnnkVaU8hmo7hhhJsL31tU/k53WAE3Y3Rs72k3ZMjzGr1RNNklL2X/vzS6yF2dQwaIr5g7iKOY7FniG9bMIKiu8Aw3fblEpP+FS66Nn1rPVnfKF6b5tn1fajhzJAASDCy/Zx/aq/hIiIiIiKiW/Hk6dOnL+sLt3n27BmeP39eWfbixYvK/+lhkE0fXm9xQzcCiIiIiIiI7ieOTFNJLQVZTkZIm1K4iYiIiIiIHjMG01QS4GJ+hGGWnu4NAdfiu42JiIiIiIhqmOZNRERERERE1BFHpomIiIiIiIg6YjBNRERERERE1BGDaSIiIiIiIqKOGEyXySb85RJO7UW+sulj6ZsovZF5DzQ4Deu6NZpTfZ/xnWnY3SJrDvxsH/kOyq/pTgvAdIp3SC99B2Y+PXq5WFs9Sd+ovl96/T3TsllaT/7x19okm6V1LX049QJERERERNQZg2lKBCMoigJFUWCF9S8JSG62TGwJC0uHoijQZ4DhlYNXGeZZH5iP832pz4Ce7VVvmmytJ8Ao/fnio8ONAYRzBKWqELvQK+UGKE++Lps+PANY6On3+gKSUWsPERERERF1xmD6AZDl5pHGTctpN9qZASmcYRok0WoUnMONJfROs/0cYToa5d8nZUaYhYDaL6LX7fU0kE/Rk2K455VQegsZpz0JCOdFgB1N19pDRERERETdMZjeiQytkjq7hO9o1TRwWYPjb0/3BTQ4/nVScDWceQ0jjZoDzzvLU4KF2rxVU2p60zJA1kz4AtuVpyrXKzi4bftHxrEExKvL0s9EuFjEkHqnHfbjbvVoZwakeIGLG3rlt+jxIiIiIiKiBIPpXWin6GOOcZZaq1tYSDa8PCCUYU5sqPGsSMEdz4H+aSm4TajDPubjNCXYBVRjsvbMa7sA84aRRq2vVlOCt7Z5jzQHnm0gniVpzPcitXjr/jnBkQTEV1H6fLmDxnsjNbLmwFaBcJ4diV3q0dBXgXhxgbVYWjLg5TdsfDiVyiJMk2HovE/JmomhWhvhvo/Hi4iIiIjoljGYbqDaxejkcrmEZ0jVAsEUo2lQBDZRkActSfyRBkyry2qZ0bT6vCuAeHGOLCs4ulgghoSjk1qhLYIkmi4F6knwVQRwIm3eFxnmUAVCC6N8w6YYuzHU4fokbtF0AF3XoYzqe+bAOu8fCcf5P49QOWTpRHbL5RKeLSG0dGzevJZ6UrI5hIoQs/LD0ABwtYCbPnedPHsdQ60/nx2MoLtAz8va00NsjUvPVXc7XkRERERElGAw3SC0qpM/6W5cKyHDdPxKSvDSVkvfB5iHMSTDw3Lpw3eSFO+mwCS+KgVI0RXqaxISzBFCRT44rfWhIkQ5lt7e5n0pbiSURVfxxmAxitbGW29Bh/0TjKoTfcUrVLY2mmKQ9R1rAcn24DelG2yrB0D5ued6PB4F07Xns60QlSBYc3x4vRVm+QRkM6DSnu7Hi4iIiIiIGEzvQIbpezCkRRGgKAqU2hTYwWgARdFhWQssIMGwvZtJqQaKVO80iFpL8RZs8z4lNxIEAtM7QWT/XGIVA9JxQ1DcIgqSUd7ieeiO9cinSGLpeijd7HJVDoI19FUJ4WyaZz8gCnBeaU/ifh0vIiIiIqLbx2C6s2QkrxKgAJCPa6ngAIAIQTDFdDRIRrc3pgxfX3DuIpZ6OJUbUrw7tbkj+RjVWpJgsT66n3xGa6OryXuZRZ4bvkki+ydCMlhbHqtNRo0bn2XeqFs9ycRjLkQn8T5JhpkbRrhr8oC74/EiIiIiIiKAwfQukuBD7ReptLLmYFJ5rlqD6ZilADFN1RUJcnYVXWARS+hNkudrqwOZIm0uXCaFGwLctJ48jViGdtarBdPJpFeqXQ2QZc2EY67fStDObBiqCvts/bvDEds/wbmLWB3ms7LL2hkMKcYin2K7ftyT7Z4Y1UB5ez2ZlonHGtflYKgmNwWS8kXGQl5O1nBmlNPGux0vIiIiIiJKMJjuLMJ0bCEszaI86a8wrqQEB7iYA/1JljbroRe70AdZkHMT0tcrSRJi97w2oijS5kI0HcMNJdjppFXF87URpmMXIdJ6/DMcn8+wVkswgm6tStu/xKQPzC/WxzmDuYs4joXTmG+G4P6JphhbMXp2khLtDQFXLz3znB/34pVont1D7OoYlCcP21pPIpl4rCnIRrquIwxL+9gbAovaZGfBSIcV9/JjufSGkEILerWQ8PEiIiIiIqLEk6dPn76sL9zm2bNneP78eWXZixcvKv8nIiIiIiIieqg4Mk1ERERERETUEYNpIiIiIiIioo4YTBMRERERERF1xGCaiIiIiIiIqCMG00REREREREQdMZgmIiIiIiIi6ojBdJlswl8u4Wj1xT6Wvonsbcv7ocFpWNeN0Jz8/cHL5RLLg6z0obmJ46XB8Zc30LeIiIiIiOimMZh+DIIRFEWBoiiwwvqXdDtkmL4NVaovJyIiIiKi+4DBNNEt0BwPhhTCdeP6V0REREREdA8wmN6JDM104JdSp31Hq6bqyhoc3y9Sq30HptaUzJum+i6XWC59OGZTmW0E2iNILtfjO9BMB8ulg3J2c6VMS5tlM93+/eZG34y9HS+xY3G5CuHqI1zUlhMRERER0f3AYHoX2in6mGOcpk4ruoWFZMPLg0YZ5sSGGs+gZ2XGc6B/WglKAUAd9jEfJ2V0F1CNCdbis222tkeQ5sAzJCz0rM0rDA21UkQ2/WoZfQHJ8OB3bvRdssfjJXgsoukI06iyiIiIiIiI7hEG0w1UuxhVXC6X8Izag63BFKNpgDwWigJMZyGg9tPg6wRHEhCvLqtlRlME2f9T8eIcQVooulgghoSjk1qhbba2R4QMc6gidsdFkBdNMa6kIcs47UmNZaTe6droazQdQNd1KKP6Vt81ezxeezkWRERERER01zGYbhBa6ahi+tHXnmuVYTp+JZV3aZdHcAPMwxiS4WG59OE7ScpwPdgEgPiqNDwZXaG+JjHb2iMiDSjL7QEQXZVb1FJGOkLTPYAoug/Dr/s8Xvs4FkREREREdNcxmO5Mhul7MKQFZlmqs6JAqU2THYwGUBQdlrXAAhIM21tL9d0PsfZQu/0cLx4LIiIiIqLHgsF0Z8nobDib5um+ACAfN73jKEIQTDEdDZLR7RtJ9e3SnjaXWMWAdFwdj63W01ImXuGyshSArMF0HDTO43UnXfd47etYEBERERHRXcdgurMkoFT7Zp4GLGsOJpXnqjWYjlkKIpNnjRsDzmsTaU/hMincEOBGmM5CSMakmMVaNmv1RLhYxEmZfGVJmXhxUTwnnNLObBiqCvusW0h6ePs6Xl2OhQxZlvPU+BNZhrx2TIiIiIiI6K5iMN1ZhOnYQigZ8NJnYif9FcaVVN4AF3OgP8mem/XQi13og+lawHl9Iu0pRNMx3FCC7aWvbSpPRR2MoLsxeraXtHtyhFmtnmiajNr20p9fej3Ero5Bw9TUwdxFHMcI5/VpvO6afR0v8WOhOR48z4NtSIBkwPY8eF71FWRERERERHR3PXn69OnL+sJtnj17hufPn1eWvXjxovJ/ehhk04fXW+wQWBIRERERET1cHJmmklq6s6zhbEMKNxERERER0WPGYJpKAlzMjzDM0p29IeBaGDekcBMRERERET1mTPMmIiIiIiIi6ogj00REREREREQdMZgmIiIiIiIi6ojBNBEREREREVFHDKbLZBP+cgmn9rJf2fSx9E2U3si8BxqchnXdGs1J37Gcfu5Mw+6K5HhV9lH+aXo/tAbHXzb2G9n0G+rwUX7lNwDImgM/+9531r4HANkslVn6cOqFZA2mU1qf78DMp2vv4ND1yOn+27RdIg64LlnW4PjldflwmtaV0irtWu8jFZpT6mMivzdEynTYP63E1rW9z4udX133cyeV/ZzYen5tJbZ/GjW0J5f+rVrvO3KtbzX/3uhiU18VORYiZYiIiO4zBtOUCEZQFAWKosAK618SEGCU7p/io8ONAYRzBJWyMkzfhipVFlbFLvRKXQNUJk2XTUxsCQtLh6Io0GeA4VUDbtn04RnAQk/r0BeQDK904S7DPOsD83G+Hn0G9OxyGRGHrkeD49mQFla6j8aY46xjUHDIdWk482xI8QJWdizGM8D24DdVpDmwVcDNyt7KO9xF988etfZ5kfOr436+pu3n122RYU4MNP160RwPthrn+0efrdCr/d7oZGNfFTkWImWIiIjuNwbTD4AsN1+YbFpOeyKfoifFcM+robTmeDCkEK4bV5Z3oZ0ZkMIZpkFy6RoF53BjCb3TfFwIpz0JCOdFQBJNMQsBtZ9d7UeYjkZ5HQAQBaNaGRGHrUdzbKixi/E0SC/cIwTTUfVmw1aHXBewcnUMRlPkq4sCnLsxpN7phlHnGFcd17FfYvvnVjWcX933865Ezq9bop3BiK2Gm54a+ioQu+f5/omCKcYuYJxdp83NfVXkWIiUISIius8YTO9EhlZJ/1vCd7TqxcFaetumFMrrpphqOPMaRks0B553VkoRFGjzVk0pi03LAFkz4QtsV57+Wa/gNshm6Vhs3z/amQEpXuCidqF5uQrh6iNcVBd3IONYAuLVZWlZhIvFTV2E7qNvpDruw3Xpti8utozW7qPNouvatl0BpgLRd97XbRWACjv/3VBN1a2kFvsOtOPSl5ljgd8bImUECJ3Le1pX2fr5JbafgW3HKysisJ+3EuyHAvtHrD0aHFtau4FXFjdFvtJxqU3b27y9r4ocC5EyKYHjRUREdBcxmN6Fdoo+5hhn6Yi6hYVkw8sDQhnmxIYaz4q0xvEc6J+uPf+mDvuYj9OUPBdQjUnHlLwA84bREq2vVtOPt7Z5jzQHnm0gniUpyncnPbKF5mDpGUDWZkXBeH6M041tTkeBGgKxSGRkUzLg5Reo9ecIT3AkpRfF2XOTa30iwjQZJsv7i6yZGKrrI+Vlcpq2Gc5LZXboG831dN2HTfVk235SCT58s1bJXtosuq7u25WNbJb7RzQdJD9vhQBCWFnbS2neSWqxVKQWj1cYGmqp3oRqDLFKf29k51c9dVakTNn6/hE/l4XW1drn6zafX1Xr+1nkeG3fz4Lnl2A/3LZ/trcnoTk2JHfc+vtFOm7br2JtFumr6xqOxZqGMgLHi4iI6K5iMN1AtYs75MvlEp5RezotmGKUp4UmqWvZhVfy9z+9SF9dVsuMprVna4F4UUrJu1gghoSjk1qhLYIkmi4F6smFaOWieGub90WGOVSB0MIo37Apxm4MdVifLCe5aNN1HcqovmcOqaHNaYrkdEOzZHMIFSFmbVe1m1wt4KbPQiuKAn0WQ219VlVCPkglHSHvHsEIugv0vLSf2j3EVsOFdjZZ0XIJz5YQWjoqu1u0b7TW02EfttaTKN9kUvQFYNjV4GwvbU60r6vDdpVojgcDLsZrB6NNGmiUg6X03KlrKlPPWhAp075/GrZ9w7m8dV0d+7zo+bW+nxvavHa8BPezyPkl2A+b1lXsH8H2aA5stW2fJDdWJeMsv/kmayYmhlT7vSHW5q7Wj8W69TIix4uIiOjuYjDdILTSC+vswq9+UQMZpuNX0uSSdLhMgHkYQzK8ZKTLSVK864Ek6il50RXqaxISzBFCRT44rfWhIkQ5lt7e5n0pbiSURVdx9YKu/F20+eLrMJI2V24+tCqepxT9ibLkQrF84TiCFWItQAGSC/rKRE3xCtme1RwfXm+FWT5B0obJfaIpBllfthaQ1soI9o3Wejrsw9Z6EuWbTOvBB/bU5kT7ujpsV0o2fdhqCKt1FK9JKSOhJLpa/63QWKZ2fomUad8/4ufytnV16vOC51fzfhY5XmL7Wez8EuuHjevK949IezQ4torQGrXuk2Ckwwol2OkNgEkfmLlx5feGaJu7aD4WVc1lRI4XERHR3cVgujMZpu/BkBbFRZaSpcMVgtEAiqLDshZYQIJhe2upf/uTpnqnF6ZrKd6Cbd6n5EbC/i7W7hT5FMm1/v4uAC9X5YvrS6zibemaGvqqhHDWbXKfZEKi6qjYLn1jvZ7dbKqnHlgA5VH5/ba5fV3dJOm6MSy9Pei5izbtn5s6l6t9vkTg/Lr5/Sxyfu3WD3ei9aECUIc+fD/52GqSOj/x/dIIf5T+7UnaMhhNgaNyZtX+2yxyLETKEBER3UcMpjtL76SXL7IAyMdNLyqJEARTTEeDZHT7mml0bYJzF7HUw6nckOLdqc0dyce1V7QkgWB9dD/5NFxIyRpMp+mZ4ENK2lx/7nyTZGIkFy2PJnd2kgwBpqNHEZKBq3KY0fCs4SZNAcpG++ob3fbhZmmqatONhHz/7KvNIusS367sVUquPqq0S1zzTZSm7WosUxl9FCvTTvxc3mVd1T5f2HZ+te9nkeMlvp8b1UaURfph47pqfayxTObyHJZlwZrNMEs/bgwgDrGYzXBe34m5+rPn4m0W0X4sEu1lRI4XERHR3cVgurPsj3+RnihrTvJcWk6D6ZilADFNW2y4cNyb6AKLWEJvkjxrWB3UEWlz4TIp3BDgpvXkqZkytLNeLZhOJu5R7WqALGsmnPrETgC0MxuGqsK+1qtbriubbMiuTIokaybWm1y/OG0iQ5blPKA9kWUUbymr943kWAzV5AI3qzM4dxGrw3wGeFk7gyHFWORTGxfZCHldsoYzo5we27Su5BnKov0ifUOkHpF9KFJPMgdA+blPyPUy+2qzyLpEtqscMNTeF95Jsi6pPAlh2p66pjLl/rO9jMj+ET+Xu69rvc8n2s+v7ftZ5HiJ7GeR80ukHyaa1lVsu0B7oghBEFQ+SRb4ChdBgPxJGc0sbbecvPqt8uy5eJu32X4sRMqIHC8iIqK7i8F0ZxGmYwthaWbaSX+FcSVNLsDFHOhPstRID73Yhd7yPNn1pa9OkqTkPaO177a3uRBNx3BLz90VzwhGmI5dhEjr8c9wfD7DWi3BCLq1Km1/8uze/GJ9qCmYu4jjuDWl8yCCERTdBYZFSuukf4V6k5OJkcpB7TrN8eB5HmxDAiQDtufB85w0KyHAxfwIw9K+8YbAoj4xVjTF2IrRs5P2eMP1C9JgpMOKe/lxWnpDSKEFPa8o64fFK9o8u4fY1TEoZjoS6Bsi9YjsQ/F6dAsY5ttVL7PfNrevS2S70iALEoysnvyTHXdBwQi6G+eTXi0nR5i5a2cYQneGo6wPpW2uT6zWXqbL/tl+Lm9fl0Cf33p+Ce7nrcdLbD9vP79E+mGiff+ItUdIcIF5f5Jut4ch3FpqtXib24kcC5EygseLiIjojnry9OnTl/WF2zx79gzPnz+vLHvx4kXl/0REREREREQPFUemiYiIiIiIiDpiME1ERERERETUEYNpIiIiIiIioo4YTBMRERERERF1xGCaiIiIiIiIqCMG09ckmz6WfvHOzpt0yHXR/cK+QURERER0WA8kmNbgVN6HXPrGqb3Tct+uFggXV63vj9ac4l2u1wp4BNZ1o2QT/nIJp7YzbyaQS45pfV27kM3S/i99mvrLvXXbfeOxkzWYlfPcgalV+5csa3D8chkfTq3M4ezv/CpocPxr/o4T8HLwFj545wv40TtfwI/+7Vt4WV6Z3MMH73wBHwxKywC8/NKv4Ufv/Fq1LBEREdE1PZBgOsA8BKTeae0iTsaxBCCcI6gs358omGI0baldc2CrgKsrUBQFymC6c8CzdV3UKJoOkn1vhQDi/FgMprscCRmmf/cC8fa+cTfb/HDIMM/6wHyc9DNFgT4DerZXClY1nHk2pHgBK/tdMJ4BtvdAjosM07ehSvXlezZ4Cx/YH8aP/crv4m+98bt45feBD/6gPUh++blfwwcq8Mqv/Es82eWUJyIiItrggQTTQDAPAekIJ+WF8il6EhDONwUZG8hyHpTLmgZN0yCvXazJkOXsU/+uLsbVtS7iuqyLHoy990NqJLSf20SYjkaYBsVJHgUjzEJA7RdDvytXx2A0RV4sCnDuxg03Ae8fzfFgSCFcN65/tUcfxctfPcETN8iD4if+f8Yr734Yf/MPPlovDGSBtMFAmoiIiG7GgwmmcblCDBWla1fg5AgSQpRjaVkz4ftZqq8PZ21USIY58TAxNZj+Ep49xHBow/OqqeKa48Hz0s9kPa0xTy22VQAq7LU072S0cLmWZ7k+iti+rixdM02x3LhdgGw68EtpqJrp3FAKvAytvK7lEr6jVdu9lvK6nhab2L5d1yeyD5Myy6UHQwIkwyvaXjuG2/uYyLHYRz8UabN4P7yXZLN0TBv6oeB+3l7PNgGmHTIhrv3oxN7OL4FzGcDlKoSrj3BRW153ve36CP7mEwCuvlda9j3gT4GXRx8pLUskgfSH8cRiIE1EREQ34+EE09EFFnF1JEjrq0C8wmW+wIFnG4hnepJmqS8gGeVUzIJkDHE006EoAwwGChT9vJIqHozSdM4NIzHV1OIQVpr+WaR5R5gmQ1fVi3btDIYUY3FRXP1tWxcAqMM+5uOsHKAaE1RjQQeeIWGRp5iuMDTUUoE90k7RxxzjbJt1CwvJhlcO4CY21HgGPSszngP907XAfut27VH7ugKMFAWKosONgdhN+5CiQBmVeoZIH+twLK7XD0XaLN4P7x3NwdIzgOxYKArG82Oc1jvZtv3coZ6MnD7e0Z4VI+O0JyFeXOz86EezPZ5fW8/lRDQdocO9gt3IT+tLEqu/AH7mKV6Wl/XfSgJp9yt4xS9/QURERLQ/DyeYRoSLRQxIx/nI77GE0oWqDHOoAqGFUZZnGU0xdmOow4aRkniB81LaJqIbuFIM5ghro+laXwXCWecL03hxnqePRhcLxJBwlOe8J9seu+Oi3nTbd6HaxSjVcrmEZ9QelEyf3803IQpqAdsJjiQgXl1Wy4yma8+2t2/Xfl1/XSJ9rOOxuGf98O5oOBZIni1vfLR8437uUE86Qd9yuYRnSwgtHeX7LHWa48GAi/Hed/Iez6+t5/Ld9FI9wZN3gZfGL1aDbCIiIqI9ekDBdHoxKPVwKiN9Xro8slZcYFZ+5ipef9Ya5SD8JiUTpxWBlob+1tGsZnH5oezoCtXQLN322oPb0dWGAG6L0EpHqdLP+qioDNPxK6mhSbp7JsA8jNO0Yx++k6Sgrt3Q2Lpd+3X9dYn0sW7H4r71w7sj2c+i27B5P3eoJ5pikJ0T1gJSy+RisunDVkNYeaZKmm5fvkElGfDyc6jL4xj7PL+2ncvb7HO7xD1xv4JX/uHX8AQn+OBLn6x/TURERLQXDyqYTi4Gk5EV+bQHKV6gnqVaeW6084Xh/gXnbn4DQDaHUGMX5wLX7XeXDNP3YEgLzLI0ZiVLdy8EowEURYdlLbCABMP21lJH76u71sdEPLx+eLuiIMk2aJpcTDZ9eEYMSx+VRoojTAe1G1SxW6RpK+Wy2+3n/BI7l9vtcbui79eXJI4+DPzp9/GkvOzqewC+hVesS0D95bVXZRERERHtw8MKprMRtr6Gk2T4rzTadIlVvD6q2vmCbt+iCyxiCb1T7Yaen0S+7dJx9bJePr6J99ikI3mz0qzFG9cVIQimmI4GyUX2HU8d3U6kjx3yWHSw534oC0yHva8yzZL9XJ5DYTf7qieRBNKAq48q58fNuO751eVcPoT38GPvAjguz9z9UeBngCer90rLSvyv4pUQeGm/xXRvIiIi2rsHFkxnr8gaYriWpppMtKTaDsqT2sqaCcfsdolZlqeWa+nrieoFtkraJRn21gmfdl9Xto5JMaOvbGJSf9Z5L7Lgo3gOXdac2ro0mI5ZOg7JREyVyeLurAhXcdM7zZPvtvexmzkW7X2jrc0Z8X64jeYs4XlewwzhhX2V2SybWM2GUzoYsmai2+kuUk+9PyffT4zqTYkikB7c8LPo9fbsen6JnMuZpN9lj8uc3Mir2r6HJ79/iZeGlr9X+uXgF/HBJ/4CP/bvyzN8Vz35daZ7ExER0c14cME0gjlCSVp7JVby3Qi6tUJ/UqTgTvrA/KJesIN08qienb6eaJcL/2COENg+4dN11hWMoKc/u1wusZwcYdYpXVNUhOnYQlh6LnLSX2FcWVeAizlKx8FDL3ah58+P7lf1NWUSDC9Z76bnWbcJzl2EKD33WT4OIn3sJo7Flr7R2ua8kGA/FFR/drzJvso0CkZQdBcYFmn3k/4VOp/uW+vJ+nPxKirP7iF2dQzyHanhzJAq/a/4rD83HE0HpZn/u9rX+SVyLieyV7TZ6TPRtuetv17s2tuVjjS7f4G/+YMv4EfvfAEf/KrIO6SZ7k1EREQ348nTp087Z789e/YMz58/ryx78eJF5f/UhQZnaQOW0jr7777Jpg+vt9jhIpv27W4ci9vph0RERERE99HDG5m+hw4z4VMt9VNORsqu+2ws7eJuHovD9EMiIiIiooeBwfRt0pwkJdQA3PFNj0gGuJgfYZilfnpDwLVu4B23tN0dOxYH7YdERERERA8D07yJiIiIiIiIOuLINBEREREREVFHDKaJiIiIiIiIOmIwTTuTTR9Lv3gHLRERERER0WPxMIJp2YS/XKL+6lwGezfsaoFwcXV7E1ZtOO6a42O59LHja6RvVjrZV/6pN76D/P3Ztc+u789+9NL+1Po7o6WMrDnJd8sllr7T2P/uYxkiIiIiavYwgmm6FVEwxWh6t96jJJs+bBVw9QFua3LsVsEIiqJAURRYYf3LbqLpIKnLCgHEcPWk3sGd3PCuZJj+IW8MyDAnBqT64oqWMrKJiS1hYelQFAX6DDC82g2d+1iGiIiIiDZiMH0fyHI+CiZrGjRNg3yrF7wyZDn71L+7PbLpJ6932jWQvnP7mQ5GO4MRW+03OFrKaGcGpHCGaZB0vCg4hxtL6J0WHeg+liEiIiKizR5RMK3BWS7haBocP0uJ9eE0DcPIZqnMEr6jrad0mqX0yLV6knX5flrGd2Dm5bORn7Q95rb2yDAnHiamBtNfwrOHGA5teJ6DcoKwrJnw2+qRNTh+KS3Yd2BqO5QBoDkePC/9TOrpruL7ubIPfQea6WC5rG6XqCSQlhBazYH01v2zdT932K6t6zoUkX4IADK0Sn8W6PMbjtf1tz1p83LpwZAAyfCK/lhLiW8/B7vQ4NgS3PO2LIu2MjKOJSBeXZaWRbhYxJB6p+l+vI9liIiIiKjNIwqmE+qwj/k4SYfVXUA1JtW0Rs3B0jOAWZL6qCgKxvNjnJau47PAbZGm1Sr6ApLhraekLs4xUCyEkgrjaI6BosONJRhnRWWqMcQqbc/GegBIxhBHMx2KMsBgoEDRz5Ff1msOPNtAnLU5raeIPWSYExtqPIOebpMyngP901IgJFImEYyy/RfXvimI7OfKPhyvMDTUUoEO+kldsatj1BTrbN0/hdb9LLpdgus6mG39UDtFH3OMs+OuW1hINrxyo0WO1162PcBIUaAoOtwYiN3iPFRKB1f4HBSgOTYkd9x4EybTXuYERxIQX0XpM/EO1u9B3ccyRERERNTm0QXT8eIcaVYjoosFYkg4Osm+lWEOVSC0MMoKpc8GF48GyzjtSYjLF9bRFGN3fUQnvooAXGKVx5wRrmrxp0g9AIB4gfNSmxBl/25oc1qPOsxGjdML59VlMVlYFGA6mpYCRZEy4kT2c9O270JVVcQxIBlna4G/2P4p2bifEyLbJbyuA9naD9Nn3yvHfRYCaj/dnyLH65DbLn4ObqU5sNUQs+YoOSFSpkLCcf7PI+Tdo+I+liEiIiKisscXTF+VA6UrVMO3JKAM523hY2lEpyS6ilsvQivplNJxfsEvWk+8uNgwa3YRBJdV6wkwD+M0ZdaH7yTp29WgQ6SMOJH93LjtO4hdHYOBhRAq7LVhUJH9U9i8nxNC2yW4rtvQ3A9lmI5fSfNe2uVRZ5Hjdchtb2lPp3VpcGwVoTVquWEkUqYkGEFRSo8axCtU98g9LUNEREREax5dMP1QVZ4tXQuGgGA0gKLosKwFFpBg2F41jVewzF2UBFUBRlYIqHZjWvG2/bNPh1zX9ckwfQ+GtMAsS5lWshnCu7tX2671oQJQhz58P/nYKgDJwMT3k34kUiYd9ZeO22493ccyRERERNTmYQTTayOEu0ouMNV+QzSWa74IlZPZfDqP6Fy/nqQ9oVUKhPJPfTQtQhBMMR0Nkued8zTermWuq2UfXkcwQhJPlyfF6rJ/ruuQ69qXNBtjNs3T17F2LESO1yG3vaU9Xc6dy3NYlgVrNsMs/bgxgDjEYjbD+aVgmTRtXiry/YtU9DzT4T6WISIiIqI2DyOYRoB5iOqzmbKGM6PrhWGUPitqwynNxiNrJsw8OktnvC1PPCWbmHReV+L69SRtVu3qBEKyZsLJG63BdMzS98lFczXwEClTFV0sEEs9nGrpa7LqBTZK2iwZk2K28HTbrysY1dO9RfbPvnRb12Vy5+aWJ37KbiAV546sObVjIXK8um37dmmw1/gM9J7OwShCEASVT5K5vsJFECSPy4uUARCcu4jVYb5/ZO0MhhRjcVG05j6WISIiIqLNHkgwDQQjHVbcg5ell3pDwNUxEJ40KBWMoOguMCzSVSf9K1yUhtaiaTJq2/OydfWS53a7rgtA6M5wNLlmPcEIurVCP6tnucSkD8zzRge4mKP0vYde7EIfTEuBh0iZmnTSp56dviarKb96k2CU7EM73c+TI8x2TC2uakj33rp/9qjDuqLpGG4owU77UdeZqGUzfY1ZkncMY6d6IkzHFkLJyM+dSX+Fcf1YiByvDtsuIjh3EaJoV/nVWPs8B/cimmJsFfsn+fVTe03bfSxDRERERBs9efr06cv6wm2ePXuG58+fV5a9ePGi8n/aRoOztAFLaX6d0yMkmz683qI9gKc7g8eLiIiIiB6zBzMyTfdNLa18p7R8OhweLyIiIiKiMgbTdEsCXMyPMMxT3IeAa2HMHNM7iseLiIiIiKiMad5EREREREREHXFkmoiIiIiIiKgjBtNEREREREREHTGYPoBXP/uH+NTvfR6v1r94BGTTx9Ivvf+biIiIiIjoAXgwwfSrn/1DfOrtL+Np/YtD+cyXN6//3T/CX37jCu/Xlx+KbMLP3tW7XGK59OGY2mEC3KsFwsXVrc34rDnl7W74dHk39gMma07RR3wHTa+qfpxlNDjLZfHO8p0l9az1v+USy6WDrtW3t/nwZe48zXkQ+/nulLmb54U4DY6/3HKjd3MZWdbg+H7RVt+Hk7/q4H57OXgLH7zzBfzonS/gR//2Lbwsb5bcwwfvfAEfDErLALz80q/hR+/8WrUsEdEj8WCC6bvs/f/4RfzJV96uLz640FKgKAoUfYZVz4bXcJGwb1EwxWh6ey/SDkbpNisKFN1FjBiuXlp2p1/yLcP0l/CbrnT3STYxsSUsLB2KokCfAYbnVy+eH3OZvQgwyvpc/tHhxgDCOTr1QpE2H7LMQyWy7Y+5zF7s8bwQJsP0bahSfXlZWxkNZ54NKV7Ayv6WjGeA7d387+qbNngLH9gfxo/9yu/ib73xu3jl94EP/qA9SH75uV/DByrwyq/8Szy5rbvmRES3iMH0jZLx6nH2qX93i6IA04GFUDJw1vHWvyw3/1VdXy5DlrNP7au7SpbzmwuypkHTtPvT9mvQzgxI4QzTILkSioJzuLGE3mmx8Y+5zI2RT9GTYrjn3UIGkTYfssxDJbLtj7nMjdnxvBClOR4MKYTrxvWvctvKrFwdg9EU6e4BogDnbgypd3rjN6hvzkfx8ldP8MQN8qD4if+f8cq7H8bf/IOP1gsDWSBtMJAmosft0QXTr372y3jj7T/Gp97+Y3zq7T/Ez322/qdPxtNKmT/GG7/x5trzzpV6fu/LePqJWgEAT3/jX+P1L6afz9WfmX4TP/f2H+PnPvMmfu732trTsK7PtqSUCwswDwG1X42mZc2E72dpdj6cyp12DWeet57apznwvLNKSp7mePC89DPZMAIum0kaXZoq5zvrqeft7dknGebEw8TUYPpLePYQw6ENz6umGoq0R6RMuyz10YMhAZLhFemEtZ0vm6VUzJ3WJeNYAuLVZWlZhItF+cLwMZdJHacpny37uetx184MSPECF7WL0PZ6RNp8yDL71b7tWWqxwLEonxe+A63zzUyRbX/MZVJ35rwAABla5fdh89+Uy1UIVx/hora8rL1MgOn0IUaOH8HffALA1fdKy74H/Cnw8ugjpWWJJJD+MJ5YDKSJ6HF7VMH0q5/9Q7z+5s/gLz//83j+5s/j+ef/CH/7zX+NN8oB7Gd+Cf8T5vj2m1mZ38Jf/p3fxuu/8ebmev75Ch9/8+8VdaS+/8+S77/5dvPdbQD4qbf6+P/+eVYO+Kk3/298onzh95kvC61rF5erGJCOi4sNzYFnG4hnSWqfoi8gGeXguTkA1/rqWkpell6tb7izD83B0jOAbF2KgvH8GKfViHxLe/ZPMoY4mulQlAEGAwWKfl5sl0h7RMpslaU+JumOsVvso3Jaumz68AwJiyzVMF1Xt1TDExxJQHwVFc+Vrv34Yy6TUI0hVuOW/dz5uGvoq0C8uKjOJ7C1HpE2H7LMHm3d9oQ67GOeHgvdBVRjUkk/XjsvxisMDbVchQCRbX/MZRJ357wAoJ2ijznG2e9K3cJCsuHVVhZNR9gWC4uUqZJx2pPW232fyBtuz6/+AviZp3hZXtZ/Kwmk3a/gFb/8BRHR4/OIgmkZT39Bwg/f/qd49ypddPVFfPvtGD/+C79UjBqnzzfnk4VdvY13v/p14Bf66Ujw5np28cNv/D/4flrP+//pj/BDSPjx/DktGZ946+/tbV3tZJhDFQgtjLLctWiKsRtDHRYjy0ESTZdGa5OLn3DeJSWvYV0AomCK4vHqhjIN7dm7eIHzUpsQZf8WaY9ImX1JL97ccXHRl65rbfSoEwn5vRzpCCfVL1OPr0z7fu5+3GVzCBUhZpUr9u71tLW5cMgyuxLf9nhxnqfXRhcLxJBwlDdm83lxPSLb/vjKNO3nWzsv0vk58p+MAkxn9b9XN0NzPBhwMe4Wgd9bL9UTPHkXeGn8YjXIJiJ6hB5RMP2/4Mc/DvyPd6t/7N5/90+Bjx+VUrBlfOI3/rCS5v2pUXkkuKWeHVTqubrC/yh/ued1tUtHIyqpfUB0FVcvoII5QqjIB6e1PlSE6BRLp+tqD8AF27Nnm0cWRNojUmZfSqNHJddaVzCCogyKi+N4heqWPN4y7fu563FPAr56Nkfnera0GThwmWsR3/bKsYiuUA2TW86LXYls+yMt07ifb+28kGE6fiXNe2l3zUjoTjZ92GoIazDd8Lfj4XnifgWv/MOv4QlO8MGXPln/mojoUXlEwbQIGZ/4vX+Nv/N3/gh/nqVVv/nzeO58vV7wQThJrjorFwCV53MbL0bSVO90RKApxXuftrfnsETaI1Lm7rhEku3fNE6UecxlxAkfd/kUSczQfNa01yPS5kOW2a/2bT8kkW1/zGXECR/Ta50XMkzfgyEtMCu/rcEKS2X2L3mkIIalj27sb+DBRN+vL0kcfRj40+/jSXnZ1fcAfAuvWJeA+strr8oiInpMHlEw/d/wwz8H/vYnqhcIr37iZ4A/X6Vp3clI8F9+9Yt56nVeJtdSz97d5Lrq6dnJBVT++qzKp3qhEJy7iKUeTuV6HaKSddWfva4Sb89hiLRHpMy+NF/wysnMQesjTBtFSAZ4yuNE9ef/HnOZRPt+7nbckwmWXKxPVixSj0ibD1mm/JUG0zE3Pl/bTmTbRbScF52IbPtjLpNo3M+3cl6k2U6z0gzbOx13cUkgDbj6qLLOXa2/EWPdvso0ew8/9i6A4/LM3R8FfgZ4snqvtKzE/ypeCYGX9ltM9yaiR+sRBdMRvv+NGD9enuDr+PN47U0JP/zGv0uD6SR4/an/rZh5+9XPfBmvvVn+gxzh3a9+vbGeTd7/T3+EH378f8fTz6SvyaoX2Ki0rs+kfyC3rEuIrCXv0KxcuESYzkKodnWyGVkz4Zi1oDe6wCKW0Jskz7e1xdLRxSIJvLX0NVnJ0vRZNhtOaWWyZqJYVYf2HIRIe0TKdJFe1DY+A53OrluefEk2MTHWL3i3Cc5dxOoQZtpoWTuDIcVYlKbTfcxlADTu53CWpXV2Oe4bJlgChOsRafMhy2S0MxuGasDeNHt/K7Ft3y6pp+l4dSWy7Y+5DO7UeZHdoC36nqw5G4578rcou1Vw0vj6xvYyRSBdSoG/Bs1ZwvO8tbc1lO2rzGbfw5Pfv8RLQ8vfK/1y8Iv44BN/gR/79+UZvque/DrTvYnocXvy9OnTzjcUnz17hufPn1eWvXjxovL/Q0tm2G76wwn88O3/A+98JfmL9+pnv4zX3vx7+HEAQIy/fPuf4k/S7wAAx2/i5z732/ipj6c/+42v4Nv/9Qivj4DLN/8vZIlQlXr+/Ou4/AZw8ma1TFml/Dd+C8//GfBzb/824Pw8/uQ/ZqXebFjWsK6vAie19rSSTfiegWLvxAjdGc7Lk7WkZM3E2dCAmhaOQxez8+rdfuQXExJiV8dgy9WEbDqYGGqy/tAqZqSWTTiT8rosjEfVNom2R4hswvd6WDReACVpgr1F+/aItEekjLDaPqrsv/q+RYzQHWPU0v5NZM3BxE7riUO44/XZbB9nGQ3O0gZcC+jZ6XFo3s8ix13kIlyontY2H74MAEDW4JwNoUoL6Ds+P9q+7emxsBQUp0DTstp5EYewFoBtAFbDiGgbkW1/nGXu4Hkha3AmWVuS78fzI3h29bhrzhLrmeZhhzLJtq99DazVIypbX9vf032V2ebl597C3xgnyUjzu5d45QtfLV59JffwwR/8r4D1u9VZvAdv4Uf2CZ7UlxMRPQIPJph+TF797B/i9V/4I3zzn3yxmHWciOi2aQ6W/Xnlhg8RERHRQ/WI0rzvqzfxid/4PJ7mKeVv4qcrqelERHeAbMIfSnDXH3olIiIiepAYTN95b+P7//UIH/9c+pquL/4q8PZv4dvl1HQiolslwzw7wmy8OU2XiIiI6KFhmjcRERERERFRRxyZJiIiIiIiIuqIwTQRERERERFRR482mJZNH0t/l/ehEhERERER0WN3Y8G0s1zCN5tDVdn0sVw60OpfXIfmYLn0sWGV664WCBdXO70LdW80B8vlsvnjaMnsuJXlPhxTq9wA0JyGn63XQ1tocJZLXH9XJfWsHYPlcqf+LmtOcfx9p7FvH7IMEREREREVbiyYXsWAdHRSX1yIV7isLzugKJhiNL0Lr3AJYSkKlPqn9J7W0EqX6TOseja80oh6MCr9jO4iRgxXb67nsGSY/uYbKuL2Vc8hBBjVj6Oiw40BhHN0OhKyiYktYWHpUBQF+gwwvNrNokOWISIiIiKiihsLpq/i+pLCyZEExB1HhWU5DyBlTYOmaZB3utiXIcvZp/7dHRcFmA4shJKBs67DnHQ75FP0pLjzu3e1MwNSOMM0SM6SKDiHG0vonRad9pBliIiIiIio6saC6ctVDEjHSQCcpjMnabQyjiUgXhXj0rJZSjFd+nDWhsRkmBMPE1OD6S/h2UMMhzY8ry11NhnRXDr1tGgPnpd+JvVnprN0Xw2O39aeWpt9B5rp7JTK212AeQio/RtYk6zB8f0iNdl3YGoN266Z8DfunyzV2YMhAZLhFfV1yqMWr2d7/xF0LHDcW7d9nXZmQIoXuKjdOWqvZ/0cASJcLGJIvdO0zx6yDBERERER1d1YMB1dxYB0hBMA8rEEoBoAxldJdCGbPjxDwiJLTdYXkAyvMa1XMoY4mulQlAEGAwWKfr4hdVaD43voxRaUUVAZAc/SonV389C5OuxjPs7KAaoxqaa8ak61zeMVhoZaKnCzKjcq9kaGObGhxjPoWYryeA70T6s3CDQHnm0gniUpwdnxKuLbLNU5SW+O3bRc55RzsXq69J9tVGOIVXrcG+vZuu11GvoqEC8uqlkYW+s5QZK8EaU3ohys39M4ZBkiIiIiIqq7sWAalysk4aqM056E0HURS8eQcYIjKUYyEJZ8F7tjTLNoI5pi7G4YFYsXOE9TUQEAUUOi+IkGZ2lDii0MOgVvhXhxjmw10cUCMSQUj3/LMIdqY5t3o8LOR1WLkcodYsFrSoOq1WUR+EUBpqNp6YZFsu0ILYzyHZRsuzqsj/IfQsf+s0V7Pd23XTaHUBFilleKneoBJBzn/0xuUK07ZBkiIiIiIrq5YDq6QgwJx/IJjqQQ8+kVYukIJ/IxknFqVEfFKj9ajGqXrY3wrZFg2DZUAPF8t0AapVFzINuOspY276RpArJBEdQdTIB5GKfp1D58J0nxrgZ3RcBdtul43byWY7FDe9rr6brtSaC/PvFYx3qCUbU/NE3cd8gyREREREQE3GgwjUusYglHp8eQ4hUu0/8fnx5BQoxa3LI3satDd2Oo9m2M7h7GThO4CQhGAyiKDstaYAEJhu3Ba8hhrjy/vFxiaR8uxf22CW+7fIoklm6+qdNez2UyG/5xWwc+ZBkiIiIiIqq7wWA6wlUMSL0epPgKESJcLIBeTyqNeDVfyMvJjEg7jIrFWFxEiKYDWKEEY22CsX1oafNBJM/hbgrSri9CEEwxHQ2S58rVfumZ6WTb81d1VT6jDc+v36SWY7FD/2mvp9u2JxOPuVifxFuknvTcqbxaLk1pz7MzDlmGiIiIiIjqbjCYTibKkiQpD/yiq+T/xahqOmtweYIv2cTEuP6FfDBKXiHVNLIKpM9CSz2caulrsuoFNoownYVJm7OZmtI23zhZg+nbUBuDtOvSYDpmafKpNE25EpQm267a1UmqZM2EY9b3c3Yzpfuzy1Vt9ey3/zTVE86meV8V3/YNE48BwvUE5y5idZj3MVk7gyElN4tuowwREREREVXdaDCdyCYbKyYlKz8vGk2TEdCel6a7ej3Ero7BtR8aDjCyQkC1m2dbTid96tnpa7IaC20QjJI222mq7uQIMyusl9ob1c72zRBHCwv6IAvw9inAxRzoT7LUYw+92F1fVzCCbq1K5ZaY9IH5xXp0H5y7CGHAy1KZu+zjkrZ69tl/QneGo2y70noqc9gJbnsy8VhLMCpSTzTF2Cr6mDcEXL32LP0hyxARERERUcWTp0+fvqwv3ObZs2d4/vx5ZdmLFy8q/39sZNOH11usB59ERERERET04BxgZPohqqVEyxrOdkwtJiIiIiIiovuHwfROAlzMjzDMU4KHgGthzLxYIiIiIiKiR4Fp3kREREREREQdcWSaiIiIiIiIqCMG00REREREREQdMZgmojvr9dc+jT/79Gt4vf4FEREREdEtO0wwrTnJRF2+iWwC7Faag+XSQetbiUXKbCCb/s7vPKYS2YTfcFxlWYPj+/k7lJe+Dyef+nyd5pTLNveRtjKy5iTtWC6x9B2YDRUcsgzueh+7xrkj6tkbn8af9fvJ5zrB8F+9h/l7f4Vvlpd97I2i7n4ff/bGx8rfXt/H3sCf9d/As/ry68p+DzZ9HK04n/KPD8fUKn1dcxp+tl6PiLV1lT7Z+dVYxodT7vQiZUQ01lNrDzQ4y6ZtrC6XzdLvitLHr7RJhub4pXUmv6OyEuL7ub0eIiIietgOEkxrfRWIY8RSD6e8yrjjGi4OGy+MZZgTA1J9MTSceTakeAFLV6AoCpTxDLC92sVsVtyBrQJuVrbpPd1tZWQTE1vCwtKhKAr0GWB4fjXIPWQZAj72Br74EeBfPJ/jp+dz/PR/+XY1GO7gm9/9Nv7Rt79bXfjdd5J653N8/r3qV3dfCEtJ+3H5MwqKEla6TJ9h1bPhlW4eBaPSz+guYsTFeVGrR0S+rvKndg6Wy+jWApKxfi6LlBHR3p4AIysEVBvleFo2h1ARwkq3PZoOkp+zQqC0fwalty1ojgdbWmCW7Tt9Acn2cJbWK7qft9VDRERED9sBgmkZxxIQL2aIIeHopP79HSQXIwuypkHTNMjdrwvvIQ3O0sMQM4y3XRhrZzBiC1ZYXQwAK1fHYDRFkF27RgHO3RhS73TDiE2Mq7UIuq65jHZmQApnmKYri4JzuLGEXumuzSHLUOav8d9+UF/WxYfw+oeyT/27RyIKMB1YCCXjzgRnUTDFuPVcFiuzs2AEKwTUYTF6PjEkhNYI4rcRNPRVIJyVf0dNMdBdrGol2+2rHiIiIrqvbj6Ylk/Rk2IsLgLMQ0Dtr18VymY1dVY7rpcQK7MfMsyJh4mpwfSX8OwhhkMbnldOi5WhlduzXMJ3yumYSdqh76dlfAdmXr46klnZrg2jwO1lknU5pgbH31QGwFrqtQOzlnqtOTbU0MJgFOQjU1EwxSxE7cJYg2NLcM+bLl8DTAXet52nYtoqABV23q5iFG57mfRGzeqyVHOEi0X5Qv6QZfYlPabalmO6tW80lNlw7siaCX/LurZ5/bU0tfuTHwHwEXyxMc37Q3j22hv4eilN++tvfGwtDfzZG5/C1z6Vfl7fPU389Y+9hq9/OlvXp/GvXluPzF8vt+fTb+DZT9ZLJPL+uJZmfJM2/958rIJRcoNhYsrpDS4LnQbk5eOGjJokEJ7eRj1ERER0b914MC2f9iDFC1xEQJBcFVae1ZRNH54hYZGnBK8wNNRSCbEyXUTTMfQtV1+SMcTRTIeiDDAYKFD082LkQztFH/N89FbRLSwkG179IntxjoFiIZRUGEdzDBQdbizBSIeZ1rZLXx8FFikDAKoxxGq8qYwMc2JDjWfQszaP50D/tDgWsomhGucBcvFssI8+4qwUkAbdkjuGQMycknHakxAvLoogvZKKWUp9LaWYbi9zgiMJiK+i4jngtRjwkGUKIn1sG3XYxzw9proLqMakdiNme99YK9N07mgOPNtAPEvS17N66t15m29++78k6dffeg/Ae/h8mopdSfP+2P+MX8L38OvZd8+/hf/wE5/E12rPPf+bd5Lvfzl+v7K8k4+9ga99UsJ3vvM8Xdd7+FnpU/hXpVW9/tqn8TXpJ/AfspT0b76PfyJ9pFzLrbtcxYB0vOcbNjtKR4LL5/IakTLXkma6GB5stUjvFhZdYBEDqp3c8DQ1rfVc3mhf9RAREdG9dcPBdBJEIb5KLqouV4ihohhkSYOscmAWJSmCBZEyXUXbL/LiBc7z3D0AUenfwRSjaTF6iyjAdLZ+oyC+igBcYpU3NcJV/u/N21UeDd1eJtFeJg0EV5fVNo+mxQ2CkyNIWSq1bGJiq4gtHYoyxkoqjb9oDmw1xEw8kobmeDDgYtzhZ3YjIR90lY7Q/ETBocoI9LEt4sV5nj4aXSxqj0mI9I3NZQoyzKEKhBZG+cqSMnkq7T6lz0DnwfUPvovf+c57wEc+uucJvz6E3/zZjwDvfQv/6LtpvvkPvo1fj99H/2ezke4PQfvIq/hO/E38TpaSnpZpEk0H0HW983PJVaUMi1JGwQ6JAHuh2vW21CfqqpXxeogtvfL8sWgZESLtQX4+AIhXKOeKiIkwHeiw3BCACsO2YXtp1ka9aKt91UNERET31c0G0/IpehIQztOLz+xOfh5Nl0b7SqIi4hQss3/toyoyzMokXVkq8maV9GDpGHLbduXBmUiZRHuZAPMwGclZLn34TpLiXb5ElZMc5uTC9OQIEkLMgwhZKnNCg2OrnZ5PlE0/GT1qmlhsn4IRFGVQBI1NF9mHLLMHlWMaXdXyA0T6RkuZXHGjpaypj+3Hh/Cbb3y6kuadpIXv24dw/CrwnferD25/86/+Gnj1Vfzdcpm/aiizQVS+qbaTpgnISn3pwJom/KoHwUUZHVYoQbXP1oJFkTIiRNqTZNoYkMIwT/fuLkIwHSVZR4oC3XIRSyrsrukYe6uHiIiI7qMbDabl0x6kymiDB0PC2gju/SLD9D0Y5RlclSwV+e4KRoPkQtdaYAEJhu2tp6Vvo/WhAlCHPnw/+dgqAMnAxPfX0oKTFOMYli4efHeTjPpLx20X04csc38lN1rEbw7t5kP4zU9/Cv/nT7yH38vSqvO08Jvxs9Knqq/RupHA/WadJHdEbvZmlJAoeV4ZKoYbA1iRMtekncGQYrjnozTde7fAvSybNO266fT7qoeIiIjuhxsNppOLQLd4TjcPOiUkMUlzgCIfl6d1ESlzSMlIXmUG153a07Jd+UinSJmESBkgQhBMMR0NoLtx5aZGZSQyT8eX81RhAMDlOSzLgjWbYZZ+3BhAHGIxm+G8tLIkkAZcfVTZT/uVpM1LlSni689nH7LMIYn0jZYyuaRM04igouz7JkgyEjz/zrfxb0qDwa//5E+UC+3JD3D1PjD/Vilozz/v4N+UyvzsT1YnJdvYHlmD6bQ/K79/6YzRWXbPrcueV24LYEXK7CrJjskeXYimY7hx15FgDeZeAv191UNERET31Q0G08lF4FqgEcwRInudUITpLIRUnlgpnbymIFLmkJLgQ+2XZp3WnB3ak84E3bBd5QBue5lEexkNpmOWgoDsWfZSsF1+nj2aYmyFkGwPy+UER3GaFhxFCIKg8kkyhle4CIL8sfIikL759NXg3EWsDvOZyeV01GpxUaz4kGUOR6RviJw7SRnVrgaJsmbCMbsEKCKS4LX/0WJ27tc/9ga+JL1aK1f45n9/D9959SPQPpa+Jqv2/f/7/vvJ89Zrk3T/AL/znffQ/+Qble9e/9hr+FevZTOQJWV+Vnodv5mV+dBrG9ujndkwVBX2od5TJWswfRtq7KJx4vxbkjyv3D7yLFJmF5pjQ0V5zoak/9bfPb3NkeFV3sAga/VzR8y+6iEiIqL76eaCaa0PFU2BRvKql3ySpGAE3Y3R89L00skRZm4tZVqkzMFEmI6TV7N4aUrspL/CeIc072iajBDn2+X1ELvViXtEygBA6M5wNNlUJsDFHOhn3y899GIXevk55ih5BVY26VQUjDBQFCjKAKPRoDLLdjsNZ4YEQIKRtTn/3MDEPNEUYytGz07SlL1hQxB/yDIHJNQ3RM6dYATdWpX6xxKTPjC/2HcE9wP8zje/hflPSPhamnb9pY++j19vS/P+wbfx6/Ff4+9/Mn1NVm3W729++5v4F+/9BL74qaS+r5dfffXdd/DL33ofv/R6keb9pY8C/+6/f7daJv5r/P305//s9Vfxe3Fze4K5iziOb3yUOH8sxhviaGFVz9M9a5rwq/x6ukbp74r6JIgVImUatLZHNpHMlVfLmMjePW0nv1+qr9Qrfg8VE5kFOLdcxNIw/x3u2Q3nzlb7qoeIiIjuqydPnz59WV+4zbNnz/D8+fPKshcvXlT+T4eiwVnagKV0e9dqo/R5cISwxjeZnk1ERERERHS/3dzINN1D6ateFsCwNErZ9GoaIiIiIiKix4zBNNVUX/XS/GoaIiIiIiKix41p3kRED0by2Ef7i81CWHufqX2Tu9YeIiIiov1hME1ERERERETUEdO8iYiIiIiIiDpiME0Phmz621/rQ3TD2A+v7zHvQ1nTKu98J7qTZA0aOyoR0WMPpmWY/hJLp8vbjzU4yyU6/cidtMu23wGas/l91VcLhIur3d7JqzlYLn3cn4nLH0o/vKduqh8+Jje1D2/7XG7brm1kExO7jx03/PZ/J5S3XXOq7ws/QMNkzYGfv5/c2bkPiNRz38rk71+vfOrniQzNKZVrqCcXAX17svl7IqJH4h4F00nwt9fXNMmn6Ekx3PNHOPXNndj2/R7TKJhiNL3N7cnsd7vujoe6Xft1d/rhIe23bzzOfQhoZwakcP4wJmMLRvkbIayw/uUNkE1MbAkLS4eiKNBngOHVg0UBIvXcxzIAELvQ02OSfAYov6xDczzYagxLT77XZyv0muoBAAQ4dwHj7OZvkhAR3WX3KJjev+TCZVb5Y/JYbNx2Wc5TK2VNg6ZpkBv/kN4lMmQ5+9S/o4O6l/1nX+5YP7yXx+KO7cNDkk0M1du+wXl/5X/TguSPWhScw40l9E67dSSReu5jme009FUgds+RVoMomGLcEjBHFwvE6nBDsE1E9DjcbDAta3D8WspQwzM2smbC94u0I6fymzlJXVsuPRgSIBleUd910sbaLlxkE07eniV8R2t4dk8rlam3OSGbpbSrpjJ73D+Otr09uY3bLsOceJiYGkx/Cc8eYji04XnVlMWt27W1jPgxrdTjO9COK18D6d10z0s/k4bnLAX3c1WRBr+tZGHH7VrbPx0cbz/uIutqLyO6XfvoP8m6fD8t4zsw8/KbRkiaiNfTfn6lZfbRDyFDq2z7pt8tKFIyd/4dt49jIVJGtG/saR8e7FwWX5fIdomQT3uQEOOqfoMTKH7Pm9vP9+1/m7b1Q/G/KXvbdoFzsJ2MYwmIV5elZREuFjGk3mmxbU2PAFSWidRzH8uIi5s6oHTcXE90gUXnoJ2I6GG5wWBahjmxocazIq1oPAf6p9VnyTQHnm0gniXpSYq+gGR4pee+AowUBYqiw42B2E3LKQqUUT0YFLdxZFZzsPQMIGuPomA8P8Zp7ZpWHfYxH6epUC6gGtVnh2TTh2dIWKTpUtl2FWmQ+9o/iW3tKdu47SnJGOJopkNRBhgMFCj6eZ52uH27RMqIHdO1esYrDI31N9YGo2y74/pX4vu5QoPje+jFFpRR0OHxxR23a23/iFONIVbpcW+qR2Rd28uIbVfmuv0HALA4x0CxEEoqjKM5BooON5Y2jpBstK0egfNrrc079UMA2in6mGOc7TvdwkKy4dVP5j267rHYXkasb6zVs9M+POS5LLYu0e0ScXIkAVtSvLed7xD5WyDYD7fVs7dtFzgHtzvBkZQGgtlz202/ToMRdBcw8ptKGhxbReyO07+HIvXcxzIpyYCX3/zw4TQUlI7Xl20W4SoGpKOT+hdERI/GDQbT6S/41WVxARMFmI6mpYsFGeZQBUILozyvaIqxG0MdNoxK7EvbyGy9PWmqU/3xvXhRSoW6WCCGhOLviYzTnlT6A11sV3GneL/7p709JRu3vSRe4Ly0/Yiyf4tsl0gZEZvr6UZkP5ecaHCWNqTYwqAhULy+zdvVbf8k2usRWZdImY6u1X8SyejIJVb54U4u2rpqr0fk/Nrc5s7S54Ar/XAWAmp/LRiMpgPout54s6KTax0LkTIiNtfTzSHPZZF17Wu7AKSji9s0rat+LLb+LRDsh+317GvbRc7BXUjIB8mlI5Q3P5qO4cYqbMeE6dtQQwuDfCPqNtdTuCdlrhZw02eqFUWBPouh2tWBi3kISMZZHozLmomJIbWsK7Vp5JqI6BG4wWA6wDyM07Q/H76TpMhVf+EWFyxlUXKrs/2X9zVsHplN2hPOt194VVKhoitULyFKd4pLqtu13/3T3p7C5m0vxIuLDSM4ItslUkZESz2diOznjATDtqECiAX6wG5atqvT/km01yOyLpEy3Vyv/6yr9P9rXLSt1yNyfrW0uTMZpuNX0muX9uaRvCgPfHd3vWMhUkZESz2d7Pdc1pzScVgua6/iElnXvrZLXOO6Ov8tEOuH7fXsa9tFzsGOglF1Yq14hVrtmA4shKoBQwphbbrRsrWe+1UmGRQojlcUjGCFqNy0CEY6rFCC7SX9YtIHZm7cvK7UZXGnkojoUbrBYBoIRgMoig7LWmABCYbtraWSAbXn7Db8Yd8b2cRQFQuYb9rB988d2vZDEt3PQJKmqrsxVLvL87l0n+3t/Golw/Q9GNICsywtVlGgHGSa44djn+dyllKefwbTyo2HLuu6P+5mP7z+OZhknwinKGt9JGuQUP0RkXruY5lml6v6TYso7fdJvxiMpsBRe8rEyZbviYgeuhsNphMRgmCK6WiQPAdXSSVL/giEVu2iRlGgKKPm1L1rkk97kGIXzVnOSXvU/nUvmJr/uMnJLCFrd8kPtX/at12EyHaJlBHRUs9O2vZzJsbiIkI0HcAKJRhNEyBdW8t2ddo/ifZ6RNYlUmZfDrkuESLnV0ubO0lG4MLZNE+dRVs9sgbTaXn28dpatmvvfaOlnp0c8lxuW9c+tyt9/GBL5kXjujodi479cKN9bbvIOSii6dndNBV9LTsje05arz0/DcF67mOZZidJWkBL/0ln+N5YT/p4QrzjO+GJiB6AGwymNZiOWboYTH65V39xR5jOQqh29aJR1kw4Zv3yKP2D0elZvToNZ4aEcFYdgSgk7YFqVybmkDUTa81plc6kWZ6wRU6ePSr+KO17/2yzbdtFiGyXSJlM2zFNtr2pnk2iiwViqYdTLX21DiC4n9cFIwuhZOw4EtW+XeL7Z7umeopjLLIukTKZtu0S0WVdhyByfu2rHyZBg9ovgjpZczbWo53ZMFQVdtcJ14SJHAuRMpm2vrGvfXjIc1lkXd23q00wD7emNjeta/1YtOnWDzfrtu2XyUobbg6JnINignM3eU1TWpGsncGQkpsqBbnynHT+/HQpxV+knvtXpt6fk+M+VJMbK3lNmlm69pGhOTZUhJhtfC4svTnzyLLdiIjKbjCYDnAxB/qTLHXLQy92oddS6RCMoFurUrnkOZ35xfov5+DcRYjSbJSdLo4A2RxC3TYyG4yg6C4wLNLOJv0rNDSnVTRNRjJ66bNHS6+H2NVLE53sf/+0Edp2Adu3S6xMpvWYBqNqPZMjzNyWdMR04pqenb5ax9HE9/OaACMru7FS/267tu3qsn+2Cd0ZjrJtS+spPwIosi6RMpm27RLRZV0HIXJ+7aUfRpiO06AuX88K4w3ptcHcRRzHN3qRKnIsRMpkWvvGXvbhIc9lwXV13a42wRwhVLQlRjWd703HYrNu/bBVh22PpmO4pWdxKzOQi5yDIqIpxlbSZ5bLJbwh4Oql54eRvHqt+px0+vy0ZGCStUmgnvtXJsDF/AjD0j72hsDCqv69QHCBeX+SlvEwhAtLb8kQ0PpQEeIGf00REd15T54+ffqyvnCbZ8+e4fnz55VlL168qPz/7klmdoWlVP94PAqPeduJiO4H2fTh9RbrQTt/h9MdpDlLDFddb+gQET0sNzgyfdck70N9nBcij3nbiYjuh2g6QygZuLHsfqJ9kU0M1bYUcCKix+ERBdNERER3GW980j0RTTHoNEkcEdHDxGCaiIjoTmOQTUREdBcxmCYiIiIiIiLqiME0ERERERERUUcMpomIiIiIiIg6YjBNRERERERE1NGTf/yP/3Hn90wTERERERERPWZPnj59ymCaiIiIiIiIqAOmeRMRERERERF1xGCaiIiIiIiIqCMG00REREREREQd/f/eWCB03LM1jQAAAABJRU5ErkJggg=="/>
          <p:cNvSpPr>
            <a:spLocks noChangeAspect="1" noChangeArrowheads="1"/>
          </p:cNvSpPr>
          <p:nvPr/>
        </p:nvSpPr>
        <p:spPr bwMode="auto">
          <a:xfrm>
            <a:off x="1708354" y="21650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12420" y="467756"/>
            <a:ext cx="6096000" cy="1491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" dirty="0"/>
              <a:t>Starting kernel ...</a:t>
            </a:r>
          </a:p>
          <a:p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[    0.000000] Booting Linux on physical CPU 0x0000000000 [0x410fd034]</a:t>
            </a:r>
          </a:p>
          <a:p>
            <a:r>
              <a:rPr lang="en-US" sz="300" dirty="0"/>
              <a:t>[    0.000000] Linux version 6.6.137 (</a:t>
            </a:r>
            <a:r>
              <a:rPr lang="en-US" sz="300" dirty="0" err="1"/>
              <a:t>quanganh@quanganh</a:t>
            </a:r>
            <a:r>
              <a:rPr lang="en-US" sz="300" dirty="0"/>
              <a:t>) (aarch64-openwrt-linux-musl-gcc (</a:t>
            </a:r>
            <a:r>
              <a:rPr lang="en-US" sz="300" dirty="0" err="1"/>
              <a:t>OpenWrt</a:t>
            </a:r>
            <a:r>
              <a:rPr lang="en-US" sz="300" dirty="0"/>
              <a:t> GCC 13.3.0 r29166-14a27ac99d) 13.3.0, GNU </a:t>
            </a:r>
            <a:r>
              <a:rPr lang="en-US" sz="300" dirty="0" err="1"/>
              <a:t>ld</a:t>
            </a:r>
            <a:r>
              <a:rPr lang="en-US" sz="300" dirty="0"/>
              <a:t> (GNU </a:t>
            </a:r>
            <a:r>
              <a:rPr lang="en-US" sz="300" dirty="0" err="1"/>
              <a:t>Binutils</a:t>
            </a:r>
            <a:r>
              <a:rPr lang="en-US" sz="300" dirty="0"/>
              <a:t>) 2.42) #0 SMP Sat May  2 23:38:48 20</a:t>
            </a:r>
          </a:p>
          <a:p>
            <a:r>
              <a:rPr lang="en-US" sz="300" dirty="0"/>
              <a:t>[    0.000000] Machine model: </a:t>
            </a:r>
            <a:r>
              <a:rPr lang="en-US" sz="300" dirty="0" err="1"/>
              <a:t>Bananapi</a:t>
            </a:r>
            <a:r>
              <a:rPr lang="en-US" sz="300" dirty="0"/>
              <a:t> BPI-R3</a:t>
            </a:r>
          </a:p>
          <a:p>
            <a:r>
              <a:rPr lang="en-US" sz="300" dirty="0"/>
              <a:t>[    0.000000] OF: reserved mem: 0x0000000042ff0000..0x0000000042ffffff (64 KiB) map non-reusable ramoops@42ff0000</a:t>
            </a:r>
          </a:p>
          <a:p>
            <a:r>
              <a:rPr lang="en-US" sz="300" dirty="0"/>
              <a:t>[    0.000000] OF: reserved mem: 0x0000000043000000..0x000000004302ffff (192 KiB) </a:t>
            </a:r>
            <a:r>
              <a:rPr lang="en-US" sz="300" dirty="0" err="1"/>
              <a:t>nomap</a:t>
            </a:r>
            <a:r>
              <a:rPr lang="en-US" sz="300" dirty="0"/>
              <a:t> non-reusable secmon@43000000</a:t>
            </a:r>
          </a:p>
          <a:p>
            <a:r>
              <a:rPr lang="en-US" sz="300" dirty="0"/>
              <a:t>[    0.000000] OF: reserved mem: 0x000000004fc00000..0x000000004fcfffff (1024 KiB) </a:t>
            </a:r>
            <a:r>
              <a:rPr lang="en-US" sz="300" dirty="0" err="1"/>
              <a:t>nomap</a:t>
            </a:r>
            <a:r>
              <a:rPr lang="en-US" sz="300" dirty="0"/>
              <a:t> non-reusable wmcpu-reserved@4fc00000</a:t>
            </a:r>
          </a:p>
          <a:p>
            <a:r>
              <a:rPr lang="en-US" sz="300" dirty="0"/>
              <a:t>[    0.000000] OF: reserved mem: 0x000000004fd00000..0x000000004fd3ffff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wo-emi@4fd00000</a:t>
            </a:r>
          </a:p>
          <a:p>
            <a:r>
              <a:rPr lang="en-US" sz="300" dirty="0"/>
              <a:t>[    0.000000] OF: reserved mem: 0x000000004fd40000..0x000000004fd7ffff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wo-emi@4fd40000</a:t>
            </a:r>
          </a:p>
          <a:p>
            <a:r>
              <a:rPr lang="en-US" sz="300" dirty="0"/>
              <a:t>[    0.000000] OF: reserved mem: 0x000000004fd80000..0x000000004ffbffff (2304 KiB) </a:t>
            </a:r>
            <a:r>
              <a:rPr lang="en-US" sz="300" dirty="0" err="1"/>
              <a:t>nomap</a:t>
            </a:r>
            <a:r>
              <a:rPr lang="en-US" sz="300" dirty="0"/>
              <a:t> non-reusable wo-data@4fd80000</a:t>
            </a:r>
          </a:p>
          <a:p>
            <a:r>
              <a:rPr lang="en-US" sz="300" dirty="0"/>
              <a:t>[    0.000000] Zone ranges:</a:t>
            </a:r>
          </a:p>
          <a:p>
            <a:r>
              <a:rPr lang="en-US" sz="300" dirty="0"/>
              <a:t>[    0.000000]   DMA      [mem 0x0000000040000000-0x00000000bfffffff]</a:t>
            </a:r>
          </a:p>
          <a:p>
            <a:r>
              <a:rPr lang="en-US" sz="300" dirty="0"/>
              <a:t>[    0.000000]   DMA32    empty</a:t>
            </a:r>
          </a:p>
          <a:p>
            <a:r>
              <a:rPr lang="en-US" sz="300" dirty="0"/>
              <a:t>[    0.000000]   Normal   empty</a:t>
            </a:r>
          </a:p>
          <a:p>
            <a:r>
              <a:rPr lang="en-US" sz="300" dirty="0"/>
              <a:t>[    0.000000] Movable zone start for each node</a:t>
            </a:r>
          </a:p>
          <a:p>
            <a:r>
              <a:rPr lang="en-US" sz="300" dirty="0"/>
              <a:t>[    0.000000] Early memory node ranges</a:t>
            </a:r>
          </a:p>
          <a:p>
            <a:r>
              <a:rPr lang="en-US" sz="300" dirty="0"/>
              <a:t>[    0.000000]   node   0: [mem 0x0000000040000000-0x0000000042ffffff]</a:t>
            </a:r>
          </a:p>
          <a:p>
            <a:r>
              <a:rPr lang="en-US" sz="300" dirty="0"/>
              <a:t>[    0.000000]   node   0: [mem 0x0000000043000000-0x000000004302ffff]</a:t>
            </a:r>
          </a:p>
          <a:p>
            <a:r>
              <a:rPr lang="en-US" sz="300" dirty="0"/>
              <a:t>[    0.000000]   node   0: [mem 0x0000000043030000-0x000000004fbfffff]</a:t>
            </a:r>
          </a:p>
          <a:p>
            <a:r>
              <a:rPr lang="en-US" sz="300" dirty="0"/>
              <a:t>[    0.000000]   node   0: [mem 0x000000004fc00000-0x000000004ffbffff]</a:t>
            </a:r>
          </a:p>
          <a:p>
            <a:r>
              <a:rPr lang="en-US" sz="300" dirty="0"/>
              <a:t>[    0.000000]   node   0: [mem 0x000000004ffc0000-0x00000000bfffffff]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Initmem</a:t>
            </a:r>
            <a:r>
              <a:rPr lang="en-US" sz="300" dirty="0"/>
              <a:t> setup node 0 [mem 0x0000000040000000-0x00000000bfffffff]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probing for conduit method from DT.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PSCIv1.1 detected in firmware.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Using standard PSCI v0.2 function IDs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MIGRATE_INFO_TYPE not supported.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SMC Calling Convention v1.4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percpu</a:t>
            </a:r>
            <a:r>
              <a:rPr lang="en-US" sz="300" dirty="0"/>
              <a:t>: Embedded 18 pages/</a:t>
            </a:r>
            <a:r>
              <a:rPr lang="en-US" sz="300" dirty="0" err="1"/>
              <a:t>cpu</a:t>
            </a:r>
            <a:r>
              <a:rPr lang="en-US" sz="300" dirty="0"/>
              <a:t> s35048 r8192 d30488 u73728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s35048 r8192 d30488 u73728 </a:t>
            </a:r>
            <a:r>
              <a:rPr lang="en-US" sz="300" dirty="0" err="1"/>
              <a:t>alloc</a:t>
            </a:r>
            <a:r>
              <a:rPr lang="en-US" sz="300" dirty="0"/>
              <a:t>=18*4096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[0] 0 [0] 1 [0] 2 [0] 3</a:t>
            </a:r>
          </a:p>
          <a:p>
            <a:r>
              <a:rPr lang="en-US" sz="300" dirty="0"/>
              <a:t>[    0.000000] Detected VIPT I-cache on CPU0</a:t>
            </a:r>
          </a:p>
          <a:p>
            <a:r>
              <a:rPr lang="en-US" sz="300" dirty="0"/>
              <a:t>[    0.000000] CPU features: detected: GIC system register CPU interface</a:t>
            </a:r>
          </a:p>
          <a:p>
            <a:r>
              <a:rPr lang="en-US" sz="300" dirty="0"/>
              <a:t>[    0.000000] CPU features: kernel page table isolation disabled by kernel configuration</a:t>
            </a:r>
          </a:p>
          <a:p>
            <a:r>
              <a:rPr lang="en-US" sz="300" dirty="0"/>
              <a:t>[    0.000000] alternatives: applying boot alternatives</a:t>
            </a:r>
          </a:p>
          <a:p>
            <a:r>
              <a:rPr lang="en-US" sz="300" dirty="0"/>
              <a:t>[    0.000000] Kernel command line: root=/dev/fit0 </a:t>
            </a:r>
            <a:r>
              <a:rPr lang="en-US" sz="300" dirty="0" err="1"/>
              <a:t>rootwait</a:t>
            </a:r>
            <a:endParaRPr lang="en-US" sz="300" dirty="0"/>
          </a:p>
          <a:p>
            <a:r>
              <a:rPr lang="en-US" sz="300" dirty="0"/>
              <a:t>[    0.000000] </a:t>
            </a:r>
            <a:r>
              <a:rPr lang="en-US" sz="300" dirty="0" err="1"/>
              <a:t>Dentry</a:t>
            </a:r>
            <a:r>
              <a:rPr lang="en-US" sz="300" dirty="0"/>
              <a:t> cache hash table entries: 262144 (order: 9, 2097152 bytes, linear)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Inode</a:t>
            </a:r>
            <a:r>
              <a:rPr lang="en-US" sz="300" dirty="0"/>
              <a:t>-cache hash table entries: 131072 (order: 8, 1048576 bytes, linear)</a:t>
            </a:r>
          </a:p>
          <a:p>
            <a:r>
              <a:rPr lang="en-US" sz="300" dirty="0"/>
              <a:t>[    0.000000] Built 1 </a:t>
            </a:r>
            <a:r>
              <a:rPr lang="en-US" sz="300" dirty="0" err="1"/>
              <a:t>zonelists</a:t>
            </a:r>
            <a:r>
              <a:rPr lang="en-US" sz="300" dirty="0"/>
              <a:t>, mobility grouping on.  Total pages: 516096</a:t>
            </a:r>
          </a:p>
          <a:p>
            <a:r>
              <a:rPr lang="en-US" sz="300" dirty="0"/>
              <a:t>[    0.000000] mem auto-</a:t>
            </a:r>
            <a:r>
              <a:rPr lang="en-US" sz="300" dirty="0" err="1"/>
              <a:t>init</a:t>
            </a:r>
            <a:r>
              <a:rPr lang="en-US" sz="300" dirty="0"/>
              <a:t>: </a:t>
            </a:r>
            <a:r>
              <a:rPr lang="en-US" sz="300" dirty="0" err="1"/>
              <a:t>stack:off</a:t>
            </a:r>
            <a:r>
              <a:rPr lang="en-US" sz="300" dirty="0"/>
              <a:t>, heap </a:t>
            </a:r>
            <a:r>
              <a:rPr lang="en-US" sz="300" dirty="0" err="1"/>
              <a:t>alloc:off</a:t>
            </a:r>
            <a:r>
              <a:rPr lang="en-US" sz="300" dirty="0"/>
              <a:t>, heap </a:t>
            </a:r>
            <a:r>
              <a:rPr lang="en-US" sz="300" dirty="0" err="1"/>
              <a:t>free:off</a:t>
            </a:r>
            <a:endParaRPr lang="en-US" sz="300" dirty="0"/>
          </a:p>
          <a:p>
            <a:r>
              <a:rPr lang="en-US" sz="300" dirty="0"/>
              <a:t>[    0.000000] software IO TLB: SWIOTLB bounce buffer size adjusted to 2MB</a:t>
            </a:r>
          </a:p>
          <a:p>
            <a:r>
              <a:rPr lang="en-US" sz="300" dirty="0"/>
              <a:t>[    0.000000] software IO TLB: area </a:t>
            </a:r>
            <a:r>
              <a:rPr lang="en-US" sz="300" dirty="0" err="1"/>
              <a:t>num</a:t>
            </a:r>
            <a:r>
              <a:rPr lang="en-US" sz="300" dirty="0"/>
              <a:t> 4.</a:t>
            </a:r>
          </a:p>
          <a:p>
            <a:r>
              <a:rPr lang="en-US" sz="300" dirty="0"/>
              <a:t>[    0.000000] software IO TLB: mapped [mem 0x00000000bf67f000-0x00000000bf87f000] (2MB)</a:t>
            </a:r>
          </a:p>
          <a:p>
            <a:r>
              <a:rPr lang="en-US" sz="300" dirty="0"/>
              <a:t>[    0.000000] Memory: 2037268K/2097152K available (8832K kernel code, 996K </a:t>
            </a:r>
            <a:r>
              <a:rPr lang="en-US" sz="300" dirty="0" err="1"/>
              <a:t>rwdata</a:t>
            </a:r>
            <a:r>
              <a:rPr lang="en-US" sz="300" dirty="0"/>
              <a:t>, 2576K </a:t>
            </a:r>
            <a:r>
              <a:rPr lang="en-US" sz="300" dirty="0" err="1"/>
              <a:t>rodata</a:t>
            </a:r>
            <a:r>
              <a:rPr lang="en-US" sz="300" dirty="0"/>
              <a:t>, 448K </a:t>
            </a:r>
            <a:r>
              <a:rPr lang="en-US" sz="300" dirty="0" err="1"/>
              <a:t>init</a:t>
            </a:r>
            <a:r>
              <a:rPr lang="en-US" sz="300" dirty="0"/>
              <a:t>, 292K </a:t>
            </a:r>
            <a:r>
              <a:rPr lang="en-US" sz="300" dirty="0" err="1"/>
              <a:t>bss</a:t>
            </a:r>
            <a:r>
              <a:rPr lang="en-US" sz="300" dirty="0"/>
              <a:t>, 59884K reserved, 0K </a:t>
            </a:r>
            <a:r>
              <a:rPr lang="en-US" sz="300" dirty="0" err="1"/>
              <a:t>cma</a:t>
            </a:r>
            <a:r>
              <a:rPr lang="en-US" sz="300" dirty="0"/>
              <a:t>-reserved)</a:t>
            </a:r>
          </a:p>
          <a:p>
            <a:r>
              <a:rPr lang="en-US" sz="300" dirty="0"/>
              <a:t>[    0.000000] SLUB: </a:t>
            </a:r>
            <a:r>
              <a:rPr lang="en-US" sz="300" dirty="0" err="1"/>
              <a:t>HWalign</a:t>
            </a:r>
            <a:r>
              <a:rPr lang="en-US" sz="300" dirty="0"/>
              <a:t>=64, Order=0-3, </a:t>
            </a:r>
            <a:r>
              <a:rPr lang="en-US" sz="300" dirty="0" err="1"/>
              <a:t>MinObjects</a:t>
            </a:r>
            <a:r>
              <a:rPr lang="en-US" sz="300" dirty="0"/>
              <a:t>=0, CPUs=4, Nodes=1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Hierarchical RCU implementation.</a:t>
            </a:r>
          </a:p>
          <a:p>
            <a:r>
              <a:rPr lang="en-US" sz="300" dirty="0"/>
              <a:t>[    0.000000]  Tracing variant of Tasks RCU enabled.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RCU calculated value of scheduler-enlistment delay is 10 jiffies.</a:t>
            </a:r>
          </a:p>
          <a:p>
            <a:r>
              <a:rPr lang="en-US" sz="300" dirty="0"/>
              <a:t>[    0.000000] NR_IRQS: 64, </a:t>
            </a:r>
            <a:r>
              <a:rPr lang="en-US" sz="300" dirty="0" err="1"/>
              <a:t>nr_irqs</a:t>
            </a:r>
            <a:r>
              <a:rPr lang="en-US" sz="300" dirty="0"/>
              <a:t>: 64, </a:t>
            </a:r>
            <a:r>
              <a:rPr lang="en-US" sz="300" dirty="0" err="1"/>
              <a:t>preallocated</a:t>
            </a:r>
            <a:r>
              <a:rPr lang="en-US" sz="300" dirty="0"/>
              <a:t> </a:t>
            </a:r>
            <a:r>
              <a:rPr lang="en-US" sz="300" dirty="0" err="1"/>
              <a:t>irqs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0.000000] GICv3: GIC: Using split EOI/Deactivate mode</a:t>
            </a:r>
          </a:p>
          <a:p>
            <a:r>
              <a:rPr lang="en-US" sz="300" dirty="0"/>
              <a:t>[    0.000000] GICv3: 640 SPIs implemented</a:t>
            </a:r>
          </a:p>
          <a:p>
            <a:r>
              <a:rPr lang="en-US" sz="300" dirty="0"/>
              <a:t>[    0.000000] GICv3: 0 Extended SPIs implemented</a:t>
            </a:r>
          </a:p>
          <a:p>
            <a:r>
              <a:rPr lang="en-US" sz="300" dirty="0"/>
              <a:t>[    0.000000] Root IRQ handler: </a:t>
            </a:r>
            <a:r>
              <a:rPr lang="en-US" sz="300" dirty="0" err="1"/>
              <a:t>gic_handle_irq</a:t>
            </a:r>
            <a:endParaRPr lang="en-US" sz="300" dirty="0"/>
          </a:p>
          <a:p>
            <a:r>
              <a:rPr lang="en-US" sz="300" dirty="0"/>
              <a:t>[    0.000000] GICv3: GICv3 features: 16 PPIs</a:t>
            </a:r>
          </a:p>
          <a:p>
            <a:r>
              <a:rPr lang="en-US" sz="300" dirty="0"/>
              <a:t>[    0.000000] GICv3: CPU0: found redistributor 0 region 0:0x000000000c080000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</a:t>
            </a:r>
            <a:r>
              <a:rPr lang="en-US" sz="300" dirty="0" err="1"/>
              <a:t>srcu_init</a:t>
            </a:r>
            <a:r>
              <a:rPr lang="en-US" sz="300" dirty="0"/>
              <a:t>: Setting </a:t>
            </a:r>
            <a:r>
              <a:rPr lang="en-US" sz="300" dirty="0" err="1"/>
              <a:t>srcu_struct</a:t>
            </a:r>
            <a:r>
              <a:rPr lang="en-US" sz="300" dirty="0"/>
              <a:t> sizes based on contention.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arch_timer</a:t>
            </a:r>
            <a:r>
              <a:rPr lang="en-US" sz="300" dirty="0"/>
              <a:t>: cp15 timer(s) running at 13.00MHz (</a:t>
            </a:r>
            <a:r>
              <a:rPr lang="en-US" sz="300" dirty="0" err="1"/>
              <a:t>phys</a:t>
            </a:r>
            <a:r>
              <a:rPr lang="en-US" sz="300" dirty="0"/>
              <a:t>).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clocksource</a:t>
            </a:r>
            <a:r>
              <a:rPr lang="en-US" sz="300" dirty="0"/>
              <a:t>: </a:t>
            </a:r>
            <a:r>
              <a:rPr lang="en-US" sz="300" dirty="0" err="1"/>
              <a:t>arch_sys_counter</a:t>
            </a:r>
            <a:r>
              <a:rPr lang="en-US" sz="300" dirty="0"/>
              <a:t>: mask: 0xffffffffffffff </a:t>
            </a:r>
            <a:r>
              <a:rPr lang="en-US" sz="300" dirty="0" err="1"/>
              <a:t>max_cycles</a:t>
            </a:r>
            <a:r>
              <a:rPr lang="en-US" sz="300" dirty="0"/>
              <a:t>: 0x2ff89eacb, </a:t>
            </a:r>
            <a:r>
              <a:rPr lang="en-US" sz="300" dirty="0" err="1"/>
              <a:t>max_idle_ns</a:t>
            </a:r>
            <a:r>
              <a:rPr lang="en-US" sz="300" dirty="0"/>
              <a:t>: 440795202429 ns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sched_clock</a:t>
            </a:r>
            <a:r>
              <a:rPr lang="en-US" sz="300" dirty="0"/>
              <a:t>: 56 bits at 13MHz, resolution 76ns, wraps every 4398046511101ns</a:t>
            </a:r>
          </a:p>
          <a:p>
            <a:r>
              <a:rPr lang="en-US" sz="300" dirty="0"/>
              <a:t>[    0.000064] Calibrating delay loop (skipped), value calculated using timer frequency.. 26.00 </a:t>
            </a:r>
            <a:r>
              <a:rPr lang="en-US" sz="300" dirty="0" err="1"/>
              <a:t>BogoMIPS</a:t>
            </a:r>
            <a:r>
              <a:rPr lang="en-US" sz="300" dirty="0"/>
              <a:t> (</a:t>
            </a:r>
            <a:r>
              <a:rPr lang="en-US" sz="300" dirty="0" err="1"/>
              <a:t>lpj</a:t>
            </a:r>
            <a:r>
              <a:rPr lang="en-US" sz="300" dirty="0"/>
              <a:t>=130000)</a:t>
            </a:r>
          </a:p>
          <a:p>
            <a:r>
              <a:rPr lang="en-US" sz="300" dirty="0"/>
              <a:t>[    0.000070] </a:t>
            </a:r>
            <a:r>
              <a:rPr lang="en-US" sz="300" dirty="0" err="1"/>
              <a:t>pid_max</a:t>
            </a:r>
            <a:r>
              <a:rPr lang="en-US" sz="300" dirty="0"/>
              <a:t>: default: 32768 minimum: 301</a:t>
            </a:r>
          </a:p>
          <a:p>
            <a:r>
              <a:rPr lang="en-US" sz="300" dirty="0"/>
              <a:t>[    0.002055] Mount-cache hash table entries: 4096 (order: 3, 32768 bytes, linear)</a:t>
            </a:r>
          </a:p>
          <a:p>
            <a:r>
              <a:rPr lang="en-US" sz="300" dirty="0"/>
              <a:t>[    0.002067] </a:t>
            </a:r>
            <a:r>
              <a:rPr lang="en-US" sz="300" dirty="0" err="1"/>
              <a:t>Mountpoint</a:t>
            </a:r>
            <a:r>
              <a:rPr lang="en-US" sz="300" dirty="0"/>
              <a:t>-cache hash table entries: 4096 (order: 3, 32768 bytes, linear)</a:t>
            </a:r>
          </a:p>
          <a:p>
            <a:r>
              <a:rPr lang="en-US" sz="300" dirty="0"/>
              <a:t>[    0.003631] </a:t>
            </a:r>
            <a:r>
              <a:rPr lang="en-US" sz="300" dirty="0" err="1"/>
              <a:t>cacheinfo</a:t>
            </a:r>
            <a:r>
              <a:rPr lang="en-US" sz="300" dirty="0"/>
              <a:t>: Unable to detect cache hierarchy for CPU 0</a:t>
            </a:r>
          </a:p>
          <a:p>
            <a:r>
              <a:rPr lang="en-US" sz="300" dirty="0"/>
              <a:t>[    0.004016] RCU Tasks Trace: Setting shift to 2 and </a:t>
            </a:r>
            <a:r>
              <a:rPr lang="en-US" sz="300" dirty="0" err="1"/>
              <a:t>lim</a:t>
            </a:r>
            <a:r>
              <a:rPr lang="en-US" sz="300" dirty="0"/>
              <a:t> to 1 </a:t>
            </a:r>
            <a:r>
              <a:rPr lang="en-US" sz="300" dirty="0" err="1"/>
              <a:t>rcu_task_cb_adjust</a:t>
            </a:r>
            <a:r>
              <a:rPr lang="en-US" sz="300" dirty="0"/>
              <a:t>=1 </a:t>
            </a:r>
            <a:r>
              <a:rPr lang="en-US" sz="300" dirty="0" err="1"/>
              <a:t>rcu_task_cpu_ids</a:t>
            </a:r>
            <a:r>
              <a:rPr lang="en-US" sz="300" dirty="0"/>
              <a:t>=4.</a:t>
            </a:r>
          </a:p>
          <a:p>
            <a:r>
              <a:rPr lang="en-US" sz="300" dirty="0"/>
              <a:t>[    0.004121] </a:t>
            </a:r>
            <a:r>
              <a:rPr lang="en-US" sz="300" dirty="0" err="1"/>
              <a:t>rcu</a:t>
            </a:r>
            <a:r>
              <a:rPr lang="en-US" sz="300" dirty="0"/>
              <a:t>: Hierarchical SRCU implementation.</a:t>
            </a:r>
          </a:p>
          <a:p>
            <a:r>
              <a:rPr lang="en-US" sz="300" dirty="0"/>
              <a:t>[    0.004123] </a:t>
            </a:r>
            <a:r>
              <a:rPr lang="en-US" sz="300" dirty="0" err="1"/>
              <a:t>rcu</a:t>
            </a:r>
            <a:r>
              <a:rPr lang="en-US" sz="300" dirty="0"/>
              <a:t>:     Max phase no-delay instances is 1000.</a:t>
            </a:r>
          </a:p>
          <a:p>
            <a:r>
              <a:rPr lang="en-US" sz="300" dirty="0"/>
              <a:t>[    0.004442] </a:t>
            </a:r>
            <a:r>
              <a:rPr lang="en-US" sz="300" dirty="0" err="1"/>
              <a:t>smp</a:t>
            </a:r>
            <a:r>
              <a:rPr lang="en-US" sz="300" dirty="0"/>
              <a:t>: Bringing up secondary CPUs ...</a:t>
            </a:r>
          </a:p>
          <a:p>
            <a:r>
              <a:rPr lang="en-US" sz="300" dirty="0"/>
              <a:t>[    0.004702] Detected VIPT I-cache on CPU1</a:t>
            </a:r>
          </a:p>
          <a:p>
            <a:r>
              <a:rPr lang="en-US" sz="300" dirty="0"/>
              <a:t>[    0.004739] GICv3: CPU1: found redistributor 1 region 0:0x000000000c0a0000</a:t>
            </a:r>
          </a:p>
          <a:p>
            <a:r>
              <a:rPr lang="en-US" sz="300" dirty="0"/>
              <a:t>[    0.004767] CPU1: Booted secondary processor 0x0000000001 [0x410fd034]</a:t>
            </a:r>
          </a:p>
          <a:p>
            <a:r>
              <a:rPr lang="en-US" sz="300" dirty="0"/>
              <a:t>[    0.005063] Detected VIPT I-cache on CPU2</a:t>
            </a:r>
          </a:p>
          <a:p>
            <a:r>
              <a:rPr lang="en-US" sz="300" dirty="0"/>
              <a:t>[    0.005086] GICv3: CPU2: found redistributor 2 region 0:0x000000000c0c0000</a:t>
            </a:r>
          </a:p>
          <a:p>
            <a:r>
              <a:rPr lang="en-US" sz="300" dirty="0"/>
              <a:t>[    0.005096] CPU2: Booted secondary processor 0x0000000002 [0x410fd034]</a:t>
            </a:r>
          </a:p>
          <a:p>
            <a:r>
              <a:rPr lang="en-US" sz="300" dirty="0"/>
              <a:t>[    0.005357] Detected VIPT I-cache on CPU3</a:t>
            </a:r>
          </a:p>
          <a:p>
            <a:r>
              <a:rPr lang="en-US" sz="300" dirty="0"/>
              <a:t>[    0.005376] GICv3: CPU3: found redistributor 3 region 0:0x000000000c0e0000</a:t>
            </a:r>
          </a:p>
          <a:p>
            <a:r>
              <a:rPr lang="en-US" sz="300" dirty="0"/>
              <a:t>[    0.005386] CPU3: Booted secondary processor 0x0000000003 [0x410fd034]</a:t>
            </a:r>
          </a:p>
          <a:p>
            <a:r>
              <a:rPr lang="en-US" sz="300" dirty="0"/>
              <a:t>[    0.005414] </a:t>
            </a:r>
            <a:r>
              <a:rPr lang="en-US" sz="300" dirty="0" err="1"/>
              <a:t>smp</a:t>
            </a:r>
            <a:r>
              <a:rPr lang="en-US" sz="300" dirty="0"/>
              <a:t>: Brought up 1 node, 4 CPUs</a:t>
            </a:r>
          </a:p>
          <a:p>
            <a:r>
              <a:rPr lang="en-US" sz="300" dirty="0"/>
              <a:t>[    0.005417] SMP: Total of 4 processors activated.</a:t>
            </a:r>
          </a:p>
          <a:p>
            <a:r>
              <a:rPr lang="en-US" sz="300" dirty="0"/>
              <a:t>[    0.005420] CPU features: detected: 32-bit EL0 Support</a:t>
            </a:r>
          </a:p>
          <a:p>
            <a:r>
              <a:rPr lang="en-US" sz="300" dirty="0"/>
              <a:t>[    0.005422] CPU features: detected: CRC32 instructions</a:t>
            </a:r>
          </a:p>
          <a:p>
            <a:r>
              <a:rPr lang="en-US" sz="300" dirty="0"/>
              <a:t>[    0.005450] CPU features: emulated: Privileged Access Never (PAN) using TTBR0_EL1 switching</a:t>
            </a:r>
          </a:p>
          <a:p>
            <a:r>
              <a:rPr lang="en-US" sz="300" dirty="0"/>
              <a:t>[    0.005452] CPU: All CPU(s) started at EL2</a:t>
            </a:r>
          </a:p>
          <a:p>
            <a:r>
              <a:rPr lang="en-US" sz="300" dirty="0"/>
              <a:t>[    0.005454] alternatives: applying system-wide alternatives</a:t>
            </a:r>
          </a:p>
          <a:p>
            <a:r>
              <a:rPr lang="en-US" sz="300" dirty="0"/>
              <a:t>[    0.008551] </a:t>
            </a:r>
            <a:r>
              <a:rPr lang="en-US" sz="300" dirty="0" err="1"/>
              <a:t>clocksource</a:t>
            </a:r>
            <a:r>
              <a:rPr lang="en-US" sz="300" dirty="0"/>
              <a:t>: jiffies: mask: 0xffffffff </a:t>
            </a:r>
            <a:r>
              <a:rPr lang="en-US" sz="300" dirty="0" err="1"/>
              <a:t>max_cycles</a:t>
            </a:r>
            <a:r>
              <a:rPr lang="en-US" sz="300" dirty="0"/>
              <a:t>: 0xffffffff, </a:t>
            </a:r>
            <a:r>
              <a:rPr lang="en-US" sz="300" dirty="0" err="1"/>
              <a:t>max_idle_ns</a:t>
            </a:r>
            <a:r>
              <a:rPr lang="en-US" sz="300" dirty="0"/>
              <a:t>: 19112604462750000 ns</a:t>
            </a:r>
          </a:p>
          <a:p>
            <a:r>
              <a:rPr lang="en-US" sz="300" dirty="0"/>
              <a:t>[    0.008567] </a:t>
            </a:r>
            <a:r>
              <a:rPr lang="en-US" sz="300" dirty="0" err="1"/>
              <a:t>futex</a:t>
            </a:r>
            <a:r>
              <a:rPr lang="en-US" sz="300" dirty="0"/>
              <a:t> hash table entries: 1024 (order: 4, 65536 bytes, linear)</a:t>
            </a:r>
          </a:p>
          <a:p>
            <a:r>
              <a:rPr lang="en-US" sz="300" dirty="0"/>
              <a:t>[    0.009473] </a:t>
            </a:r>
            <a:r>
              <a:rPr lang="en-US" sz="300" dirty="0" err="1"/>
              <a:t>pinctrl</a:t>
            </a:r>
            <a:r>
              <a:rPr lang="en-US" sz="300" dirty="0"/>
              <a:t> core: initialized </a:t>
            </a:r>
            <a:r>
              <a:rPr lang="en-US" sz="300" dirty="0" err="1"/>
              <a:t>pinctrl</a:t>
            </a:r>
            <a:r>
              <a:rPr lang="en-US" sz="300" dirty="0"/>
              <a:t> subsystem</a:t>
            </a:r>
          </a:p>
          <a:p>
            <a:r>
              <a:rPr lang="en-US" sz="300" dirty="0"/>
              <a:t>[    0.010407] NET: Registered PF_NETLINK/PF_ROUTE protocol family</a:t>
            </a:r>
          </a:p>
          <a:p>
            <a:r>
              <a:rPr lang="en-US" sz="300" dirty="0"/>
              <a:t>[    0.010669]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 pool for atomic allocations</a:t>
            </a:r>
          </a:p>
          <a:p>
            <a:r>
              <a:rPr lang="en-US" sz="300" dirty="0"/>
              <a:t>[    0.010697]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 pool for atomic allocations</a:t>
            </a:r>
          </a:p>
          <a:p>
            <a:r>
              <a:rPr lang="en-US" sz="300" dirty="0"/>
              <a:t>[    0.010720]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GFP_KERNEL|GFP_DMA32 pool for atomic allocations</a:t>
            </a:r>
          </a:p>
          <a:p>
            <a:r>
              <a:rPr lang="en-US" sz="300" dirty="0"/>
              <a:t>[    0.011024]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fair_share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0.011027]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bang_bang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0.011029]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step_wise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0.011031]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user_space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0.011070] ASID allocator </a:t>
            </a:r>
            <a:r>
              <a:rPr lang="en-US" sz="300" dirty="0" err="1"/>
              <a:t>initialised</a:t>
            </a:r>
            <a:r>
              <a:rPr lang="en-US" sz="300" dirty="0"/>
              <a:t> with 65536 entries</a:t>
            </a:r>
          </a:p>
          <a:p>
            <a:r>
              <a:rPr lang="en-US" sz="300" dirty="0"/>
              <a:t>[    0.011629] </a:t>
            </a:r>
            <a:r>
              <a:rPr lang="en-US" sz="300" dirty="0" err="1"/>
              <a:t>pstore</a:t>
            </a:r>
            <a:r>
              <a:rPr lang="en-US" sz="300" dirty="0"/>
              <a:t>: Using crash dump compression: deflate</a:t>
            </a:r>
          </a:p>
          <a:p>
            <a:r>
              <a:rPr lang="en-US" sz="300" dirty="0"/>
              <a:t>[    0.011633] </a:t>
            </a:r>
            <a:r>
              <a:rPr lang="en-US" sz="300" dirty="0" err="1"/>
              <a:t>pstore</a:t>
            </a:r>
            <a:r>
              <a:rPr lang="en-US" sz="300" dirty="0"/>
              <a:t>: Registered </a:t>
            </a:r>
            <a:r>
              <a:rPr lang="en-US" sz="300" dirty="0" err="1"/>
              <a:t>ramoops</a:t>
            </a:r>
            <a:r>
              <a:rPr lang="en-US" sz="300" dirty="0"/>
              <a:t> as persistent store backend</a:t>
            </a:r>
          </a:p>
          <a:p>
            <a:r>
              <a:rPr lang="en-US" sz="300" dirty="0"/>
              <a:t>[    0.011634] </a:t>
            </a:r>
            <a:r>
              <a:rPr lang="en-US" sz="300" dirty="0" err="1"/>
              <a:t>ramoops</a:t>
            </a:r>
            <a:r>
              <a:rPr lang="en-US" sz="300" dirty="0"/>
              <a:t>: using 0x10000@0x42ff0000, </a:t>
            </a:r>
            <a:r>
              <a:rPr lang="en-US" sz="300" dirty="0" err="1"/>
              <a:t>ecc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0.012778] /</a:t>
            </a:r>
            <a:r>
              <a:rPr lang="en-US" sz="300" dirty="0" err="1"/>
              <a:t>soc</a:t>
            </a:r>
            <a:r>
              <a:rPr lang="en-US" sz="300" dirty="0"/>
              <a:t>/interrupt-controller@c000000: Fixed dependency cycle(s) with /</a:t>
            </a:r>
            <a:r>
              <a:rPr lang="en-US" sz="300" dirty="0" err="1"/>
              <a:t>soc</a:t>
            </a:r>
            <a:r>
              <a:rPr lang="en-US" sz="300" dirty="0"/>
              <a:t>/interrupt-controller@c000000</a:t>
            </a:r>
          </a:p>
          <a:p>
            <a:r>
              <a:rPr lang="en-US" sz="300" dirty="0"/>
              <a:t>[    0.018623] Modules: 29440 pages in range for non-PLT usage</a:t>
            </a:r>
          </a:p>
          <a:p>
            <a:r>
              <a:rPr lang="en-US" sz="300" dirty="0"/>
              <a:t>[    0.018632] Modules: 520960 pages in range for PLT usage</a:t>
            </a:r>
          </a:p>
          <a:p>
            <a:r>
              <a:rPr lang="en-US" sz="300" dirty="0"/>
              <a:t>[    0.019502] </a:t>
            </a:r>
            <a:r>
              <a:rPr lang="en-US" sz="300" dirty="0" err="1"/>
              <a:t>cryptd</a:t>
            </a:r>
            <a:r>
              <a:rPr lang="en-US" sz="300" dirty="0"/>
              <a:t>: </a:t>
            </a:r>
            <a:r>
              <a:rPr lang="en-US" sz="300" dirty="0" err="1"/>
              <a:t>max_cpu_qlen</a:t>
            </a:r>
            <a:r>
              <a:rPr lang="en-US" sz="300" dirty="0"/>
              <a:t> set to 1000</a:t>
            </a:r>
          </a:p>
          <a:p>
            <a:r>
              <a:rPr lang="en-US" sz="300" dirty="0"/>
              <a:t>[    0.020976] SCSI subsystem initialized</a:t>
            </a:r>
          </a:p>
          <a:p>
            <a:r>
              <a:rPr lang="en-US" sz="300" dirty="0"/>
              <a:t>[    0.021118] </a:t>
            </a:r>
            <a:r>
              <a:rPr lang="en-US" sz="300" dirty="0" err="1"/>
              <a:t>libata</a:t>
            </a:r>
            <a:r>
              <a:rPr lang="en-US" sz="300" dirty="0"/>
              <a:t> version 3.00 loaded.</a:t>
            </a:r>
          </a:p>
          <a:p>
            <a:r>
              <a:rPr lang="en-US" sz="300" dirty="0"/>
              <a:t>[    0.022191] </a:t>
            </a:r>
            <a:r>
              <a:rPr lang="en-US" sz="300" dirty="0" err="1"/>
              <a:t>clocksource</a:t>
            </a:r>
            <a:r>
              <a:rPr lang="en-US" sz="300" dirty="0"/>
              <a:t>: Switched to </a:t>
            </a:r>
            <a:r>
              <a:rPr lang="en-US" sz="300" dirty="0" err="1"/>
              <a:t>clocksource</a:t>
            </a:r>
            <a:r>
              <a:rPr lang="en-US" sz="300" dirty="0"/>
              <a:t> </a:t>
            </a:r>
            <a:r>
              <a:rPr lang="en-US" sz="300" dirty="0" err="1"/>
              <a:t>arch_sys_counter</a:t>
            </a:r>
            <a:endParaRPr lang="en-US" sz="300" dirty="0"/>
          </a:p>
          <a:p>
            <a:r>
              <a:rPr lang="en-US" sz="300" dirty="0"/>
              <a:t>[    0.023876] NET: Registered PF_INET protocol family</a:t>
            </a:r>
          </a:p>
          <a:p>
            <a:r>
              <a:rPr lang="en-US" sz="300" dirty="0"/>
              <a:t>[    0.023997] IP idents hash table entries: 32768 (order: 6, 262144 bytes, linear)</a:t>
            </a:r>
          </a:p>
          <a:p>
            <a:r>
              <a:rPr lang="en-US" sz="300" dirty="0"/>
              <a:t>[    0.025394] </a:t>
            </a:r>
            <a:r>
              <a:rPr lang="en-US" sz="300" dirty="0" err="1"/>
              <a:t>tcp_listen_portaddr_hash</a:t>
            </a:r>
            <a:r>
              <a:rPr lang="en-US" sz="300" dirty="0"/>
              <a:t> hash table entries: 1024 (order: 2, 16384 bytes, linear)</a:t>
            </a:r>
          </a:p>
          <a:p>
            <a:r>
              <a:rPr lang="en-US" sz="300" dirty="0"/>
              <a:t>[    0.025414] Table-perturb hash table entries: 65536 (order: 6, 262144 bytes, linear)</a:t>
            </a:r>
          </a:p>
          <a:p>
            <a:r>
              <a:rPr lang="en-US" sz="300" dirty="0"/>
              <a:t>[    0.025421] TCP established hash table entries: 16384 (order: 5, 131072 bytes, linear)</a:t>
            </a:r>
          </a:p>
          <a:p>
            <a:r>
              <a:rPr lang="en-US" sz="300" dirty="0"/>
              <a:t>[    0.025488] TCP bind hash table entries: 16384 (order: 7, 524288 bytes, linear)</a:t>
            </a:r>
          </a:p>
          <a:p>
            <a:r>
              <a:rPr lang="en-US" sz="300" dirty="0"/>
              <a:t>[    0.025828] TCP: Hash tables configured (established 16384 bind 16384)</a:t>
            </a:r>
          </a:p>
          <a:p>
            <a:r>
              <a:rPr lang="en-US" sz="300" dirty="0"/>
              <a:t>[    0.026057] MPTCP token hash table entries: 2048 (order: 4, 49152 bytes, linear)</a:t>
            </a:r>
          </a:p>
          <a:p>
            <a:r>
              <a:rPr lang="en-US" sz="300" dirty="0"/>
              <a:t>[    0.026167] UDP hash table entries: 1024 (order: 3, 32768 bytes, linear)</a:t>
            </a:r>
          </a:p>
          <a:p>
            <a:r>
              <a:rPr lang="en-US" sz="300" dirty="0"/>
              <a:t>[    0.026199] UDP-Lite hash table entries: 1024 (order: 3, 32768 bytes, linear)</a:t>
            </a:r>
          </a:p>
          <a:p>
            <a:r>
              <a:rPr lang="en-US" sz="300" dirty="0"/>
              <a:t>[    0.026368] NET: Registered PF_UNIX/PF_LOCAL protocol family</a:t>
            </a:r>
          </a:p>
          <a:p>
            <a:r>
              <a:rPr lang="en-US" sz="300" dirty="0"/>
              <a:t>[    0.026391] PCI: CLS 0 bytes, default 64</a:t>
            </a:r>
          </a:p>
          <a:p>
            <a:r>
              <a:rPr lang="en-US" sz="300" dirty="0"/>
              <a:t>[    0.027333] </a:t>
            </a:r>
            <a:r>
              <a:rPr lang="en-US" sz="300" dirty="0" err="1"/>
              <a:t>workingset</a:t>
            </a:r>
            <a:r>
              <a:rPr lang="en-US" sz="300" dirty="0"/>
              <a:t>: </a:t>
            </a:r>
            <a:r>
              <a:rPr lang="en-US" sz="300" dirty="0" err="1"/>
              <a:t>timestamp_bits</a:t>
            </a:r>
            <a:r>
              <a:rPr lang="en-US" sz="300" dirty="0"/>
              <a:t>=46 </a:t>
            </a:r>
            <a:r>
              <a:rPr lang="en-US" sz="300" dirty="0" err="1"/>
              <a:t>max_order</a:t>
            </a:r>
            <a:r>
              <a:rPr lang="en-US" sz="300" dirty="0"/>
              <a:t>=19 </a:t>
            </a:r>
            <a:r>
              <a:rPr lang="en-US" sz="300" dirty="0" err="1"/>
              <a:t>bucket_order</a:t>
            </a:r>
            <a:r>
              <a:rPr lang="en-US" sz="300" dirty="0"/>
              <a:t>=0</a:t>
            </a:r>
          </a:p>
          <a:p>
            <a:r>
              <a:rPr lang="en-US" sz="300" dirty="0"/>
              <a:t>[    0.030545] </a:t>
            </a:r>
            <a:r>
              <a:rPr lang="en-US" sz="300" dirty="0" err="1"/>
              <a:t>squashfs</a:t>
            </a:r>
            <a:r>
              <a:rPr lang="en-US" sz="300" dirty="0"/>
              <a:t>: version 4.0 (2009/01/31) Phillip </a:t>
            </a:r>
            <a:r>
              <a:rPr lang="en-US" sz="300" dirty="0" err="1"/>
              <a:t>Lougher</a:t>
            </a:r>
            <a:endParaRPr lang="en-US" sz="300" dirty="0"/>
          </a:p>
          <a:p>
            <a:r>
              <a:rPr lang="en-US" sz="300" dirty="0"/>
              <a:t>[    0.030550] jffs2: version 2.2 (NAND) (SUMMARY) (LZMA) (RTIME) (CMODE_PRIORITY) (c) 2001-2006 Red Hat, Inc.</a:t>
            </a:r>
          </a:p>
          <a:p>
            <a:r>
              <a:rPr lang="en-US" sz="300" dirty="0"/>
              <a:t>[    0.068613]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0.068634] mtk-pcie-gen3 11280000.pcie: Parsing ranges property...</a:t>
            </a:r>
          </a:p>
          <a:p>
            <a:r>
              <a:rPr lang="en-US" sz="300" dirty="0"/>
              <a:t>[    0.068643] mtk-pcie-gen3 11280000.pcie:      MEM 0x0020000000..0x002fffffff -&gt; 0x0020000000</a:t>
            </a:r>
          </a:p>
          <a:p>
            <a:r>
              <a:rPr lang="en-US" sz="300" dirty="0"/>
              <a:t>[    0.068750] /</a:t>
            </a:r>
            <a:r>
              <a:rPr lang="en-US" sz="300" dirty="0" err="1"/>
              <a:t>soc</a:t>
            </a:r>
            <a:r>
              <a:rPr lang="en-US" sz="300" dirty="0"/>
              <a:t>/pcie@11280000: Failed to get </a:t>
            </a:r>
            <a:r>
              <a:rPr lang="en-US" sz="300" dirty="0" err="1"/>
              <a:t>clk</a:t>
            </a:r>
            <a:r>
              <a:rPr lang="en-US" sz="300" dirty="0"/>
              <a:t> index: 0 ret: -517</a:t>
            </a:r>
          </a:p>
          <a:p>
            <a:r>
              <a:rPr lang="en-US" sz="300" dirty="0"/>
              <a:t>[    0.068759] mtk-pcie-gen3 11280000.pcie: failed to get clocks</a:t>
            </a:r>
          </a:p>
          <a:p>
            <a:r>
              <a:rPr lang="en-US" sz="300" dirty="0"/>
              <a:t>[    0.071858] Serial: 8250/16550 driver, 3 ports, IRQ sharing disabled</a:t>
            </a:r>
          </a:p>
          <a:p>
            <a:r>
              <a:rPr lang="en-US" sz="300" dirty="0"/>
              <a:t>[    0.072862] </a:t>
            </a:r>
            <a:r>
              <a:rPr lang="en-US" sz="300" dirty="0" err="1"/>
              <a:t>printk</a:t>
            </a:r>
            <a:r>
              <a:rPr lang="en-US" sz="300" dirty="0"/>
              <a:t>: console [ttyS0] disabled</a:t>
            </a:r>
          </a:p>
          <a:p>
            <a:r>
              <a:rPr lang="en-US" sz="300" dirty="0"/>
              <a:t>[    0.093220] 11002000.serial: ttyS0 at MMIO 0x11002000 (</a:t>
            </a:r>
            <a:r>
              <a:rPr lang="en-US" sz="300" dirty="0" err="1"/>
              <a:t>irq</a:t>
            </a:r>
            <a:r>
              <a:rPr lang="en-US" sz="300" dirty="0"/>
              <a:t> = 116, </a:t>
            </a:r>
            <a:r>
              <a:rPr lang="en-US" sz="300" dirty="0" err="1"/>
              <a:t>base_baud</a:t>
            </a:r>
            <a:r>
              <a:rPr lang="en-US" sz="300" dirty="0"/>
              <a:t> = 2500000) is a ST16650V2</a:t>
            </a:r>
          </a:p>
          <a:p>
            <a:r>
              <a:rPr lang="en-US" sz="300" dirty="0"/>
              <a:t>[    0.093259] </a:t>
            </a:r>
            <a:r>
              <a:rPr lang="en-US" sz="300" dirty="0" err="1"/>
              <a:t>printk</a:t>
            </a:r>
            <a:r>
              <a:rPr lang="en-US" sz="300" dirty="0"/>
              <a:t>: console [ttyS0] enabled</a:t>
            </a:r>
          </a:p>
          <a:p>
            <a:r>
              <a:rPr lang="en-US" sz="300" dirty="0"/>
              <a:t>[    0.927664] 11003000.serial: ttyS1 at MMIO 0x11003000 (</a:t>
            </a:r>
            <a:r>
              <a:rPr lang="en-US" sz="300" dirty="0" err="1"/>
              <a:t>irq</a:t>
            </a:r>
            <a:r>
              <a:rPr lang="en-US" sz="300" dirty="0"/>
              <a:t> = 117,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0.957686] 11004000.serial: ttyS2 at MMIO 0x11004000 (</a:t>
            </a:r>
            <a:r>
              <a:rPr lang="en-US" sz="300" dirty="0" err="1"/>
              <a:t>irq</a:t>
            </a:r>
            <a:r>
              <a:rPr lang="en-US" sz="300" dirty="0"/>
              <a:t> = 118,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0.967607] </a:t>
            </a:r>
            <a:r>
              <a:rPr lang="en-US" sz="300" dirty="0" err="1"/>
              <a:t>mtk_rng</a:t>
            </a:r>
            <a:r>
              <a:rPr lang="en-US" sz="300" dirty="0"/>
              <a:t> 1020f000.rng: registered RNG driver</a:t>
            </a:r>
          </a:p>
          <a:p>
            <a:r>
              <a:rPr lang="en-US" sz="300" dirty="0"/>
              <a:t>[    0.975601] loop: module loaded</a:t>
            </a:r>
          </a:p>
          <a:p>
            <a:r>
              <a:rPr lang="en-US" sz="300" dirty="0"/>
              <a:t>[    0.980337] </a:t>
            </a:r>
            <a:r>
              <a:rPr lang="en-US" sz="300" dirty="0" err="1"/>
              <a:t>spi-nand</a:t>
            </a:r>
            <a:r>
              <a:rPr lang="en-US" sz="300" dirty="0"/>
              <a:t> spi0.0: </a:t>
            </a:r>
            <a:r>
              <a:rPr lang="en-US" sz="300" dirty="0" err="1"/>
              <a:t>Winbond</a:t>
            </a:r>
            <a:r>
              <a:rPr lang="en-US" sz="300" dirty="0"/>
              <a:t> SPI NAND was found.</a:t>
            </a:r>
          </a:p>
          <a:p>
            <a:r>
              <a:rPr lang="en-US" sz="300" dirty="0"/>
              <a:t>[    0.985673] </a:t>
            </a:r>
            <a:r>
              <a:rPr lang="en-US" sz="300" dirty="0" err="1"/>
              <a:t>spi-nand</a:t>
            </a:r>
            <a:r>
              <a:rPr lang="en-US" sz="300" dirty="0"/>
              <a:t> spi0.0: 128 </a:t>
            </a:r>
            <a:r>
              <a:rPr lang="en-US" sz="300" dirty="0" err="1"/>
              <a:t>MiB</a:t>
            </a:r>
            <a:r>
              <a:rPr lang="en-US" sz="300" dirty="0"/>
              <a:t>, block size: 128 KiB, page size: 2048, OOB size: 64</a:t>
            </a:r>
          </a:p>
          <a:p>
            <a:r>
              <a:rPr lang="en-US" sz="300" dirty="0"/>
              <a:t>[    0.993976] 2 fixed-partitions partitions found on MTD device spi0.0</a:t>
            </a:r>
          </a:p>
          <a:p>
            <a:r>
              <a:rPr lang="en-US" sz="300" dirty="0"/>
              <a:t>[    1.000325]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1.007253]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1.014334] Creating 2 MTD partitions on "spi0.0":</a:t>
            </a:r>
          </a:p>
          <a:p>
            <a:r>
              <a:rPr lang="en-US" sz="300" dirty="0"/>
              <a:t>[    1.019115] 0x000000200000-0x000008000000 : "</a:t>
            </a:r>
            <a:r>
              <a:rPr lang="en-US" sz="300" dirty="0" err="1"/>
              <a:t>ubi</a:t>
            </a:r>
            <a:r>
              <a:rPr lang="en-US" sz="300" dirty="0"/>
              <a:t>"</a:t>
            </a:r>
          </a:p>
          <a:p>
            <a:r>
              <a:rPr lang="en-US" sz="300" dirty="0"/>
              <a:t>[    1.159813] ubi0: default </a:t>
            </a:r>
            <a:r>
              <a:rPr lang="en-US" sz="300" dirty="0" err="1"/>
              <a:t>fastmap</a:t>
            </a:r>
            <a:r>
              <a:rPr lang="en-US" sz="300" dirty="0"/>
              <a:t> pool size: 50</a:t>
            </a:r>
          </a:p>
          <a:p>
            <a:r>
              <a:rPr lang="en-US" sz="300" dirty="0"/>
              <a:t>[    1.164355] ubi0: default </a:t>
            </a:r>
            <a:r>
              <a:rPr lang="en-US" sz="300" dirty="0" err="1"/>
              <a:t>fastmap</a:t>
            </a:r>
            <a:r>
              <a:rPr lang="en-US" sz="300" dirty="0"/>
              <a:t> WL pool size: 25</a:t>
            </a:r>
          </a:p>
          <a:p>
            <a:r>
              <a:rPr lang="en-US" sz="300" dirty="0"/>
              <a:t>[    1.169129] ubi0: attaching mtd0</a:t>
            </a:r>
          </a:p>
          <a:p>
            <a:r>
              <a:rPr lang="en-US" sz="300" dirty="0"/>
              <a:t>[    4.880597] ubi0: scanning is finished</a:t>
            </a:r>
          </a:p>
          <a:p>
            <a:r>
              <a:rPr lang="en-US" sz="300" dirty="0"/>
              <a:t>[    4.925715] ubi0: attached mtd0 (name "</a:t>
            </a:r>
            <a:r>
              <a:rPr lang="en-US" sz="300" dirty="0" err="1"/>
              <a:t>ubi</a:t>
            </a:r>
            <a:r>
              <a:rPr lang="en-US" sz="300" dirty="0"/>
              <a:t>", size 126 </a:t>
            </a:r>
            <a:r>
              <a:rPr lang="en-US" sz="300" dirty="0" err="1"/>
              <a:t>MiB</a:t>
            </a:r>
            <a:r>
              <a:rPr lang="en-US" sz="300" dirty="0"/>
              <a:t>)</a:t>
            </a:r>
          </a:p>
          <a:p>
            <a:r>
              <a:rPr lang="en-US" sz="300" dirty="0"/>
              <a:t>[    4.931197] ubi0: PEB size: 131072 bytes (128 KiB), LEB size: 126976 bytes</a:t>
            </a:r>
          </a:p>
          <a:p>
            <a:r>
              <a:rPr lang="en-US" sz="300" dirty="0"/>
              <a:t>[    4.938059] ubi0: min./max. I/O unit sizes: 2048/2048, sub-page size 2048</a:t>
            </a:r>
          </a:p>
          <a:p>
            <a:r>
              <a:rPr lang="en-US" sz="300" dirty="0"/>
              <a:t>[    4.944829] ubi0: VID header offset: 2048 (aligned 2048), data offset: 4096</a:t>
            </a:r>
          </a:p>
          <a:p>
            <a:r>
              <a:rPr lang="en-US" sz="300" dirty="0"/>
              <a:t>[    4.951768] ubi0: good PEBs: 1008, bad PEBs: 0, corrupted PEBs: 0</a:t>
            </a:r>
          </a:p>
          <a:p>
            <a:r>
              <a:rPr lang="en-US" sz="300" dirty="0"/>
              <a:t>[    4.957842] ubi0: user volume: 3, internal volumes: 1, max. volumes count: 128</a:t>
            </a:r>
          </a:p>
          <a:p>
            <a:r>
              <a:rPr lang="en-US" sz="300" dirty="0"/>
              <a:t>[    4.965046] ubi0: max/mean erase counter: 2/0, WL threshold: 4096, image sequence number: 1642748947</a:t>
            </a:r>
          </a:p>
          <a:p>
            <a:r>
              <a:rPr lang="en-US" sz="300" dirty="0"/>
              <a:t>[    4.974155] ubi0: available PEBs: 493, total reserved PEBs: 515, PEBs reserved for bad PEB handling: 20</a:t>
            </a:r>
          </a:p>
          <a:p>
            <a:r>
              <a:rPr lang="en-US" sz="300" dirty="0"/>
              <a:t>[    4.983528] ubi0: background thread "ubi_bgt0d" started, PID 226</a:t>
            </a:r>
          </a:p>
          <a:p>
            <a:r>
              <a:rPr lang="en-US" sz="300" dirty="0"/>
              <a:t>[    4.985791] block ubiblock0_1: created from ubi0:1(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4.995005] </a:t>
            </a:r>
            <a:r>
              <a:rPr lang="en-US" sz="300" dirty="0" err="1"/>
              <a:t>ubiblock</a:t>
            </a:r>
            <a:r>
              <a:rPr lang="en-US" sz="300" dirty="0"/>
              <a:t>: device ubiblock0_1 (</a:t>
            </a:r>
            <a:r>
              <a:rPr lang="en-US" sz="300" dirty="0" err="1"/>
              <a:t>rootfs</a:t>
            </a:r>
            <a:r>
              <a:rPr lang="en-US" sz="300" dirty="0"/>
              <a:t>) set to be root </a:t>
            </a:r>
            <a:r>
              <a:rPr lang="en-US" sz="300" dirty="0" err="1"/>
              <a:t>filesystem</a:t>
            </a:r>
            <a:endParaRPr lang="en-US" sz="300" dirty="0"/>
          </a:p>
          <a:p>
            <a:r>
              <a:rPr lang="en-US" sz="300" dirty="0"/>
              <a:t>[    5.002069] 0x000000000000-0x000000200000 : "bl2"</a:t>
            </a:r>
          </a:p>
          <a:p>
            <a:r>
              <a:rPr lang="en-US" sz="300" dirty="0"/>
              <a:t>[    5.146672]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5.156455]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5.166152] i2c_dev: i2c /dev entries driver</a:t>
            </a:r>
          </a:p>
          <a:p>
            <a:r>
              <a:rPr lang="en-US" sz="300" dirty="0"/>
              <a:t>[    5.172422] </a:t>
            </a:r>
            <a:r>
              <a:rPr lang="en-US" sz="300" dirty="0" err="1"/>
              <a:t>mtk-wdt</a:t>
            </a:r>
            <a:r>
              <a:rPr lang="en-US" sz="300" dirty="0"/>
              <a:t> 1001c000.watchdog: Watchdog enabled (timeout=31 sec, </a:t>
            </a:r>
            <a:r>
              <a:rPr lang="en-US" sz="300" dirty="0" err="1"/>
              <a:t>nowayout</a:t>
            </a:r>
            <a:r>
              <a:rPr lang="en-US" sz="300" dirty="0"/>
              <a:t>=0)</a:t>
            </a:r>
          </a:p>
          <a:p>
            <a:r>
              <a:rPr lang="en-US" sz="300" dirty="0"/>
              <a:t>[    5.180994] NET: Registered PF_INET6 protocol family</a:t>
            </a:r>
          </a:p>
          <a:p>
            <a:r>
              <a:rPr lang="en-US" sz="300" dirty="0"/>
              <a:t>[    5.186601] Segment Routing with IPv6</a:t>
            </a:r>
          </a:p>
          <a:p>
            <a:r>
              <a:rPr lang="en-US" sz="300" dirty="0"/>
              <a:t>[    5.190271] In-situ OAM (IOAM) with IPv6</a:t>
            </a:r>
          </a:p>
          <a:p>
            <a:r>
              <a:rPr lang="en-US" sz="300" dirty="0"/>
              <a:t>[    5.194236] NET: Registered PF_PACKET protocol family</a:t>
            </a:r>
          </a:p>
          <a:p>
            <a:r>
              <a:rPr lang="en-US" sz="300" dirty="0"/>
              <a:t>[    5.199336] 8021q: 802.1Q VLAN Support v1.8</a:t>
            </a:r>
          </a:p>
          <a:p>
            <a:r>
              <a:rPr lang="en-US" sz="300" dirty="0"/>
              <a:t>[    5.217012]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5.224353] mtk-pcie-gen3 11280000.pcie: Parsing ranges property...</a:t>
            </a:r>
          </a:p>
          <a:p>
            <a:r>
              <a:rPr lang="en-US" sz="300" dirty="0"/>
              <a:t>[    5.230610] mtk-pcie-gen3 11280000.pcie:      MEM 0x0020000000..0x002fffffff -&gt; 0x0020000000</a:t>
            </a:r>
          </a:p>
          <a:p>
            <a:r>
              <a:rPr lang="en-US" sz="300" dirty="0"/>
              <a:t>[    5.239075] </a:t>
            </a:r>
            <a:r>
              <a:rPr lang="en-US" sz="300" dirty="0" err="1"/>
              <a:t>debugfs</a:t>
            </a:r>
            <a:r>
              <a:rPr lang="en-US" sz="300" dirty="0"/>
              <a:t>: File 'type' in directory 'phy-soc:t-phy@11c00000.0' already present!</a:t>
            </a:r>
          </a:p>
          <a:p>
            <a:r>
              <a:rPr lang="en-US" sz="300" dirty="0"/>
              <a:t>[    5.247237]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efuse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5.255479]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intr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5.263634]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tx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5.271960]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rx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5.612218] mtk-pcie-gen3 11280000.pcie: </a:t>
            </a:r>
            <a:r>
              <a:rPr lang="en-US" sz="300" dirty="0" err="1"/>
              <a:t>PCIe</a:t>
            </a:r>
            <a:r>
              <a:rPr lang="en-US" sz="300" dirty="0"/>
              <a:t> link down, current LTSSM state: </a:t>
            </a:r>
            <a:r>
              <a:rPr lang="en-US" sz="300" dirty="0" err="1"/>
              <a:t>detect.quiet</a:t>
            </a:r>
            <a:r>
              <a:rPr lang="en-US" sz="300" dirty="0"/>
              <a:t> (0x1)</a:t>
            </a:r>
          </a:p>
          <a:p>
            <a:r>
              <a:rPr lang="en-US" sz="300" dirty="0"/>
              <a:t>[    5.621033] mtk-pcie-gen3: probe of 11280000.pcie failed with error -110</a:t>
            </a:r>
          </a:p>
          <a:p>
            <a:r>
              <a:rPr lang="en-US" sz="300" dirty="0"/>
              <a:t>[    5.714515] mt7530-mdio mdio-bus:1f: configuring for fixed/2500base-x link mode</a:t>
            </a:r>
          </a:p>
          <a:p>
            <a:r>
              <a:rPr lang="en-US" sz="300" dirty="0"/>
              <a:t>[    5.723558] mt7530-mdio mdio-bus:1f: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5.734040] mt7530-mdio mdio-bus:1f wan (uninitialized): PHY [mt7530-0:00]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=128)</a:t>
            </a:r>
          </a:p>
          <a:p>
            <a:r>
              <a:rPr lang="en-US" sz="300" dirty="0"/>
              <a:t>[    5.756122] mt7530-mdio mdio-bus:1f lan1 (uninitialized): PHY [mt7530-0:01]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=129)</a:t>
            </a:r>
          </a:p>
          <a:p>
            <a:r>
              <a:rPr lang="en-US" sz="300" dirty="0"/>
              <a:t>[    5.777988] mt7530-mdio mdio-bus:1f lan2 (uninitialized): PHY [mt7530-0:02]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=130)</a:t>
            </a:r>
          </a:p>
          <a:p>
            <a:r>
              <a:rPr lang="en-US" sz="300" dirty="0"/>
              <a:t>[    5.799839] mt7530-mdio mdio-bus:1f lan3 (uninitialized): PHY [mt7530-0:03]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=131)</a:t>
            </a:r>
          </a:p>
          <a:p>
            <a:r>
              <a:rPr lang="en-US" sz="300" dirty="0"/>
              <a:t>[    5.821686] mt7530-mdio mdio-bus:1f lan4 (uninitialized): PHY [mt7530-0:04]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=132)</a:t>
            </a:r>
          </a:p>
          <a:p>
            <a:r>
              <a:rPr lang="en-US" sz="300" dirty="0"/>
              <a:t>[    5.832984]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promiscuous mode</a:t>
            </a:r>
          </a:p>
          <a:p>
            <a:r>
              <a:rPr lang="en-US" sz="300" dirty="0"/>
              <a:t>[    5.839701] DSA: tree 0 setup</a:t>
            </a:r>
          </a:p>
          <a:p>
            <a:r>
              <a:rPr lang="en-US" sz="300" dirty="0"/>
              <a:t>[    5.843201] </a:t>
            </a:r>
            <a:r>
              <a:rPr lang="en-US" sz="300" dirty="0" err="1"/>
              <a:t>clk</a:t>
            </a:r>
            <a:r>
              <a:rPr lang="en-US" sz="300" dirty="0"/>
              <a:t>: Disabling unused clocks</a:t>
            </a:r>
          </a:p>
          <a:p>
            <a:r>
              <a:rPr lang="en-US" sz="300" dirty="0"/>
              <a:t>[    5.869924] Waiting for root device /dev/fit0...</a:t>
            </a:r>
          </a:p>
          <a:p>
            <a:r>
              <a:rPr lang="en-US" sz="300" dirty="0"/>
              <a:t>[    5.910094] mmc0: host does not support reading read-only switch, assuming write-enable</a:t>
            </a:r>
          </a:p>
          <a:p>
            <a:r>
              <a:rPr lang="en-US" sz="300" dirty="0"/>
              <a:t>[    5.924022] mmc0: new high speed SDHC card at address e624</a:t>
            </a:r>
          </a:p>
          <a:p>
            <a:r>
              <a:rPr lang="en-US" sz="300" dirty="0"/>
              <a:t>[    5.930302] mmcblk0: mmc0:e624 SC32G 29.7 </a:t>
            </a:r>
            <a:r>
              <a:rPr lang="en-US" sz="300" dirty="0" err="1"/>
              <a:t>GiB</a:t>
            </a:r>
            <a:endParaRPr lang="en-US" sz="300" dirty="0"/>
          </a:p>
          <a:p>
            <a:r>
              <a:rPr lang="en-US" sz="300" dirty="0"/>
              <a:t>[    5.940697] Alternate GPT is invalid, using primary GPT.</a:t>
            </a:r>
          </a:p>
          <a:p>
            <a:r>
              <a:rPr lang="en-US" sz="300" dirty="0"/>
              <a:t>[    5.946019]  mmcblk0: p1 p2 p3 p4 p5 p6 p7</a:t>
            </a:r>
          </a:p>
          <a:p>
            <a:r>
              <a:rPr lang="en-US" sz="300" dirty="0"/>
              <a:t>[    5.953214] FIT: Detected U-Boot 2024.10-OpenWrt-r29166-14a27ac99d</a:t>
            </a:r>
          </a:p>
          <a:p>
            <a:r>
              <a:rPr lang="en-US" sz="300" dirty="0"/>
              <a:t>[    5.959391] FIT: Selected configuration: "config-mt7986a-bananapi-bpi-r3" (</a:t>
            </a:r>
            <a:r>
              <a:rPr lang="en-US" sz="300" dirty="0" err="1"/>
              <a:t>OpenWrt</a:t>
            </a:r>
            <a:r>
              <a:rPr lang="en-US" sz="300" dirty="0"/>
              <a:t> bananapi_bpi-r3)</a:t>
            </a:r>
          </a:p>
          <a:p>
            <a:r>
              <a:rPr lang="en-US" sz="300" dirty="0"/>
              <a:t>[    5.968428] FIT:           kernel sub-image 0x00001000..0x0059fc46 "kernel-1" (ARM64 </a:t>
            </a:r>
            <a:r>
              <a:rPr lang="en-US" sz="300" dirty="0" err="1"/>
              <a:t>OpenWrt</a:t>
            </a:r>
            <a:r>
              <a:rPr lang="en-US" sz="300" dirty="0"/>
              <a:t> Linux-6.6.137)</a:t>
            </a:r>
          </a:p>
          <a:p>
            <a:r>
              <a:rPr lang="en-US" sz="300" dirty="0"/>
              <a:t>[    5.978241]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0x005a0000..0x005a7cbe "fdt-1"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blob)</a:t>
            </a:r>
          </a:p>
          <a:p>
            <a:r>
              <a:rPr lang="en-US" sz="300" dirty="0"/>
              <a:t>[    5.989443]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0x005a8000..0x005a83dd "fdt-mt7986a-bananapi-bpi-r3-emmc"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mt7986a-bananapi-bpi-r3-emmc)</a:t>
            </a:r>
          </a:p>
          <a:p>
            <a:r>
              <a:rPr lang="en-US" sz="300" dirty="0"/>
              <a:t>[    6.005762]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0x005a9000..0x005a948d "fdt-mt7986a-bananapi-bpi-r3-nand"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mt7986a-bananapi-bpi-r3-nand)</a:t>
            </a:r>
          </a:p>
          <a:p>
            <a:r>
              <a:rPr lang="en-US" sz="300" dirty="0"/>
              <a:t>[    6.022077]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0x005aa000..0x005aa4bd "fdt-mt7986a-bananapi-bpi-r3-nor"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mt7986a-bananapi-bpi-r3-nor)</a:t>
            </a:r>
          </a:p>
          <a:p>
            <a:r>
              <a:rPr lang="en-US" sz="300" dirty="0"/>
              <a:t>[    6.038218]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0x005ab000..0x005ab343 "fdt-mt7986a-bananapi-bpi-r3-sd"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mt7986a-bananapi-bpi-r3-sd)</a:t>
            </a:r>
          </a:p>
          <a:p>
            <a:r>
              <a:rPr lang="en-US" sz="300" dirty="0"/>
              <a:t>[    6.054186]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0x005ac000..0x005ac555 "fdt-mt7986a-bananapi-bpi-r3-respeaker-2mics"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mt7986a-bananapi-bpi-r3-reer-2mics)</a:t>
            </a:r>
          </a:p>
          <a:p>
            <a:r>
              <a:rPr lang="en-US" sz="300" dirty="0"/>
              <a:t>[    6.072406] FIT:       </a:t>
            </a:r>
            <a:r>
              <a:rPr lang="en-US" sz="300" dirty="0" err="1"/>
              <a:t>filesystem</a:t>
            </a:r>
            <a:r>
              <a:rPr lang="en-US" sz="300" dirty="0"/>
              <a:t> sub-image 0x005ad000..0x00af2fff "rootfs-1" (ARM64 </a:t>
            </a:r>
            <a:r>
              <a:rPr lang="en-US" sz="300" dirty="0" err="1"/>
              <a:t>OpenWrt</a:t>
            </a:r>
            <a:r>
              <a:rPr lang="en-US" sz="300" dirty="0"/>
              <a:t> bananapi_bpi-r3 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6.083338] block mmcblk0p7: mapped 1 </a:t>
            </a:r>
            <a:r>
              <a:rPr lang="en-US" sz="300" dirty="0" err="1"/>
              <a:t>uImage.FIT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 sub-image as /dev/fit0</a:t>
            </a:r>
          </a:p>
          <a:p>
            <a:r>
              <a:rPr lang="en-US" sz="300" dirty="0"/>
              <a:t>[    6.091146] block mmcblk0p7: mapped remaining space as /dev/</a:t>
            </a:r>
            <a:r>
              <a:rPr lang="en-US" sz="300" dirty="0" err="1"/>
              <a:t>fitrw</a:t>
            </a:r>
            <a:endParaRPr lang="en-US" sz="300" dirty="0"/>
          </a:p>
          <a:p>
            <a:r>
              <a:rPr lang="en-US" sz="300" dirty="0"/>
              <a:t>[    6.131543] VFS: Mounted root (</a:t>
            </a:r>
            <a:r>
              <a:rPr lang="en-US" sz="300" dirty="0" err="1"/>
              <a:t>squashfs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) </a:t>
            </a:r>
            <a:r>
              <a:rPr lang="en-US" sz="300" dirty="0" err="1"/>
              <a:t>readonly</a:t>
            </a:r>
            <a:r>
              <a:rPr lang="en-US" sz="300" dirty="0"/>
              <a:t> on device 259:0.</a:t>
            </a:r>
          </a:p>
          <a:p>
            <a:r>
              <a:rPr lang="en-US" sz="300" dirty="0"/>
              <a:t>[    6.138836] Freeing unused kernel memory: 448K</a:t>
            </a:r>
          </a:p>
          <a:p>
            <a:r>
              <a:rPr lang="en-US" sz="300" dirty="0"/>
              <a:t>[    6.143293] Run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r>
              <a:rPr lang="en-US" sz="300" dirty="0"/>
              <a:t> as </a:t>
            </a:r>
            <a:r>
              <a:rPr lang="en-US" sz="300" dirty="0" err="1"/>
              <a:t>init</a:t>
            </a:r>
            <a:r>
              <a:rPr lang="en-US" sz="300" dirty="0"/>
              <a:t> process</a:t>
            </a:r>
          </a:p>
          <a:p>
            <a:r>
              <a:rPr lang="en-US" sz="300" dirty="0"/>
              <a:t>[    6.147372]   with arguments:</a:t>
            </a:r>
          </a:p>
          <a:p>
            <a:r>
              <a:rPr lang="en-US" sz="300" dirty="0"/>
              <a:t>[    6.150323]    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endParaRPr lang="en-US" sz="300" dirty="0"/>
          </a:p>
          <a:p>
            <a:r>
              <a:rPr lang="en-US" sz="300" dirty="0"/>
              <a:t>[    6.153018]   with environment:</a:t>
            </a:r>
          </a:p>
          <a:p>
            <a:r>
              <a:rPr lang="en-US" sz="300" dirty="0"/>
              <a:t>[    6.156142]     HOME=/</a:t>
            </a:r>
          </a:p>
          <a:p>
            <a:r>
              <a:rPr lang="en-US" sz="300" dirty="0"/>
              <a:t>[    6.158487]     TERM=</a:t>
            </a:r>
            <a:r>
              <a:rPr lang="en-US" sz="300" dirty="0" err="1"/>
              <a:t>linux</a:t>
            </a:r>
            <a:endParaRPr lang="en-US" sz="300" dirty="0"/>
          </a:p>
          <a:p>
            <a:r>
              <a:rPr lang="en-US" sz="300" dirty="0"/>
              <a:t>[    6.303599] </a:t>
            </a:r>
            <a:r>
              <a:rPr lang="en-US" sz="300" dirty="0" err="1"/>
              <a:t>init</a:t>
            </a:r>
            <a:r>
              <a:rPr lang="en-US" sz="300" dirty="0"/>
              <a:t>: Console is alive</a:t>
            </a:r>
          </a:p>
          <a:p>
            <a:r>
              <a:rPr lang="en-US" sz="300" dirty="0"/>
              <a:t>[    6.307081] </a:t>
            </a:r>
            <a:r>
              <a:rPr lang="en-US" sz="300" dirty="0" err="1"/>
              <a:t>init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 6.620641]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6.649458]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</a:t>
            </a:r>
            <a:r>
              <a:rPr lang="en-US" sz="300" dirty="0" err="1"/>
              <a:t>usbfs</a:t>
            </a:r>
            <a:endParaRPr lang="en-US" sz="300" dirty="0"/>
          </a:p>
          <a:p>
            <a:r>
              <a:rPr lang="en-US" sz="300" dirty="0"/>
              <a:t>[    6.655003]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hub</a:t>
            </a:r>
          </a:p>
          <a:p>
            <a:r>
              <a:rPr lang="en-US" sz="300" dirty="0"/>
              <a:t>[    6.660331] </a:t>
            </a:r>
            <a:r>
              <a:rPr lang="en-US" sz="300" dirty="0" err="1"/>
              <a:t>usbcore</a:t>
            </a:r>
            <a:r>
              <a:rPr lang="en-US" sz="300" dirty="0"/>
              <a:t>: registered new device driver </a:t>
            </a:r>
            <a:r>
              <a:rPr lang="en-US" sz="300" dirty="0" err="1"/>
              <a:t>usb</a:t>
            </a:r>
            <a:endParaRPr lang="en-US" sz="300" dirty="0"/>
          </a:p>
          <a:p>
            <a:r>
              <a:rPr lang="en-US" sz="300" dirty="0"/>
              <a:t>[    6.665969] </a:t>
            </a:r>
            <a:r>
              <a:rPr lang="en-US" sz="300" dirty="0" err="1"/>
              <a:t>gpio_button_hotplug</a:t>
            </a:r>
            <a:r>
              <a:rPr lang="en-US" sz="300" dirty="0"/>
              <a:t>: loading out-of-tree module taints kernel.</a:t>
            </a:r>
          </a:p>
          <a:p>
            <a:r>
              <a:rPr lang="en-US" sz="300" dirty="0"/>
              <a:t>[    6.676815] </a:t>
            </a:r>
            <a:r>
              <a:rPr lang="en-US" sz="300" dirty="0" err="1"/>
              <a:t>xhci-mtk</a:t>
            </a:r>
            <a:r>
              <a:rPr lang="en-US" sz="300" dirty="0"/>
              <a:t> 11200000.usb: supply </a:t>
            </a:r>
            <a:r>
              <a:rPr lang="en-US" sz="300" dirty="0" err="1"/>
              <a:t>vbus</a:t>
            </a:r>
            <a:r>
              <a:rPr lang="en-US" sz="300" dirty="0"/>
              <a:t> not found, using dummy regulator</a:t>
            </a:r>
          </a:p>
          <a:p>
            <a:r>
              <a:rPr lang="en-US" sz="300" dirty="0"/>
              <a:t>[    6.684234] </a:t>
            </a:r>
            <a:r>
              <a:rPr lang="en-US" sz="300" dirty="0" err="1"/>
              <a:t>xhci-mtk</a:t>
            </a:r>
            <a:r>
              <a:rPr lang="en-US" sz="300" dirty="0"/>
              <a:t> 11200000.usb: supply vusb33 not found, using dummy regulator</a:t>
            </a:r>
          </a:p>
          <a:p>
            <a:r>
              <a:rPr lang="en-US" sz="300" dirty="0"/>
              <a:t>[    6.692568]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6.697794]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1</a:t>
            </a:r>
          </a:p>
          <a:p>
            <a:r>
              <a:rPr lang="en-US" sz="300" dirty="0"/>
              <a:t>[    6.708311]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hcc</a:t>
            </a:r>
            <a:r>
              <a:rPr lang="en-US" sz="300" dirty="0"/>
              <a:t> </a:t>
            </a:r>
            <a:r>
              <a:rPr lang="en-US" sz="300" dirty="0" err="1"/>
              <a:t>params</a:t>
            </a:r>
            <a:r>
              <a:rPr lang="en-US" sz="300" dirty="0"/>
              <a:t> 0x01403f99 </a:t>
            </a:r>
            <a:r>
              <a:rPr lang="en-US" sz="300" dirty="0" err="1"/>
              <a:t>hci</a:t>
            </a:r>
            <a:r>
              <a:rPr lang="en-US" sz="300" dirty="0"/>
              <a:t> version 0x110 quirks 0x0000000000200010</a:t>
            </a:r>
          </a:p>
          <a:p>
            <a:r>
              <a:rPr lang="en-US" sz="300" dirty="0"/>
              <a:t>[    6.717466]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irq</a:t>
            </a:r>
            <a:r>
              <a:rPr lang="en-US" sz="300" dirty="0"/>
              <a:t> 134, </a:t>
            </a:r>
            <a:r>
              <a:rPr lang="en-US" sz="300" dirty="0" err="1"/>
              <a:t>io</a:t>
            </a:r>
            <a:r>
              <a:rPr lang="en-US" sz="300" dirty="0"/>
              <a:t> mem 0x11200000</a:t>
            </a:r>
          </a:p>
          <a:p>
            <a:r>
              <a:rPr lang="en-US" sz="300" dirty="0"/>
              <a:t>[    6.723318]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6.728529]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2</a:t>
            </a:r>
          </a:p>
          <a:p>
            <a:r>
              <a:rPr lang="en-US" sz="300" dirty="0"/>
              <a:t>[    6.735909] </a:t>
            </a:r>
            <a:r>
              <a:rPr lang="en-US" sz="300" dirty="0" err="1"/>
              <a:t>xhci-mtk</a:t>
            </a:r>
            <a:r>
              <a:rPr lang="en-US" sz="300" dirty="0"/>
              <a:t> 11200000.usb: Host supports USB 3.2 Enhanced SuperSpeed</a:t>
            </a:r>
          </a:p>
          <a:p>
            <a:r>
              <a:rPr lang="en-US" sz="300" dirty="0"/>
              <a:t>[    6.743316] hub 1-0:1.0: USB hub found</a:t>
            </a:r>
          </a:p>
          <a:p>
            <a:r>
              <a:rPr lang="en-US" sz="300" dirty="0"/>
              <a:t>[    6.747076] hub 1-0:1.0: 2 ports detected</a:t>
            </a:r>
          </a:p>
          <a:p>
            <a:r>
              <a:rPr lang="en-US" sz="300" dirty="0"/>
              <a:t>[    6.751335] </a:t>
            </a:r>
            <a:r>
              <a:rPr lang="en-US" sz="300" dirty="0" err="1"/>
              <a:t>usb</a:t>
            </a:r>
            <a:r>
              <a:rPr lang="en-US" sz="300" dirty="0"/>
              <a:t> usb2: We don't know the algorithms for LPM for this host, disabling LPM.</a:t>
            </a:r>
          </a:p>
          <a:p>
            <a:r>
              <a:rPr lang="en-US" sz="300" dirty="0"/>
              <a:t>[    6.759696] hub 2-0:1.0: USB hub found</a:t>
            </a:r>
          </a:p>
          <a:p>
            <a:r>
              <a:rPr lang="en-US" sz="300" dirty="0"/>
              <a:t>[    6.763464] hub 2-0:1.0: 1 port detected</a:t>
            </a:r>
          </a:p>
          <a:p>
            <a:r>
              <a:rPr lang="en-US" sz="300" dirty="0"/>
              <a:t>[    6.770670]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6.779756] </a:t>
            </a:r>
            <a:r>
              <a:rPr lang="en-US" sz="300" dirty="0" err="1"/>
              <a:t>init</a:t>
            </a:r>
            <a:r>
              <a:rPr lang="en-US" sz="300" dirty="0"/>
              <a:t>: - </a:t>
            </a:r>
            <a:r>
              <a:rPr lang="en-US" sz="300" dirty="0" err="1"/>
              <a:t>preinit</a:t>
            </a:r>
            <a:r>
              <a:rPr lang="en-US" sz="300" dirty="0"/>
              <a:t> -</a:t>
            </a:r>
          </a:p>
          <a:p>
            <a:r>
              <a:rPr lang="en-US" sz="300" dirty="0"/>
              <a:t>[    7.011338]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 7.019908]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7.038200]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Press the [f] key and hit [enter] to enter failsafe mode</a:t>
            </a:r>
          </a:p>
          <a:p>
            <a:r>
              <a:rPr lang="en-US" sz="300" dirty="0"/>
              <a:t>Press the [1], [2], [3] or [4] key and hit [enter] to select the debug level</a:t>
            </a:r>
          </a:p>
          <a:p>
            <a:r>
              <a:rPr lang="en-US" sz="300" dirty="0"/>
              <a:t>[    7.202210] </a:t>
            </a:r>
            <a:r>
              <a:rPr lang="en-US" sz="300" dirty="0" err="1"/>
              <a:t>usb</a:t>
            </a:r>
            <a:r>
              <a:rPr lang="en-US" sz="300" dirty="0"/>
              <a:t> 1-1: new high-speed USB device number 2 using </a:t>
            </a:r>
            <a:r>
              <a:rPr lang="en-US" sz="300" dirty="0" err="1"/>
              <a:t>xhci-mtk</a:t>
            </a:r>
            <a:endParaRPr lang="en-US" sz="300" dirty="0"/>
          </a:p>
          <a:p>
            <a:r>
              <a:rPr lang="en-US" sz="300" dirty="0"/>
              <a:t>[    7.394363] hub 1-1:1.0: USB hub found</a:t>
            </a:r>
          </a:p>
          <a:p>
            <a:r>
              <a:rPr lang="en-US" sz="300" dirty="0"/>
              <a:t>[    7.402007] hub 1-1:1.0: 4 ports detected</a:t>
            </a:r>
          </a:p>
          <a:p>
            <a:r>
              <a:rPr lang="en-US" sz="300" dirty="0"/>
              <a:t>[    9.572197] random: </a:t>
            </a:r>
            <a:r>
              <a:rPr lang="en-US" sz="300" dirty="0" err="1"/>
              <a:t>crng</a:t>
            </a:r>
            <a:r>
              <a:rPr lang="en-US" sz="300" dirty="0"/>
              <a:t> </a:t>
            </a:r>
            <a:r>
              <a:rPr lang="en-US" sz="300" dirty="0" err="1"/>
              <a:t>init</a:t>
            </a:r>
            <a:r>
              <a:rPr lang="en-US" sz="300" dirty="0"/>
              <a:t> done</a:t>
            </a:r>
          </a:p>
          <a:p>
            <a:r>
              <a:rPr lang="en-US" sz="300" dirty="0"/>
              <a:t>[   11.700853] F2FS-fs (</a:t>
            </a:r>
            <a:r>
              <a:rPr lang="en-US" sz="300" dirty="0" err="1"/>
              <a:t>fitrw</a:t>
            </a:r>
            <a:r>
              <a:rPr lang="en-US" sz="300" dirty="0"/>
              <a:t>): Mounted with checkpoint version = 3999c4ea</a:t>
            </a:r>
          </a:p>
          <a:p>
            <a:r>
              <a:rPr lang="en-US" sz="300" dirty="0"/>
              <a:t>[   11.709269] </a:t>
            </a:r>
            <a:r>
              <a:rPr lang="en-US" sz="300" dirty="0" err="1"/>
              <a:t>mount_root</a:t>
            </a:r>
            <a:r>
              <a:rPr lang="en-US" sz="300" dirty="0"/>
              <a:t>: switching to f2fs overlay</a:t>
            </a:r>
          </a:p>
          <a:p>
            <a:r>
              <a:rPr lang="en-US" sz="300" dirty="0"/>
              <a:t>[   11.715886] </a:t>
            </a:r>
            <a:r>
              <a:rPr lang="en-US" sz="300" dirty="0" err="1"/>
              <a:t>overlayfs</a:t>
            </a:r>
            <a:r>
              <a:rPr lang="en-US" sz="300" dirty="0"/>
              <a:t>: null </a:t>
            </a:r>
            <a:r>
              <a:rPr lang="en-US" sz="300" dirty="0" err="1"/>
              <a:t>uuid</a:t>
            </a:r>
            <a:r>
              <a:rPr lang="en-US" sz="300" dirty="0"/>
              <a:t> detected in lower fs '/', falling back to </a:t>
            </a:r>
            <a:r>
              <a:rPr lang="en-US" sz="300" dirty="0" err="1"/>
              <a:t>xino</a:t>
            </a:r>
            <a:r>
              <a:rPr lang="en-US" sz="300" dirty="0"/>
              <a:t>=</a:t>
            </a:r>
            <a:r>
              <a:rPr lang="en-US" sz="300" dirty="0" err="1"/>
              <a:t>off,index</a:t>
            </a:r>
            <a:r>
              <a:rPr lang="en-US" sz="300" dirty="0"/>
              <a:t>=</a:t>
            </a:r>
            <a:r>
              <a:rPr lang="en-US" sz="300" dirty="0" err="1"/>
              <a:t>off,nfs_export</a:t>
            </a:r>
            <a:r>
              <a:rPr lang="en-US" sz="300" dirty="0"/>
              <a:t>=off.</a:t>
            </a:r>
          </a:p>
          <a:p>
            <a:r>
              <a:rPr lang="en-US" sz="300" dirty="0"/>
              <a:t>[   11.729808] </a:t>
            </a:r>
            <a:r>
              <a:rPr lang="en-US" sz="300" dirty="0" err="1"/>
              <a:t>urandom</a:t>
            </a:r>
            <a:r>
              <a:rPr lang="en-US" sz="300" dirty="0"/>
              <a:t>-seed: Seeding with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urandom.seed</a:t>
            </a:r>
            <a:endParaRPr lang="en-US" sz="300" dirty="0"/>
          </a:p>
          <a:p>
            <a:r>
              <a:rPr lang="en-US" sz="300" dirty="0"/>
              <a:t>[   11.773752] </a:t>
            </a:r>
            <a:r>
              <a:rPr lang="en-US" sz="300" dirty="0" err="1"/>
              <a:t>procd</a:t>
            </a:r>
            <a:r>
              <a:rPr lang="en-US" sz="300" dirty="0"/>
              <a:t>: - early -</a:t>
            </a:r>
          </a:p>
          <a:p>
            <a:r>
              <a:rPr lang="en-US" sz="300" dirty="0"/>
              <a:t>[   11.776680]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12.307388]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12.310879]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ubus</a:t>
            </a:r>
            <a:r>
              <a:rPr lang="en-US" sz="300" dirty="0"/>
              <a:t> -</a:t>
            </a:r>
          </a:p>
          <a:p>
            <a:r>
              <a:rPr lang="en-US" sz="300" dirty="0"/>
              <a:t>[   12.464034]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init</a:t>
            </a:r>
            <a:r>
              <a:rPr lang="en-US" sz="300" dirty="0"/>
              <a:t> -</a:t>
            </a:r>
          </a:p>
          <a:p>
            <a:r>
              <a:rPr lang="en-US" sz="300" dirty="0"/>
              <a:t>Please press Enter to activate this console.</a:t>
            </a:r>
          </a:p>
          <a:p>
            <a:r>
              <a:rPr lang="en-US" sz="300" dirty="0"/>
              <a:t>[   12.718883]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12.746947] i2c-gpio i2c-gpio-0: using lines 528 (SDA) and 529 (SCL)</a:t>
            </a:r>
          </a:p>
          <a:p>
            <a:r>
              <a:rPr lang="en-US" sz="300" dirty="0"/>
              <a:t>[   12.753663] i2c-gpio i2c-gpio-1: using lines 530 (SDA) and 531 (SCL)</a:t>
            </a:r>
          </a:p>
          <a:p>
            <a:r>
              <a:rPr lang="en-US" sz="300" dirty="0"/>
              <a:t>[   12.763453] crypto-</a:t>
            </a:r>
            <a:r>
              <a:rPr lang="en-US" sz="300" dirty="0" err="1"/>
              <a:t>safexcel</a:t>
            </a:r>
            <a:r>
              <a:rPr lang="en-US" sz="300" dirty="0"/>
              <a:t> 10320000.crypto: EIP97:230(0,1,4,4)-HIA:270(0,5,5),PE:150/433(alg:7fcdfc00)/0/0/0</a:t>
            </a:r>
          </a:p>
          <a:p>
            <a:r>
              <a:rPr lang="en-US" sz="300" dirty="0"/>
              <a:t>[   12.777878] Loading modules backported from Linux version v6.12.61-0-gdcbeffaf66d0</a:t>
            </a:r>
          </a:p>
          <a:p>
            <a:r>
              <a:rPr lang="en-US" sz="300" dirty="0"/>
              <a:t>[   12.785464] Backport generated by </a:t>
            </a:r>
            <a:r>
              <a:rPr lang="en-US" sz="300" dirty="0" err="1"/>
              <a:t>backports.git</a:t>
            </a:r>
            <a:r>
              <a:rPr lang="en-US" sz="300" dirty="0"/>
              <a:t> v6.1.110-1-35-g410656ef</a:t>
            </a:r>
          </a:p>
          <a:p>
            <a:r>
              <a:rPr lang="en-US" sz="300" dirty="0"/>
              <a:t>[   12.796904] </a:t>
            </a:r>
            <a:r>
              <a:rPr lang="en-US" sz="300" dirty="0" err="1"/>
              <a:t>sfp</a:t>
            </a:r>
            <a:r>
              <a:rPr lang="en-US" sz="300" dirty="0"/>
              <a:t> sfp-1: Host maximum power 3.0W</a:t>
            </a:r>
          </a:p>
          <a:p>
            <a:r>
              <a:rPr lang="en-US" sz="300" dirty="0"/>
              <a:t>[   12.801957] </a:t>
            </a:r>
            <a:r>
              <a:rPr lang="en-US" sz="300" dirty="0" err="1"/>
              <a:t>sfp</a:t>
            </a:r>
            <a:r>
              <a:rPr lang="en-US" sz="300" dirty="0"/>
              <a:t> sfp-2: Host maximum power 3.0W</a:t>
            </a:r>
          </a:p>
          <a:p>
            <a:r>
              <a:rPr lang="en-US" sz="300" dirty="0"/>
              <a:t>[   12.859788] </a:t>
            </a:r>
            <a:r>
              <a:rPr lang="en-US" sz="300" dirty="0" err="1"/>
              <a:t>urngd</a:t>
            </a:r>
            <a:r>
              <a:rPr lang="en-US" sz="300" dirty="0"/>
              <a:t>: v1.0.2 started.</a:t>
            </a:r>
          </a:p>
          <a:p>
            <a:r>
              <a:rPr lang="en-US" sz="300" dirty="0"/>
              <a:t>[   13.265172] mt798x-wmac 18000000.wifi: HW/SW Version: 0x8a108a10, Build Time: 20240823160739a</a:t>
            </a:r>
          </a:p>
          <a:p>
            <a:r>
              <a:rPr lang="en-US" sz="300" dirty="0"/>
              <a:t>[   13.265172]</a:t>
            </a:r>
          </a:p>
          <a:p>
            <a:r>
              <a:rPr lang="en-US" sz="300" dirty="0"/>
              <a:t>[   13.400496] mt798x-wmac 18000000.wifi: WM Firmware Version: ____000000, Build Time: 20240823160804</a:t>
            </a:r>
          </a:p>
          <a:p>
            <a:r>
              <a:rPr lang="en-US" sz="300" dirty="0"/>
              <a:t>[   13.505615] mt798x-wmac 18000000.wifi: WA Firmware Version: DEV_000000, Build Time: 20240823160840</a:t>
            </a:r>
          </a:p>
          <a:p>
            <a:r>
              <a:rPr lang="en-US" sz="300" dirty="0"/>
              <a:t>[   13.611262] mt798x-wmac 18000000.wifi: registering led 'mt76-phy0'</a:t>
            </a:r>
          </a:p>
          <a:p>
            <a:r>
              <a:rPr lang="en-US" sz="300" dirty="0"/>
              <a:t>[   13.663456] mt798x-wmac 18000000.wifi: registering led 'mt76-phy1'</a:t>
            </a:r>
          </a:p>
          <a:p>
            <a:r>
              <a:rPr lang="en-US" sz="300" dirty="0"/>
              <a:t>[   13.762416] PPP generic driver version 2.4.2</a:t>
            </a:r>
          </a:p>
          <a:p>
            <a:r>
              <a:rPr lang="en-US" sz="300" dirty="0"/>
              <a:t>[   13.767502] NET: Registered PF_PPPOX protocol family</a:t>
            </a:r>
          </a:p>
          <a:p>
            <a:r>
              <a:rPr lang="en-US" sz="300" dirty="0"/>
              <a:t>[   13.774884]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15.708564]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Down</a:t>
            </a:r>
          </a:p>
          <a:p>
            <a:r>
              <a:rPr lang="en-US" sz="300" dirty="0"/>
              <a:t>[   15.723997]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15.732456]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15.738862]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15.751964] </a:t>
            </a:r>
            <a:r>
              <a:rPr lang="en-US" sz="300" dirty="0" err="1"/>
              <a:t>br-lan</a:t>
            </a:r>
            <a:r>
              <a:rPr lang="en-US" sz="300" dirty="0"/>
              <a:t>: port 1(lan1) entered blocking state</a:t>
            </a:r>
          </a:p>
          <a:p>
            <a:r>
              <a:rPr lang="en-US" sz="300" dirty="0"/>
              <a:t>[   15.757206] </a:t>
            </a:r>
            <a:r>
              <a:rPr lang="en-US" sz="300" dirty="0" err="1"/>
              <a:t>br-lan</a:t>
            </a:r>
            <a:r>
              <a:rPr lang="en-US" sz="300" dirty="0"/>
              <a:t>: port 1(lan1) entered disabled state</a:t>
            </a:r>
          </a:p>
          <a:p>
            <a:r>
              <a:rPr lang="en-US" sz="300" dirty="0"/>
              <a:t>[   15.762447] mt7530-mdio mdio-bus:1f lan1: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15.768697]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15.778455] mt7530-mdio mdio-bus:1f lan1: entered promiscuous mode</a:t>
            </a:r>
          </a:p>
          <a:p>
            <a:r>
              <a:rPr lang="en-US" sz="300" dirty="0"/>
              <a:t>[   15.796712] mt7530-mdio mdio-bus:1f lan2: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15.807581] </a:t>
            </a:r>
            <a:r>
              <a:rPr lang="en-US" sz="300" dirty="0" err="1"/>
              <a:t>br-lan</a:t>
            </a:r>
            <a:r>
              <a:rPr lang="en-US" sz="300" dirty="0"/>
              <a:t>: port 2(lan2) entered blocking state</a:t>
            </a:r>
          </a:p>
          <a:p>
            <a:r>
              <a:rPr lang="en-US" sz="300" dirty="0"/>
              <a:t>[   15.812861] </a:t>
            </a:r>
            <a:r>
              <a:rPr lang="en-US" sz="300" dirty="0" err="1"/>
              <a:t>br-lan</a:t>
            </a:r>
            <a:r>
              <a:rPr lang="en-US" sz="300" dirty="0"/>
              <a:t>: port 2(lan2) entered disabled state</a:t>
            </a:r>
          </a:p>
          <a:p>
            <a:r>
              <a:rPr lang="en-US" sz="300" dirty="0"/>
              <a:t>[   15.818114] mt7530-mdio mdio-bus:1f lan2: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15.826175] mt7530-mdio mdio-bus:1f lan2: entered promiscuous mode</a:t>
            </a:r>
          </a:p>
          <a:p>
            <a:r>
              <a:rPr lang="en-US" sz="300" dirty="0"/>
              <a:t>[   15.840993] mt7530-mdio mdio-bus:1f lan3: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15.851796] </a:t>
            </a:r>
            <a:r>
              <a:rPr lang="en-US" sz="300" dirty="0" err="1"/>
              <a:t>br-lan</a:t>
            </a:r>
            <a:r>
              <a:rPr lang="en-US" sz="300" dirty="0"/>
              <a:t>: port 3(lan3) entered blocking state</a:t>
            </a:r>
          </a:p>
          <a:p>
            <a:r>
              <a:rPr lang="en-US" sz="300" dirty="0"/>
              <a:t>[   15.857057] </a:t>
            </a:r>
            <a:r>
              <a:rPr lang="en-US" sz="300" dirty="0" err="1"/>
              <a:t>br-lan</a:t>
            </a:r>
            <a:r>
              <a:rPr lang="en-US" sz="300" dirty="0"/>
              <a:t>: port 3(lan3) entered disabled state</a:t>
            </a:r>
          </a:p>
          <a:p>
            <a:r>
              <a:rPr lang="en-US" sz="300" dirty="0"/>
              <a:t>[   15.862327] mt7530-mdio mdio-bus:1f lan3: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15.870439] mt7530-mdio mdio-bus:1f lan3: entered promiscuous mode</a:t>
            </a:r>
          </a:p>
          <a:p>
            <a:r>
              <a:rPr lang="en-US" sz="300" dirty="0"/>
              <a:t>[   15.885501] mt7530-mdio mdio-bus:1f lan4: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15.896191]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15.901416] </a:t>
            </a:r>
            <a:r>
              <a:rPr lang="en-US" sz="300" dirty="0" err="1"/>
              <a:t>br-lan</a:t>
            </a:r>
            <a:r>
              <a:rPr lang="en-US" sz="300" dirty="0"/>
              <a:t>: port 4(lan4) entered disabled state</a:t>
            </a:r>
          </a:p>
          <a:p>
            <a:r>
              <a:rPr lang="en-US" sz="300" dirty="0"/>
              <a:t>[   15.906732] mt7530-mdio mdio-bus:1f lan4: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15.915009] mt7530-mdio mdio-bus:1f lan4: entered promiscuous mode</a:t>
            </a:r>
          </a:p>
          <a:p>
            <a:r>
              <a:rPr lang="en-US" sz="300" dirty="0"/>
              <a:t>[   15.924265] mt7530-mdio mdio-bus:1f sfp2: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15.933691] </a:t>
            </a:r>
            <a:r>
              <a:rPr lang="en-US" sz="300" dirty="0" err="1"/>
              <a:t>br-lan</a:t>
            </a:r>
            <a:r>
              <a:rPr lang="en-US" sz="300" dirty="0"/>
              <a:t>: port 5(sfp2) entered blocking state</a:t>
            </a:r>
          </a:p>
          <a:p>
            <a:r>
              <a:rPr lang="en-US" sz="300" dirty="0"/>
              <a:t>[   15.938906] </a:t>
            </a:r>
            <a:r>
              <a:rPr lang="en-US" sz="300" dirty="0" err="1"/>
              <a:t>br-lan</a:t>
            </a:r>
            <a:r>
              <a:rPr lang="en-US" sz="300" dirty="0"/>
              <a:t>: port 5(sfp2) entered disabled state</a:t>
            </a:r>
          </a:p>
          <a:p>
            <a:r>
              <a:rPr lang="en-US" sz="300" dirty="0"/>
              <a:t>[   15.944168] mt7530-mdio mdio-bus:1f sfp2: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15.952587] mt7530-mdio mdio-bus:1f sfp2: entered promiscuous mode</a:t>
            </a:r>
          </a:p>
          <a:p>
            <a:r>
              <a:rPr lang="en-US" sz="300" dirty="0"/>
              <a:t>[   15.962063]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15.972276] </a:t>
            </a:r>
            <a:r>
              <a:rPr lang="en-US" sz="300" dirty="0" err="1"/>
              <a:t>br</a:t>
            </a:r>
            <a:r>
              <a:rPr lang="en-US" sz="300" dirty="0"/>
              <a:t>-wan: port 1(eth1) entered blocking state</a:t>
            </a:r>
          </a:p>
          <a:p>
            <a:r>
              <a:rPr lang="en-US" sz="300" dirty="0"/>
              <a:t>[   15.977508] </a:t>
            </a:r>
            <a:r>
              <a:rPr lang="en-US" sz="300" dirty="0" err="1"/>
              <a:t>br</a:t>
            </a:r>
            <a:r>
              <a:rPr lang="en-US" sz="300" dirty="0"/>
              <a:t>-wan: port 1(eth1) entered disabled state</a:t>
            </a:r>
          </a:p>
          <a:p>
            <a:r>
              <a:rPr lang="en-US" sz="300" dirty="0"/>
              <a:t>[   15.982788]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15.989757]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promiscuous mode</a:t>
            </a:r>
          </a:p>
          <a:p>
            <a:r>
              <a:rPr lang="en-US" sz="300" dirty="0"/>
              <a:t>[   16.004994] mt7530-mdio mdio-bus:1f wan: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16.015717] </a:t>
            </a:r>
            <a:r>
              <a:rPr lang="en-US" sz="300" dirty="0" err="1"/>
              <a:t>br</a:t>
            </a:r>
            <a:r>
              <a:rPr lang="en-US" sz="300" dirty="0"/>
              <a:t>-wan: port 2(wan) entered blocking state</a:t>
            </a:r>
          </a:p>
          <a:p>
            <a:r>
              <a:rPr lang="en-US" sz="300" dirty="0"/>
              <a:t>[   16.020855] </a:t>
            </a:r>
            <a:r>
              <a:rPr lang="en-US" sz="300" dirty="0" err="1"/>
              <a:t>br</a:t>
            </a:r>
            <a:r>
              <a:rPr lang="en-US" sz="300" dirty="0"/>
              <a:t>-wan: port 2(wan) entered disabled state</a:t>
            </a:r>
          </a:p>
          <a:p>
            <a:r>
              <a:rPr lang="en-US" sz="300" dirty="0"/>
              <a:t>[   16.026034] mt7530-mdio mdio-bus:1f wan: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16.034107] mt7530-mdio mdio-bus:1f wan: entered promiscuous mode</a:t>
            </a:r>
          </a:p>
          <a:p>
            <a:r>
              <a:rPr lang="en-US" sz="300" dirty="0"/>
              <a:t>[   19.535776] mt7530-mdio mdio-bus:1f lan4: Link is Up - 1Gbps/Full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19.535800]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19.548902] </a:t>
            </a:r>
            <a:r>
              <a:rPr lang="en-US" sz="300" dirty="0" err="1"/>
              <a:t>br-lan</a:t>
            </a:r>
            <a:r>
              <a:rPr lang="en-US" sz="300" dirty="0"/>
              <a:t>: port 4(lan4) entered forwarding state</a:t>
            </a:r>
          </a:p>
          <a:p>
            <a:endParaRPr lang="en-US" sz="300" dirty="0"/>
          </a:p>
          <a:p>
            <a:endParaRPr lang="en-US" sz="300" dirty="0"/>
          </a:p>
          <a:p>
            <a:endParaRPr lang="en-US" sz="300" dirty="0"/>
          </a:p>
          <a:p>
            <a:r>
              <a:rPr lang="en-US" sz="300" dirty="0" err="1"/>
              <a:t>BusyBox</a:t>
            </a:r>
            <a:r>
              <a:rPr lang="en-US" sz="300" dirty="0"/>
              <a:t> v1.36.1 (2026-05-02 23:38:48 UTC) built-in shell (ash)</a:t>
            </a:r>
          </a:p>
          <a:p>
            <a:endParaRPr lang="en-US" sz="3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75303" y="557184"/>
            <a:ext cx="4298057" cy="630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2955-0A8B-E48D-1783-7E6D56F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826"/>
            <a:ext cx="1708354" cy="39893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Kernel</a:t>
            </a:r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14:cNvPr>
              <p14:cNvContentPartPr/>
              <p14:nvPr/>
            </p14:nvContentPartPr>
            <p14:xfrm>
              <a:off x="8434980" y="141714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1C0B5A-4D4C-EFC6-C734-7795EB0539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8860" y="14110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14:cNvPr>
              <p14:cNvContentPartPr/>
              <p14:nvPr/>
            </p14:nvContentPartPr>
            <p14:xfrm>
              <a:off x="9090540" y="162270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AE652D-F0AC-E238-59B5-54EACED027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84420" y="16165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data:image/png;base64,iVBORw0KGgoAAAANSUhEUgAAA9MAAAOHCAYAAAAkEhCkAAAAAXNSR0IArs4c6QAAAARnQU1BAACxjwv8YQUAAAAJcEhZcwAADsMAAA7DAcdvqGQAAP+lSURBVHhe7P1/kPT4fR/4ved5Vvwl2iUuH3plUl5wPA+PJ2jlRZzINGMG11S1b3ThCc3KXp4rdtUd9tzcZOycugKqKnsdnbsquHI6mzqxy6B0mpjbMftcwcZOMUVgRR+n3LlttXnho3JO1WuuoOLtzA2xtmjvI3JFybIoWTvP5A8AjR+NBr7oQc/0zPN+VXXV83R/B/gC3y/Q+PT38wV27ty5c44K7t27h3/wD/5B9u0lH3nqL+LPP/lB/PEf/kH2o0If/ehP4D/+j9vpN7/2XwPu30m/9+zfBP7SfuqtX/7lX8Z3vvOd1HuiHnvHO/Ejf+bH8N1/fpL9KOXuT38KX8SPAQAefuArAADpj76L59/1j/FnHv9jfOtb78Hf/btPZP4q8Oyz/wleeeWV7NtEtKb3vve98DwP//Jf/svsR7luP/ZD+N/8Zybe/Z73pN7/wR/+If7Jf/8N4F1/Ct/xXsW/+B9eS30eOa90trxG7v1XePnP/x387P9lnv2EttEnfx5/64mv4Bf+n8XfV9fFn/7Tfxof+9jH8Hu/93vZj1I++clP4kt/9+9m317yUx/9N/iRHz7DP/qNdy/ee/Y/4fdvZdIn8IUfeQ0/9+r3s5/UZu/p/yXuff8fYuBnP6Hr4rF3vBPf/f0/wvz+r2U/wmM/9EP4Pw3/73BfehH/4p+dZj+u3e3HHsN/+gv/JX6+87/KfkS0Mbeyb9Th9mM/hB/7c1LlQFrUe3/0z2bfurC3/80f46233sJj73hn9qOUf/s9O/j41/42Pv61v42/8vd8/JW/5+PH/l//Gv+Pv/cXMfzbH8c//NrTeOLP/mju64d/+IeziyOiNd26dQu3bt0SDqQjD77zz7Jv4d3veQ/ecXaGf/m6hzdPvpX9+Ob7B38H/91f+S/wnynZD2grveLimz/51/Af7GY/uJ5+//d/H3/0R3+Exx57LPtRyjvf+U488aM/Wvp64/eexD/9zm7qvXe+s/i7nXL4r+H/96H/OfQfyX5Qkx95Gv/7D/02/gED6Wvt7X/zx3j88cfxrvcsX+O+/Sd/Autv9fCJv6rhE39Vw+2SY/yizt5+G4/90A9l3ybaqJ1NjEz/2J//KH7yJ34cP/hX1X/N/OhHfwJP/9S91Hs/+hsv4Yn/7v+Weu+Nf/f/iN/96L+beu//c/RFfO93/nnqvSre+Z734l3v/RH83oPVy/j4xz+efauSb3zjG9m3iGgNP/zDP4xvf/vbOD0V/7X7mb/2NyDd/Sj842/hz3zwzy1GqH/j67+GX/tv/t/Z4ktu7Mg00RX70R/9UciyjD/4g9U/wvP7l2g7vfM978X/+MZ38Pprv5H9aOGv/uz/Gj/z6c9sPNj9ox/8IZ7/3/6H2beJNqb2YHrn1i18ovnv4/af/Ku1rjw/+tGfwF/6X/y11Hvv+/9+cSmYfus/+D/jwW46mP6HzvBCwTQA7Lz7fcAf/z7OH55lPyKiLfK+970P/+gf/SM8fPgw+9FKH/63fhz/0098El/5r78IAPjh974XAPCvfu93MyXzrXFKIyJBzWYTf/AHf1DpmCai7bDz7vdh9o9+FWdv/0n2I6IbrfZg+gN/9sfwF/9nfwl//K/eyn50Lbz7T/0IHnvHu/CvvlctdZSILs+73vUufO9738Nv/uZvZj8iomtqd3cXH/7wh/Gv//W/zn5ERFvu3X/qR/DN3/wt/PP/8RGcKkWPtFrnTL/jXe/G3Y8+hX/zr4tvIrLNfvAHv4f3/un3lc6dJqKr8dhjj2FnZwfHx8fZj4joGvN9H+94xztK504T0fb5wR/8HvY+8m/nzp0musl2/sbf+BuVRqYB5I5M/8j7/wx+8n/yU3jnrbfx9r/54+zH18rtH3oHzm69C+9+x6215n0T0Wa84x3vwPn5Ob75zW/i93//97MfE9E19973vhdPP/00bt26hT/+4+t9LUH0qImun1979b/Hd//lb2c/JrqRKqd5R+7dC24StnPrFt75w+/DOYAf/P53cX5T5jrt7ODdf+r92Ll162ZtF9E19fDhQ3z/+9/Hb/zGb+BP/oRzsohuqlu3bkFRFHzgAx/A7du3cc6bFRBdH+H1863bt/HHf/AWr5/pxltrZBoA7t+/n/r/gwcPUv8nIiIiIiIiuqnWGpm+d+8eg2kiIiIiIiJ6ZNV6AzIiIiIiIiKiRwGDaSIiIiIiIqKKGEwTERERERERVcRgmoiIiIiIiKgiBtMXJBsO5o4BOfvBBlzmuuh6Yd8gIiIiIrpcNySY1mDN53CM5VBCs+aYzy1o2Q/qcjLFbHoCL/t+gmY5mM/nwesiAY/AujZKNuDM57AyO3MzgVzQptl1rUM2Evs/8crrL9fWVfeNR52swUgd5xYMLd2/ZFmD5STLOLAyZS5PfcdXTIPlXPAcJ+C89QzOXn0eb7/6PN5++RmcJ1cmN3D26vM4ayXeA3D+hefw9qvPpcsSERERXdANCaZdTGaA1NjPXMTJ2JMAzCZwU+/Xx3OH6A4Llq5ZMFVg3FagKAqU1nDtgKd0XZTLG7aCfd+fAfAXbdEartMSMgxn+wLx4r6xnXW+OWQYB01g0gv6maKgPQIapp0IVjUc2CYkf4p+dC7ojQDTviHtIsNwTKhS9v2atZ7Bmfk4bn3mBTz29Au4/SJw9lJxkHz+uedwpgK3P/NF7KxzyBMRERGtcEOCacCdzABpF3eTb8r7aEjAbLIqyFhBlhdBuaxp0DQN8tLFmgxZjl7Zz7J8nFzoIq7KuujGqL0fUi6h/VzEw7DbxdCND3LP7WI0A9RmPPR7Om6j1R1iUcxzcTj2c34EvH40y4YuzTAe+9mPavQEzj97FztjdxEU7zhfx+03HsfDn3kiWxiIAmmdgTQRERFtxo0JpnF8Ch8qEteuwN1dSJghGUvLmgHHiVJ9HVhLo0IyjIGNgaHBcOawzQ46HRO2nU4V1ywbth2+BstpjYvUYlMFoMJcSvMORgvnS3mWy6OIxeuK0jXDFMuV2wXIhgUnkYaqGdaGUuBlaMl1zedwLC1d76WU1+W02ED5dl2cyD4MysznNnQJkHQ7rnumDcv7mEhb1NEPReos3g+vJdlItGlOPxTcz+XLKeNiWCET4sJTJ2o7vgSOZQDHpzOM210cZd7Puth2fQAPnwRw8mbivTeBbwPnux9IvBcIAunHsdNnIE1ERESbcXOCae8IUz89EqQ1VcA/xfHiDQu2qcMftYM0y/YUkp5MxYxJege7ozYUpYVWS4HSPkylirvdMJ1zxUhMOrV4hn6Y/hmneXsYBkNX6Yt27QC65GN6FF/9la0LANROE5NeVA5Q9QHSsaAFW5cwXaSYnqKjq4kCNdL20cQEvWib231MJRN2MoAbmFD9EdpRmd4EaO4vBfal21Wj4nW56CoKFKWNsQ/447APKQqUbqJniPSxCm1xsX4oUmfxfnjtaBbmtg5EbaEo6E32sJ/tZGX7ucJyInI4vaM4K0bGfkOCPz1ae+pHvhqPr9JjOeANu6jwW8F65DvZdwKnbwEfvoPz5HvNZ4JAevwl3HaSHxARERHV5+YE0/BwNPUBaW8x8rsnIXGhKsPoqMCsj26UZ+kN0Rv7UDs5IyX+FIeJtE14G7hSdCeYZUbTtaYKzEaVL0z96eEifdQ7msKHhN1Fznuw7f64Fy833PZ1qGY8SjWfz2HrmYmS4fzdxSZ4biZgu4tdCfBPj9NlusOlue3F21Wvi69LpI9VbItr1g+3R05bIJhbnju1fOV+rrCc8AZ98/kctilh1m8j+TtLlmbZ0DFGr/adXOPxVXosb6dz9S523gDO9U+kg2wiIiKiGt2gYDq8GJQa2JcRzpdOjqzFF5ipvznxl+daIxmEb1Jw47Q40NLQLB3NyucnJ2V7J0iHZuG2ZyZueycrArgSs344ShW+lkdFZRiWk0oNDdLdIy4mMz9MO3bgWEEK6tIPGqXbVa+Lr0ukj1Vri+vWD7dHsJ9Ft2H1fq6wHG+IVnRM9KeQCm4uJhsOTHWG/iJTJUy3T/5AJemwF8dQlekYdR5fZcdymTq3S9zO+Eu4/bNfxQ7u4uwLT2U/JiIiIqrFjQqmg4vBYGRF3m9A8qfIZqmm5o1WvjCsn3s4XvwAIBsdqP4YhwLX7dtLhuHY0KUpRlEasxKlu8fcbguK0ka/P8UUEnTTXkodva62rY+JuHn98Gp5bpBtkHdzMdlwYOs++u1uYqTYw7CV+YHKH8dp2kqybLl6ji+xY7lYjdvlfTf7TmD3ceDb38VO8r2TNwG8htv9Y0D91NKjsoiIiIjqcLOC6WiEranhbjD8lxhtOsapvzyqWvmCrm7eEaa+hMa+tqH5k1hsu7SXvqyX9zbxHJtwJG+UuGvxynV5cN0hht1WcJG95amj5UT62GW2RQU190NZ4HbYdZXJF+zn5D0U1lPXcgJBIA2M293U8bEZFz2+qhzLl+F3cOsNAHvJO3c/AXwY2Dn9ncR7Cc6XcXsGnJvPMN2biIiIanfDgunoEVkddJbSVIMbLammheRNbWXNgGVUu8RMWqSWa+HjibIFSgX1knSz9IZP668rWscgvqOvbGCQnetciyj4iOehy5qVWZcGwzIS7RDciCl1s7it5eHEz3umefBZeR/bTFsU942iOkfE+2EZzZrDtu2cO4TH6iqzWnRjNRNWojFkzUC1w11kOdn+HHw+0NM/SsSBdGvDc9Gz9Vn3+BI5liNBv4umy9zdyKPa3sTOi8c417XFc6XPW5/A2ZNv4dbXknf4Ttv5OaZ7ExER0WbcuGAa7gQzSVp6JFbwWRft/imagzgFd9AEJkfZghWEN49qmOHjida58HcnmAHlN3y6yLrcLtrh387nc8wHuxhVStcU5WHY62OWmBc5aJ6il1qXi6MJEu1go+GP0V7MH61X+jFlEnQ7WO+q+axl3MMxZkjM+0y2g0gf20RblPSNwjovCgn2Q0HZueN56iqTy+1CaY+BTpx2P2ieoPLhXrqcqD/Hj6KyzQb8cRutxY7UcKBLqf4Xv5bnDXvDVuLO/1XVdXyJHMuB6BFtZjgn2rTt5ceLXXi7wpHm8Vt4+NLzePvV53H2WZFnSDPdm4iIiDZj586dO5Wz3+7du4f79++n3nvw4EHq/1SFBmtuAn2l8O6/dZMNB3ZjusZFNtVtO9riavohEREREdF1dPNGpq+hy7nhUyb1Uw5Gyi46N5bWsZ1tcTn9kIiIiIjoZmAwfZU0K0gJ1YFxb9Mjki6OJrvoRKmfdgcY9zfwjFsqt2Vtcan9kIiIiIjoZmCaNxEREREREVFFHJkmIiIiIiIiqojBNBEREREREVFFDKYvwXue/VX85V/+ebwn+wERERERERFdSzcmmH7Ps7+Kv/yVX8Kd7AeX5ad/afX633gFv/tPTvCH2feviGbFz8OdOwYKn7asWbnPwa1TpfpcMVmz4CzqamHNR1XHZCNYXt52yxosJ3pWsAMrs7LF87NTL2etOols12WW2Ta113lVu8sajNTxYMFY3PZ9WdGxI1LnbStDREREdJ3cmGB6m/3hf/uL+NaXvpJ9+2poFkwVGLcVKIoCZa3nGsswnDmcOq6Ga6nPJZENDEwJ034biqKgPQJ0e73gNSDDGOiQsm8DwTOfbRPStI+2okBRepjgYHld/jj8PHq1UPmm4CLbdZllhNXYD4vUWmcUtLsM46AJTHqL9myPgIZpw8r7Navo2BGp87aVISIiIrpmGExvlIz37EWv7GdXycdJ1YBrowrqI8uL0TZZ06BpGuQrugDXDnRIsxGGblBZzz3E2JfQ2F+zQtoBdL+P/iz7AaBZJlR/jN7QDQMkD+6wWz1QFiCyXZdZZtvUXueV7e5h2O0u1gMAntvFaAaozbxoGiuPHZE6b1sZIiIiouvmkQum3/PsL+Hpr3wTf/kr38Rf/sqv4qPPZi/mZNxJlfkmnv6FTy/Nd04t55d/CXeezBQAcOcX/j7+wi+Gr89l50x/Gh/9yjfx0Z/+ND76y0X1yVnXswUp5SssUoJNFYAKc1VqqJFOxdRSPwJosOZzzOc2dAmQdDtOMc0dOltNrD4yjIGNgaHBcOawzQ46HRO2nU47T9V5KR06qLPjhGUcC8aifJWRMRl7EuCfHife83A09SE19uM6a9bycvPegwbLlDA+dJNvhsJ1TY9qGKWXoaX2zxyOpaX2cfl2XWYZEeL9sLhviBCsc14b571X2O5iyo8dkTpvWxkiIiKi6+eRCqbf8+yv4i98+sP43Z//Sdz/9E/i/s+/gnd9+u/j6WQA+9P/Ht6PCV7/dFTmb+J3P/hf4C/8wqdXL+fzp/jQp/+deBmh7/6t4PN/+hU/+9HC+55p4nufj8oB7/v0/xVPJgPYn/4loXWV8YatIBW0PwMwQz9KC06khsqGA1uXMI3SRnun6OhqYikuuooCRWlj7AP+OEjZVBQFSrdacCBSn4ikd7A7akNRWmi1FCjtQ0RrW6pzewpJt5dTf6eHaCl9zCQV+u4ELaWNsS9BPxD9EeAudiXAP/HieeR5UYDbRXsM6IuAX4NlqvDHvdSosmaZkDLvxaJ13U3NmXaMnLpKOuxFMOXAylZK20cTE/Si/dvuYyqZsBdBp8h2XWYZEWL9ULhvFBKscy3tvkwOU7lnk3i7yo8dkTpvWxkiIiKi6+cRCqZl3PkpCT/4yv8Bb5yEb538Il7/io93/9S/F48ah/ObFzcLO/kK3vjyrwE/1QxHglcvZx0/+Cf/Fb4bLucP//Er+AEkvHsxmVLGk8/8O7Wtq5iM/YaUvvj3huiNN7GuivwpDhOpr/AW4f/KOmdHvPwTD8AxTheb4+HkQpsmYfGbh7SLu4lPvGEPY1+FaRkwHBPqrI9WOqKCqc4wKomo1E4Tk14cCEI304HgyRTjcA6qoihoj3yo2fm17hDdRao4AM/FMMgbXnFTudXbFbvMMusS7xvVrK5zXe2+uDnZfA7blDDrt1Hxt6qM1XWObVsZIiIiou33CAXT/xbe/SHgj95IX8j+4RvfBj60m0jBlvHkL/xqKs37L3eTI8EFy1lDajknJ/ij5Ic1r6tYYvQowbtYxFmL1enOBXUuuEhPpZtKe9UDK7ebvtGXf4pkAivgYdjqY6bq0KUZ+qlIKBixnPW7i9H1VfzpIRa/IeQEgp47XJpf258BaieTKm85qTTvID04R+l2XXKZC1mvbxQqrXM97Q5viFb0A0l/CsmsOpqeUFrnLSxDREREdE08QsG0CBlP/vLfxwc/+Ap+O0qr/vRP4r71a9mC9MgJRrWlPcGgRmsiCFklpP4kfF/tOHCc4GWqACQdA8dJjSpnA0GgfCTv+DQZLMowHBu6NMUoSnVepAcv/kJguy6zzLapWOca2j3Jc5d/RCknUudtK0NERER0/TxCwfT/gB/8NvCuJ9MXdO958sPAb5+Gad3BSPDvfvkXF6nXizILBcup3WWuK/+CV95bfoDP9iioc+0jXkFauLSbDGXDVOKlkfNovmw7M48WwPEh+v0++qMRRuFr7APwZ5iORjg8BgAXk9nydgHlI3l3d5PbHozOzkbDeIR7qU1Ftusyy9Slrr5Rpc4Xbfe6iNR528oQERERXT+PUDDt4bv/xMe7kzf42vt5fOTTEn7wT/6bMJgOgtf3fTy+8/Z7fvqX8JFPp4OPN778a7nLWeUP//Er+MGHPok7Px0+JitbYKXEun46DApK1rU+D8PRDJI+iO8+LBsY6HnrCi+OK42WbUJ4R+CcOm/iIt09HMNXOzDCuyfJ2gF0ycf0KLkmOTVfdjGPNrrTsufBdd3UK8ikP8WR6y6mg7uTGST9IL5R09J2aTAsI3UjJ1mz0FGD4DkoEwSUajNO+5Y1a6lNRbbrMsuIK+qH9fUNsTrX0e55bbq5Om9bGSIiIqLr5oYF0/8O7ibnOkePtgrv1v2HX/r38U+/8m287xfDz37xk/ijr/yHePVL0QWdhzc+/zfxux98Fn8h/NuPfPwUr2fTvP/b/zS9nM/t4re/UpAKfvKLeP0r38b7uuFjshJ3Bi8Vrav79+N1ZetTF7eL9thHww7n1g52MRovPQwXCC+OZ0jcSXpVnuqGecNWus52A/64nb7xU128IXp9Hw0zeBST3QHG7cT8TwCaZWfmy4bzaCUdgyrzXt0u2n2gs3K7XBxNdtEZxHOh7Q4wTd2sysOwF6w7aqdB8xS97AOOBbbrUstUUNQPa+sbAnWup91dHE2A5iB89NV8DtvcXJ23rgwRERHRNbNz586d8+ybZe7du4f79++n3nvw4EHq/7Q573n2V/EXfuoV/NP/3S/Gdx0nIiIiIiKiS3PDRqZvok/jyV/4edxZpJR/Gn8ulZpOREREREREl43B9Nb7Cr77jV186HNRavpnga/8Tby+SE0nIiIiIiKiy8Y0byIiIiIiIqKKODJNREREREREVBGDaSIiIiIiIqKKGExfgvPPPYe3X26gcj49ERERERERbaXLmTMtN3D2AnDrZ6fYaTVw9tnw31XLFDj/3HM409/C7ae/LPw3tWo9g7dN5K7/vNXAw73v4vbnX8t8cjXOv/AcztTHg/+88eu4XbSfC7arLpXqc5Vaz+Bt82723cDsq3js514L+2G4LQk74y/h9uffxPkXnseZmv00IVyOiLJ1UUVyA2cvfQzneX1QfgpnL3wK508CwFvYGbtL+/i89QwemneDH83eOMbt57+Mncx9Aq9jGSIiIiLKdykj0+c/8xGcf/u72AFwvhf/u2qZ62rHmW5NII3WMzhTgdufeQGPPf0CHssGDUKewPnLz+Psc09kP6iulvpcpmPcfjqsa/IVBsA7n/9i8P/+MYC3FtsVBV47P5f4m8/8OnYSZZLLEVG2rpuvxn6IJ3D+wsdWZI88hbOXPgW88tWw7V3cwidwLieKyA08NB/Hrf6XgjZ4ETh76bnrX4aIiIiIVrqUYBq7j2Pn9HcAPAF88nHsTHICBpEy184TOJejV/azq/QWsFWjTwX1kZ9YBDjnraeC11btS7oRWp/A2be/ituz7AfA+Rc+hfM3fh23Pv9a+EPPm9j5fHoE9/yvfwzns29gxwl/NHG+jttvPI6HPxMH+texDBERERGttrlgWm7g7OXngpcKnOsazl7WcPYkcG4+h7OXn8G5SJnsci/o/HPP4OzV5/H2q8/j7VefyxnVeiJT5nmcfeGppXqkyrz8DM73MgUAnH/hWZy9FL5eyM6Zfgpnrz6Ps9ZTOHu5qD456/rcM3j71Wr75vxzzwV/b94FcDexvHS9ltaV2q6gzm+/+mzQRvqzi3309heeShYsJVafJ3D+wrN4+LmnghFI8+N4+NlP4eyl9LYXt2m4n18Oy4T7Lyh/00fhRLd9zT6f0w/PW43S/lyurD719cPAUzgzH8ftX8n7Ae8J4MPAziu/VZAxEZY5/Z3Ee28Cr7yF80/+eFjv61iGiIiIiIpsLpj2fgu3XvwGbr3yVpAa2/8Gbr0SzsvrfwO3Xvy6WJkaRXNMb0VptZ95HdCfTV/wt34cD/Et3Fqk4n4Vtz78KZwlLtKXlvP89/BQX55LG6X03h6/lf1o4fyzH8Wt56NywQ8KqQCv9YzQusqkU4ITqcqJtOry7Xot/Lsv4fYbwdzcx9ZIT4ZgfSLn+sfx8MUv4bGnv4jbP/sCHvvM11fXOa9NAeCVr+P201/FzpN3cbb7Ldx++ku4/cbjOPvr6wRf10zZtgv0eaF+2HoGZ+bHgBfDfhG1RStdrFRpferrh0Aw8oyxu2Ku8Afw8EkAJx/I/EiQ7DdRmTeDefWvPpPzI811LENERERERTYXTONN7DivAXgcmH0r/DeAbwf/3nHexI5QmbqE6ePJi2ZvilvjzEhMOL95sV7vNey8eAyoH41HdFYsZx07r3x9sZydr72OHTyOhx+JPn0C55+9W9u6itW7XbV643XcClNRAQBe9O/VdV4aXTt5E8Dv4NYb0RtvAt9OFhCVGEVfvLZ8hLts2wX6fHk/DMpg9lXcjtoqaovPZrMySpTWp0atZ3CmHuNWyTzz5I9ewY8En1r+wWYhcVO4J9+f/CDhOpYhIiIioqTNBdPhXOFoLvS5HAY+0b9Fy9QmMRKTsHPyVubi8Yng7tLJYCl1B+eC5awjuRzvu8lP6l9XoctcVzWrU2wL6lwQEKRSWz98p2KAlncDsi+uGNXcPvnbXkefD8qk04bL2yJfWX3q8hTOzLvY6ZffqT75o9fKH2wAwPlyuj+88b1MgWtahoiIiIiWbCyYXswVVoM5jWcvxfMbz17ScC4/JVAmu9RNewLnLz+Lsw+/HqezPh2lIhPdRPX2+dT85bWC4HrrU6gVjHSffza8b0N47wY8+TE8fPm5dHp65ocEIDmCG4767xX9AHgdyxARERFRkY0F07efjh79E47k9Y+DZwgvRvLCeY+FZbJLvYj8i8fzvccTIzHh6NqL09S6z/eSz/ItWE7tbuq66lJQZ46uCaqrzwdldvrZUfsX8FilZ5SL1Kcmr38dt/tfxe0XvxHcu+HFb+D2G8E9G269+A3ceh0AXsOt2fK2A8kR3CBt/nz3A4kPwyybRVbFdSxTnUhGUV1liIiIiK7axoJpIHx29Oxb2IkuhnOeHS1Sph7hnWqTN/iSG3ioJy8eg4DgvBnP8TxvPYOHevJC/k3svHicu5xVdr72Onae/AjQCh+TlS2wUmJdrfDismRd66uyXeGFeF6a66USaVMqVrHPr+yHYRkzfSOr81Yjc7OuMiL1iVywH3rBPRuSr2Au+fcA57VFML8zOca5nniudE4f2/mVX8eO+vHF/jlvfQJnT76FW1+LR7SvY5kqzr/wPM5eerbwjup1lSEiIiLaBhsNpoWeHS1SRljezaGeX9woaOfzX8Tt8Vt4+FL42UsfAcZfwu3FzYfexM7zX8XOhz+2WM7D5vdwK5ti6nw5vZwX3o9b44I01HCO5UMzTGWvcpEYrcsM02dfeP9yfepSYbt2fuXXsYN4P13VhW95m16u9CO/HsdZWK/VN6taXz3rqtjni/qh82Xc7n8PD1+Ij72HTeDW16oc04L1CV1KP3S+jNt9FPcxb4pb/Xj/nH0WuP2ZTHbNdSyzhuy8+Tx1lSEiIiK6Sjt37typPKhz79493L9/P/XegwcPUv+nzTn/3HM4++TruJ3zGCmiy8J+SERERESPss2OTFMNnsL5FxqJFNOnllJMiTaP/ZCIiIiIKIkj09fAeesZPPzsXZw/CQBvYWf8DdxKPoeX6BKwHxIRERERxRhMExEREREREVXENG8iIiIiIiKiihhMExEREREREVXEYLqAbDiYOwYSj80lura2rT9vW33o4m5qm97U7SIiIqKLuRnBtGzAmc9hadm3L3gBdDLFbHqCCz52tRay4WCe3cBaabDmc8xzXxbiNcvQLCf+zLFg5Oxg2bDgLP7egZVbSIPllJS5sGC7Nrrrrou1+/OG9uHa9REkazCyfVXbRB9bQbMyx05g88fyZqSP+xXn1U236VW5qdtFREREF3IzgukN8dwhukM3+/Y1JsNw5nByg1YXXUWBknq1MfYBzCaI9oJm2TBVH/12UKY9OkXDdlIBtWw4sHVgGpZR2lNIup0JxjRYtglp2kdbUaAoPUxwkBuYUz22rT9vtj4yjIMmMOkt+nN7BDTMbD8kIZoFUwXG0THdGuYGlptt07oVnQ/Trtd2ERER0WVhMJ1LhixHr+xnjxB5Hw3Jx/hwEUqjqQL++BBueCXtuUP0xoB+EEUoMvYbEjCbYBhdbXtDjGaA2oyjGM0yofpj9IZueFHuwR1247+hGm1bf66pPrK8GB2VNQ2apiWW52HY7WIYdVQAnttd6odUhY+TlcdnTW0qorDd63aJ20VERETXzqMVTMsaLKc87VOzbNh2+Bpk0xmjlNfyFOVUqrNjQTPy0z4vJqiP44TrciwYi/VGI8ZRCrcNXQIk3Y73QcEwnXagQ/KnOMpcQPt5V9TSXn7aZy4ZexLgT49yR7diMrRUuvgcjqVVWE/CXll7la1LtN0veTlG2XLK+nMFhfvwsusjwxjYGBgaDGcO2+yg0zFh23UfX+LnjaXjfS9bokaykdjP2b4RFSmaaiHWD2Uj3G5TBaDCXGxfut1E2nRp/6TOh3lTCfLeE2l3sWNH5HxYebuW9qHYfiYiIqLr6REKpmUYAxOqPwrTihUovQnQ3F+6+Ha7YVro2M98ElM7TUx6UTlA1QfpFGXNgq1Lcapz7xQdXU0UqMYb9tDuFqQZTg/RUvqYSSr03QlaShtjXwpHjKMU7iBt2x+341TulcsMR6FzAl5pr+hC0MMwGP5b7A9ZM9BRkyPcd7ErAf7J3dQFpmNkWkLbRxMT9KK6tvuYSibsgh8AVlH1Dk7D9orSzlPpnYLrKm/3S15O2XYJ9mcRIusSKVNXfQBA0jvYHbWhKC20WgqU9uFiSkKWHKYqzyarSuQRO28EUxvEjvfSY7mMZmFu68AoPo57kz3sJyq0VJ8VbVHWD71hK/j7/gzADP1oH2TSvEvbtObzYWG7lx474ufDsu2qaz8TERHR9fQIBdNhAHd6HF8Eei6G3eHKi+8i/jSR6nw0hQ8Ju3ejT2UYHRX+uJdKde6tuCAT4y0FtUnBaPExTher8HBygdXJRgcqZhil8q5dTGaApB8gGpiTNQMDXQKkXSw23+2iPQYadhAo22YDfj+xL0LJC0ylPQV0M30RGs5TTLVXGKhXDafz2kJq7McjTYLrKm73K1hO2XbVSGRdImVq5U9xmEjlhpfpZOHNCYN+KGHWb6NaHCty3gimNuRte77iY7lYcG7BrI9uKoV9iHhK7+r6ZNuitB/WYgPnw6J2Fzx2Lm7b9jMRERFdtkcomHYxmflhSp8DxwpSNde9yE+lOnsnSF8WRiOv6Utm7yLRbQX+6XH8n0rp15F43nM27nC7bfRnEswwUB40gdHYB/xTRGvVLAd24xSjxWjNCDCXR2uSF5j5F6EyDMtJpWsG6aZpmpX4fL6cgopse0VtkfwBQHBdxe2Oq11O7naJqWcfipURIVIfID9zIsUbohWOOrb7U0g5/bB4XSLnjcs83oN1FY+uF9SnqL1y+2EdCuqzpuJ2Fzt2Lq5gu65kPxMREdFle4SCacDttqAobfT7U0whQTftpbRZQnjjsVUX7F64H4MApdUdArtS4nMNTVXCbDRMBMouDpcC5eWLUACJi1AZhmNDl6ZxUL5IN02LUjEXrxV3Gl5NfF3Ftm054i6+D+u1ifoEN8tb7odl6+J54zq5/GOHiIiIHl03I5iu9Eu/B9cdYthtBfPgak/9wyLdOju3WN5LBp3bK7jx2BiLKc6FVs+tXrIIlMN08by514sR7nAELhmUX2AfZtcl70kbWNflL6d4u+olsi6RMtdT0XnjMo/3YF3FdyQvqM+VtEVBfYrIeygpkUP82Lm4gu26kv1MREREl+1mBNNhcKZ2EumZsoYDXUoEeRoMy1jM9V2kMhdc9HhHU/hSA/ta+GiUbIGVgptwSfogvuuvHM4tvlLBPOrsyFxaSXCsGbAWO1EOHnGVmlsdt0VcLGiLZNq4O5ml5l5H+ydebxQ0xG0qa9ba+1BK3vAnXNdsFI1A1rWuy19O3natarv1+3Mgb13xPlxdZlP1KZY93uP5/avqky+7nLzzRuJ4z2x7/aIb/JmJ4zDYtvj+fR6Opn5ufapte3X5bSpyPgz7/OIcLkM7aKwRTIsfO2Lnw8Cq7bqq/UxERETb4YYE0+FcXr8BO5ojZ3eAcRutRJB3NAGag2genY2GP0a7KH00nMfbMMNHo1RJ7XS7aId/O5/PMR/sYrQFqYbu4Rgz6PF+ymxTcOMxH9Ps87Ai7hEmzcFiH3YwRr/dTc2tjtoimlc9tzuQZv30HYzdLtp9oLMo04Cfai8Pw14fMymu66B5it6a+3A2HmE3avtwXXF16lrX5S8nb7vifZhxkf68Yl3Zm3nlldlUfYpFx3v8SCvbLKlPLsHzRnS8R/15sIvReLm9auF2obTHQCd+pNOgeYKjRFt4w2AEfVGfsraoy6o2LT0fehj2Eucm5wB7hyNU34Pixw4EzocLK7bryvYzERERbYWdO3funGffLHPv3j3cv38/9d6DBw9S/6dlsuHAbkyXL8SJKtNgzU2grywFtFdj2+pD247nQyIiIrrubszI9PbJpIcupZ0TET0qeD4kIiKim4fB9Ma4OJrsorNIee0A4z56TP8jokcOz4dERER08zDNm4iIiIiIiKgijkwTERERERERVcRgmoiIiIiIiKgiBtMXJBsO5k7i+dZEVJttO762rT50vbD/EBER3Sw3IpjWrOgZsCteq54dWoeTKWbTk624I61sOELbqlnxs3dLL+w0C/O5hfKlXgUNVratF69kneXMNlswcjZaNiw4i793YOUW0mA5JWUuLNgugaa8+dY+vja0D9eujyBZg5Htq4tbYF+CFce76LlFxE07/1TaLZvuP0RERHSpbkQw7XYVKEr4ao/hw8e4nXhvgw++9dwhusPNLb92mgVTRbx/1nrGqwzDmcPZSCCZVbQuF92ojRevNsY+gNkEUatolg1T9dEPt7k9OkXDdlIBtWw4sHVgGu2X9hSSbmculDVYtglp2kdbUaAoPUxwkBuYUz227fjabH1kGAdNYNJb9Of2CGiY2X54jV2780+9Ntt/iIiI6LLdiGC6EllejITImgZN0yCvdU0mQ5ajV/azbefjpPoV7PUg76Mh+RgfLkJpNFXAHx/CDbfZc4fojQH9IIpQZOw3JGA2weJJPd4QoxmgNuMoRrNMqP4YvaEbBgAe3GE3/huq0bYdXzXVp/D842HY7WIYdVQAnttd6ofX3w0+/6xUU/8hIiKirfKIBdMyjIGNgaHBcOawzQ46HRO2HaURBiMey+mMyyMhmmXDtsPXIJuqGKX/lacEp1KLHQuasZm0RtkIUytNFYAKc0Wa5VJ99hIfLtKqbegSIOl2nK65tM+KBMtxnHBdjgVjsd5oxHi9dWkHOiR/iqPMxbqfd/Uu7RWnmKbI2JMAf3pUMpImQ0uli8/hWFqF9STslfWfsnWJ9sNLXo5Rtpyy46uCwn142fUpO//USNZgOeXp4sXHe3226/wjsn/yUrjz3ivrY4Hi/iNyPoTA8RWWyu7DnO8UWTPglNSZiIiIyj1iwXRA0jvYHbWhKC20WgqU9mGYEuxhGAwDpS9utQPoko9pIkKLUsvbYz9ZMkXtNDHpReUAVR+kU4I1C7YuxanFvVN0dDVRoBpv2EN7RUq7N2wF6+jPAMzQj9KiE2mWQapzUX2itOogldoft+P06hXrLTQ9REvpYyap0HcnaCltjH0pHDFeZ13hKHROwCvtFV0sxu0etY+sGeioyRHuu9iVAP/kburC2TEyV9baPpqYoBfVtd3HVDJhL12Bl1P1Dk7D/hOlnadSWwXXVd4PL3k5ZdsleHyJEFmXSJm66oPC888yOUyLnk1WlcgjwxiYUP1ROB1BgdKbAM39dEBVerzHis4tIrbr/CO2f0TV1n8Kz4eCx5fId4pmwTZ1+KNw/+VOaSEiIiIRj2QwDX+Kw0QqJbzEv90JZlCRzKrUmiowG1VO5/WnidTioyl8SNi9G30qw+io8Me9VGpxr+hiq5S3FESKC1Kd661PsWC0+Bini1V4OLnA6mSjAxUzjFIN5WIyAyT9ANHAk6wZGOgSIO1i0RxuF+0x0LCDQNk2G/D7iX0RSgaUSnsK6Gb6wjmcE7n4M8/N/4FGQF5bSI39eCRKcF3F/fAKllO2XTUSWZdImVoVnX8AQDYWI4u2KWHWb6NSrBj98HN6nG6L7jARtFc93i9ybhFRtT4XIbJ/xOXVeZ3+U3o+LD2+RL5TgjKY9dFdHMxBGbWTHTEnIiKiMo9kMJ03chkLgq/4wiIY7aw2MhRIpRZ7J0hfFkYjnemaeBeJJi+k3vos3WG95K69/ulx/J9K6deReN5ztqXcbhv9mQQzDJQHTWA09gH/FNFaNcuB3TjFaHEDshFgLo8wJQPK/AtnGYblpFIxg9TWNJH9k9sWyR8ABNdV3A9xtcvJ3S4x9exDsTIiROqD0vNP0K9a4ehjuz+FlNMPi9flYjLzwzRoB44VpDCnl1Dv8X5xl1kfkf0jLrfOa/SfpPzzYdnxJbIP4x8SkuqoMxER0aPokQymy7iHY/hSA/tyONrpj7HI9iUhqTusK+vetbcCeR9BLJ3XUB7cbphmqihodYfArpT4XENTlTAbDROBsovDpUB5+UIVQOIiVIbh2NClaRyUK1Fqa9rF94/4uopt23LEXXwf1msT9QlulrfcD8vWFfT3Nvr9KaaQoJv2Urr9o+z67Z96j6/UfPOloJyIiIhEMZjO4x1h6kto7GtB6mHZSNJagnS+7FxeeS8Z5F2mbatPNcGNx0R/9Fg9t3rJIlAO08Xz5l4vRriDUZ9UUH6BfZhdl7wnbWBdl7+c4u2ql8i6RMpcTx5cd4hhtxXM1U2l22/b8X4V9SnaPznkPeTVJrfOtfcfkeNLZB8GZWb9zI8xigJF6S5l9RAREVExBtO5ghtSSbq5dOOxLO9oGoxia+FjT7IFVorWMYjvIiuHc3mvRKI+0UasrE8wly87WrYZIusqCY41A9biTr1y8Iir1NzqOLU/LqbhQE+njbuTWWrudbR/4vUGF6pqM065lTVrxT4sl9cWs1E0AlnXui5/OXnbtart1j++Annrivfh6jKbqk8xDYaV6IOI5/evqk++7HLCKRCpAK/K8X4ZqtRH5JxQRGT/hP15Md1HhnbQyA+mc+qc7WOR9fuPyPEl8p0SlFFNa6mfWdmbKRIREVEpBtOruBPMgPIbj4XzZhtm+NiTKqmCbhft8G/n8znmg12M1kzbq0VUn3Bu8Xywi9E4vz7u4Rgz6LCjNMEq211R2bqCG48V/OjhHmHSHIQpjTY6GKPfTo/CuN02+n5jMa96bncgzfrpOxi7XbT7QGdRpgF/3EYrvtsPhr0+ZlJc10HzFL0123Q2HmF3kF5XXJ261nX5y8nbrngfZlzk+FqxruzNvPLKbKo+xVwcTYDmIH5kk22W1CdXtJxwm+Y2Gv4Y7WzaeYXj/VJUqE/ZOaGYyP7xMOwl1uEcYO9wFHwnZOT1n2wfW1i7/wgeXyLfKW4X7f5pYvuD+0hMjlZVmoiIiFbZuXPnznn2zTL37t3D/fv3U+89ePAg9f/rT4M1N4G+svrCaANkw4HdmC5f+BJde1dzTK22bfUhqh+/U4iIiDaHI9MrXM6NxzLphmFqcbWUTiIiIvA7hYiI6JIxmM7SrCC9UgfGvU3/ku/iaLKLziJFsAOM++hVSukkIiICv1OIiIguGdO8iYiIiIiIiCriyDQRERERERFRRQymiYiIiIiIiCpiMH3DyIaDuRM/i3STLnNdRLQ523Ysb1t9tg33DxFdlW07/2xbfejRw2A6STbgRM8tnc8xnzuwDO16HaAnU8ymJxu+cVroMtd1WcIb0C2dmJf6RtQ/EqUWZSwknx4rG+Fzg5PPlJU1WM6K5WRFy83WSZCsWXHdHQtFq9ocDdZ8DmfFyoN9lN5vmxfUSfhRvzfZ2sfyhvbh2vURJGswrPh53nPHgrG4BfYFadbm+/Km9w9tXvRdE71qP4iuSnBOSH9XRq/kcSFDyx6DOYegbCS+v1Z9V1b5Pl3bhs5119Ha558N7cO16yNok98XIi7jO4UuhMF0jllfgaIoUNojnDZM2GsGMVfBc4foDi/yPC8ZhrM66Em6+Lq2j9ZUAd+HLzWwn7MLFn1DUdDuTyHpds6+UtFcnPVk7Dek9MfQYNkmpGkfbUWBovQwwUHuhQQgwxjoyC5BmGbBNiVM22GdR4BuOyvWtUnHOPUBafdu9oOYf4rj7HuFxPsqFdu2Y3mz9ZFhHDSBSS8+lkdAw7Trv8jbkM3unyp4DK7N7S76X3+W/XDbFbW7i264XfGrjbEPYDZB1Gs1y4ap+ugvvptO0ch8N8mGA1vH4vtLaQffuenjtMr3KdVhe84/gc3W5/p/X9DmMZgu4rkYtvqYSToOrvKgkeVFMC9rGjRNg7z0RSFDlqNX9rO6Xea6LpOMPQnwpyP4kFAU9yE8gffGPqTGfurHltlsBjWKpuV9NDDDzI8/1ywTqj9Gb+iGv6R6cIdd5D69RjuA7vfXvNiSYXRU+OPeYtmee4ixL6GR90vBRnk4SeyDrLu7EuAnflkW6vN0cdt2LNdUn8L+42HY7WLoxgec53YxmiE+bi+ZvGJjl9+vaf9cpsK22D7L+zyw6v1C12zbN0beR0PyMT5chNJoqoA/PkR0GAbfp4C+uNgKf4ieTeLvRm+4dJxW+j6lC9q2809N9Sk8Trfv+4K2D4PpUi4mOQeNrBlwitKKZA2WI5AWIhuJ9KQ5HCubVi7DGNgYGBoMZw7b7KDTMWHb6ZQPzbJh2+FrkB1JD1NrjKJUqCg1y4YuAZJux3XP/PxWvK5AcWpWlOpTVJ9Ybpr0JoRf+NOj/DYXNplgpjahAZD3G8B0gtPFh1HAfiSQkqTBMqXEBUhVdxHEqMk1BUFtPEIs0jcCxX2+vE2PT31A2gv6S5jiGDRpuE9Oo3Hpsj4v3leF7K2uc0CGlurP2eO0fNsDl7wcgTYVOZaFFO7Dy65PWf+pV+pc51jQ9rIlyo+dAztnlEOzYNsHFc7zodLvlLL6iBA9BsXaQqQ+ImVElH03ibZFeX3Etr1c2fEejBIvn/uKRo/zBG3qOOG6HAvGYr3RiLFou6dpBzokf4qjzJde+rspFH1HCBH9Pi3bhxUUnusgsK6az/N1LefSzs9l+/Cy61PXcSpAMC4Q+U6h7cJgWkAqCED4xWrq8EftFalHMoyBCdUfhWlHCpTeBGjupw9OzcLc1oFoOYqC3mQP+zlHsKR3sDtqQ1FaaLUUKO3DRboUALjdMP1kvHr4T9U7OO2l06XiL9ooNStIx/LHcZ2UbjqYK1tXkJoVpxYvryugdpqYhPVpjwFVH1xpapa831h84btBNF18MpUNDHQp54vcxWSmoqlp2G8A06Nk8nIU4N5NfVE4xvKaNMuElBhVrkzey00PX+rPpX1DpM8HitrUC6J43AUg7wU1S/5gkb2wWt3nxfuqiPJt30cTE/SidbT7mEom7MzGF207cAXLKdsugWNZlMi6RMrUVR8U9p9lsmbBVIHZZFWJfEvnut4pOrqaLlR67OT/eKc11VRaLET2j8h3Sml9RFQ7BgvbQqQ+ImUELLXXUj8UbIsK9SncdhGlx7uHYTBMlrm+OIAu+ZhmI9gy00O0lD5mkgp9d4KW0sbYl8IR42rtHghHoZe+JwFpr+gLP96uqHlkzUBHTY5wC36flu5DcaXnMcF11Xaer2s5Zdslcv4RJLIukTJ11QcVj9P1vi/E4oKlc1TedwptHQbTlQWps5j10V3kJwXpvmon+mUsPMGfHsdfHp6LYXeYODhzlhOmOuVO/fCnOEyUg5f9WiqXTPeN6pxNUb64IDVLZF3+NJHidTRdmVrtDVtot9sFX9Z1CFPKolTj41P4qbnPAdWMf92d2w34/TZaOdGuO5lB7XTQwPKv8ch8ASrtKaCbS8Grqc4wyln2JhS3V05fXerzgcI2PT5F8JUX7OvZeAxf2oOMu9iVfCwGpiM19HkRxdsOIJyPtVi75+ZevBZuO65gOWXbVSORdYmUqVVZ/0ncVNA2Jcz6bVQ7xaw+1yXLiBw7yz/eBQFI5Yu17LqQ/U7JKZNTn9qtbAuR+oiUEbG6vZL9sLwtKtZn5bYLEjne3Qlmme+r4AeAUeUfY4MfNYN7XASKp+iUkY0OVGS/y4IfLST9ANHAnKwFP05HP7gGxbpoj4GGHR2nDfj95R+YS79PRfahoLL+I7qu2s7zdS2nbLtqJLIukTK1KjtOL/x9IRYXrDpH0XZjMF1ZfEAkJUfdgi8KH5JuB7+SWkEqR/okECxH9GIp71fdqrIjf+k61yUvtTh/Xaky3kkYaOXzsie2usn7CKZnhe3hHWHqL49QxDcga6M/k6Ca6dS/BXeCmSQBK9ot+QW4/EWhwTJVzPrdlb+M1q24vUT6fKCwTb0T+JCwJ9/FrjTDZHgCX9rF3RUj6HX0eRHF247g4tlyUmlyc3P5l+LCbQeudjm521UfkXWJlBGhWYntnq++y31p//GGaIUjBO3+FJK5PPJRrOBctyB47GSDIa0JFTMIfj2ERL5TBOtTs9VtIVIfkTIiCtqrUltUq8/qbRclcryHI+qLYD77A8B6UttYKf06Es97ztbE7QbfoWYYKA+awGjsp25EqVkO7MYpRotMghGQc5wWf59CcB+KnVtK+4/gujZynq9rObnbJaaefShWRoRIfSBynAp8XxSvSzwuyN122moMpgUs3RwJmblCOScnt9sKAq7+FFNI0E17Ka2Gtoe834CUGnkO5oRlf72NeXC7fcygopN7AR6kw+WNWiPniwJA/EWhNaECUDsOHCd4mSoAScfAcXJTCXPlfrHm92cRZX2+3DFOfQm7+3uQ/FMch//f29+FBB95u+TqyTAcG7o0jS/oFAVK5TvCbdtyrq8otW/xag0r9+WsVTcTrEv5sZMOhpbSimtWXp/LJVIfkTL1EGuLy6mP+PHuHo4XT6GQjQ5Uf4y1b7dRl+yP1CleeJ0UbFOrOwR2kz+ramiqEmajYSJQdnGYc5wWfp9W2YcXPreIr6vYti1H3MX3Yb02UZ9V3xdl62JccHMxmC6V/YU3SH9KPiIpfmVHEj247hDDbiuY05EKzILlZEc+Nyk7P0kO7vpU8XFEZcJHINW5LlmDYVmLdLBNCALMcTyXZfGFI2H1tK7wi11fMTqdK0xvy1totH+OD9Hv99EfjTAKX2MfgD/DdDTCofBOzGuL7M2+Atn6pNurSp8vEt78rNGA5J/Ag4ejKdBoXKBv1KB428PRvuQFXVSmkstfTvF21UtkXSJlrpe84yvbFuLHThwMZb9zRIl8p4jX53KI1EekjIiC9sr0w+K2qKs+IsSP9yCbSkJjXwtSRctG2i5BcOMx0aB+9dzqJYtAWeD7tMo+FJBdF78vqhNZl0iZ66k8LsjddtpqDKaLyBoMJ3jsQvxlENwUQzXTwZ2sGbAWN73QYFhG4vNoPm7yRBDdXMOElViQrBnI3jujCu9oGlwEaOHjAhKfSckbU6y8eVYU8JSP0OSvy8PR1BdclxjtwISuqjA39nyyFV/i7gQzFD9GKpijtGp0Op87maXmii3tH8+D67qpV5Dlc4oj112ayrNa0MeSbSGvuClNcXuJ9Hkxx6c+JElaXJx6J8H/1xkpr9JXi+Rt+2wU/aIcBShxupasWcHcvkoufzl527XUx0P5x7K4vHXF+3B1mU3Vp1j2/BzP11xVn3zLx1e0XdkyQsdOFAwNgjmmRbF0/v4R+U6pUB8hFz0GReojUkZEhe+mwraoqz6x4+CgzvnBWPx4j/ujmXuOr5dIu6/4Xo1oRqKfysEjrlJzq+MMgbiYhgM9nTZe+n1aaR+Wy+s//L6oJm9dN//7Iruc1XFB3rbTdmMwnWOR6mt3sDvto51NC3G7aPdP0RzEKV6DJjA5WpzecTRB4nMbDX+cuxylPQY6cbrYoHmCxWLWEc4Xapjh4wISKSSz8Qi7UZ3sBvzxiptnHY4xgw47Sl9blYayYl3eMPjFLbppSNG6RLiTMXzfX2OkRpDWhIq8i4/wV++iC4bwuZeFZbLcLtp9oFPT/inkdlNtYXeAcbu1dAOX0r5R2uerSNxsLLwpWXakXJRwXy2Qt+3xjUU8DHvBs+ajdQyap+hVTpO7/OXkbdfKPrbiWBaVt67szVnyymyqPsWi83P8iBLbLKnPKpnjaz7YxWicaQvhYycM9iQpeP5u5tOUVftH5DtFuD5iLnwMitRHpIwA8e+mkraoqT4Rb9jDODF/OJ6LKX68Awh/AMZaNx6rqqzdgxuP5X2vhtwjTJqDcP/Z6GCMfjuTrdFto+83FvtlbncgzfpoJ08upd+nFfdhibzzGL8vqh3zeeu6+d8X4nFB6XcKbZ2dO3funGffLHPv3j3cv38/9d6DBw9S/6dtosGam0BfWTph0aOOfePm2bY23bb6EN1UPNaoqm3rM9tWH6JyHJkmIiIiuua25sZjRESPEAbTRERERNeVZgXppzow7l38bsVERCSOad5ERJQRpNoVP+xnhn7tdy8mIiIiuj4YTBMRERERERFVxDRvIiIiIiIioooYTBNRJbLhYO7Ez60kIiIiInoUMc07QbPmMIsmCc76UHiv/ptJszBf1fizPpRJM/35VfcF2YBj65AWb/iYjUc4HLobv/mMrBk42DtBd3g128/jlIiIiIi2AYPpVWQDjt3AtN1Cpeey0/WkWQgebVh+QyXNmsPERQM2GYZjozFto7VOBwuDaT96FqOswRiY0DFGu/UI3c2VxykRERERXRGmeRPdBJ6LYauPmaTjQMt+WEyW8xO2l9+XIcvRK/PRtpLlRTq6rGnQNO361J2IiIiIthqD6cpkGM4ccysbsQTvO4YcPlZmDsvQYDlzzOdzzOcOLGP5Kl7WDDglZRDNU53nrZe2iwzNsODMozadw7G0xPzioG/M5zZ0CZB0e1Hu4m3rYjID1GZ6OcV9TMOBbWNp1ZoF2z5A8m3NsmHb4WuwYs60bCT6fHbbwyKF9amTDGNgY2BoMJw5bLODTseEbVup7RKpj0gZIiIiInq0MJiuzMNwNAPUZuqCHNoBdMnH9CjONVX1Dk57ChRFgdKeQtLtMNiO/saCberwR+1UmaXAhq4PbR9NTNBTonbvYyqZsBeN6qKrKFCUNsY+4I/DtleUC6aNB45PfUDaiwPY0j6WH4BrTRWYTVIp7243qGd77CfeTdAszG0diNalKOhN9rCfjshL6lM/Se9gd9SGorTQailQ2ofxdonUR6QMERERET1yGEyvw51gBhXJ+CMIPkapeZv+uBf/3xuiN/YhNfbDQEeG0VGBWR9dNywUllE7y6N+3rCFdrtdS8BFq6gwEyPK0ShkpUFId4hu8iZgnpv/48ulEOtjbhBNJ+qnIYilq/S1nHUB8Nwh4vuU5ZTJqU/t/CkOE3WCF/1bpD4iZYiIiIjoUcRgei3haN7iYjo/+PBP0ndE8k58QNrFXQDAXexKgH96XFAmzVsEAbQZM/SjUeLFq+qNrWQYlpNK8155l/CNE+xj2R+HtCZUzFAplg7XlT0G0gTrUzN/erTihmwi9REpQ0RERESPIgbTa3IPx/ClBvZlQDY6UP0xDoviiBVSc2avNPCiiwvu0K1LU4zaiYC8P8sW3Ji7uxLgn6SCx/I+lv5xKC/Fu07l9blcIvURKUNEREREjxYG0+vyjjD1JTT2New3pNzRL2kvnQQq70mAf4pgjOsYpz4w62dHQhUoeY9nkjUYlgWNeaVbLBydHQ2RzCqW9+KnQW9WNkNCvI/FPw5llyEqWFd27nWaeH0uh0h9RMoQERER0aOIwfTaghuRSbq5dOOxiKQP4vm2soGBngy6g79XzXSALGsGLGM5INEOTOiqCrPqc4+odsdB1Jjzw0YUUMZzaWXNwkDPC6Y9nPhIzKG/IFmD4ZiZDIkKfSz6cWjQKU3x9o6mQeCthY/JCt4N54absBIrkzUD8aoq1OdSiNRHpAwRERERPYoYTF+EO8EMWLrxWGQ2HmF3EKaF2g344zZayYJuF+3+KZpRmfkcgyYwOVqOZNzJGL7vrzFiSHXzhj2MZxJMO2iz+A7tHoa94FnP9qI9T9FbkebtHo4xQ1x2nUdjqWbUvzrYnfbRbg3TGRLCfczD0dSHJEnwx4m7XecJb8DVMMPHZEX1drtQ2mOgE6dED5onSK1KuD6XRKQ+ImWIiIiI6JGzc+fOnfPsm2Xu3buH+/fvp9578OBB6v+PBg3W3AT6CtI32V71PhEREREREd0EHJm+gIvceIyIiIiIiIiuLwbT69AszOdz2Dow7mXSaomIiIiIiOjGY5o3ERERERERUUUcmSYiIiIiIiKqiME0ERERERERUUUMpmltsuFg7sTPVCYiIiIiInpUMJjOJcOwnMUzZeeOBUNjyLjkZIrZ9IQ3YKPN0yzM5xaqP4mbiIiIiGgzGEwv0WDNbTQwQltRoCgK2iNA7+xzBDbDc4foDvlcMCIiIiIievQwmM6Inh3d67qLEVfP7aI9OsmUvESyvAjkZU2DpmmQrzSylyHL0Sv7GW2dres/RERERETXH4PpFBn7DQn+9Ggpddlz4+AaAGTDghOlgc8dWEYyOtFgzedwnLCMY8FYlHcQFA3KWIYGy1m1HAQp5wMbA0OD4cxhmx10OiZsO53yKmsGnKLlyBospyR1XaQMAM2yYdvha5A/Z1pk/1ha2bYHZCOsk7WpJN+oPkXvVaizbCTKzOFY2tI+Etk/N7X/lK4ru38cC9petgQRERER0dViMJ1yF7sS4J9kQ+k02XBg6xKm7SANXGlPIek2nGxQMD1ES+ljJqnQdydoKW2MfQn6QRzGqHoHp72S5QCQ9A52R20oSgutlgKlfYhFgrVmwTZ1+KN2ajlxICjDGJhQ/Th1XelNgOZ+IqASKRNwu2H6+9jPfBIQ3T9qp4lJuO3tMaDqgzBQ3F6lddYszG0diNpCUdCb7GE/sRNF98+N7D+l68rZP71TdHQ1uRQiIiIioivHYDpJ3oOUfW9JOHo97mG4yAMfojf2ITXS86qDoPwYp4uY08NJJv4UWQ4AwJ/i0E0E+V70bxlGRwVmfXSjz8PlqJ1o1Dj8keD0OB5d91wMu8M4oBIqI6LC/pkeYlHloyl8SNi9mygQ8oYttNttKN1qNdmE4jrntEU4tzyeWl5h/9y4/iOyrtX7h4iIiIhomzCYTvJOUH7Jnj967Z34gLSLnFgQQBBkLEh7i2BHdDl5qeeBOIhJSi/HxWTmQ9JtzOcOHCtIv00HXCJlRIjvn1SZkn3vLYK/q1Vc52DbZ5OioF98/yTdjP4jsq6C/UNEREREtEUYTKcEo4DSXvUQ8qoFQUw8T3duptNi3W4LitJGvz/FFBJ004admYMsUoZupsvsP2XrIiIiIiK6DhhMp3g4muanycpadBOp/IBb3pMA/xTpMbdyF19OUJ9ZP5xfmnp1MynaHlx3iGG3Fcx3VptL86HFyhSpd/8AAGQNhmUh515WmyOU8p8VbLvaLNpj9e6fiy/nMvuPyLoK9g8RERER0RZhMJ3hDUeYSToGiTswy5oFuxPdTjgMuJM3npINDPT8u4CXufhyPAxHM6hmOtiUNQOWEYUxGgzLSHwezEtNB10iZdK8oyl8qYF9LXxMVvBurfsHALQDE7qqwkzceKteYRCcmLerHTTWCKaDtoBqwko0hqwZWDRFzfvn4su5zP4jsq6gTN52ERERERFtEwbTS1x0lTam6MAO01DtDjAexQGKNwxG3Rp2mKZqN+CP22gt7pgkbjYeYXdwweW4XbT7p2hGy5nPMWgCk6NoXNHF0QSJz200/DHarWEi6BIpkxHeGKphho/JClN669w/AOBOxvB9v2Qu8kV4GPbGmEEP2tw5wN7hCLNsMRFuF0p7DHTiVOZB8wSLpqh5/1y7/lO6rrBMcv8MdjEar9UaREREREQbs3Pnzp3z7Jtl7t27h/v376fee/DgQer/VEaDNTeBvoItuEk1XTvsP0REREREV4kj00REREREREQVMZgmIiIiIiIiqohp3kREREREREQVcWSaiIiIiIiIqCIG00REREREREQVMZgmIiIiIiIiqojBdJJswAmffRu8HFiGBjlbbuvI0CwnUXcHliZfg3pvF1mz4n3oWDAuugOj/uQYy20ha7CcZD9Ll5ANJ9EP43LV6qTBms8RPv67kMi211WGiIiIiOgmYDCdY9ZXoCgKlPYIpw0Tdl4wJESG4czhbDii0CwbpjTFqB3VewrJtHGwFERdTn0Cl7muGsgGBqaEab8NRVHQHgG6XTV4TZJhDHRI2beBIMi1TUjTPtqKAkXpYYKD5XX54/Dz6NXC0MuUqYPIttdVhoiIiIjohmAwXcRzMWz1MZP0nMB0W2hoqsBsNIQbBVreEK32GKeZkrWR41FvWdOgaRrkax4waQc6pNkIw3Aneu4hxr6Exv6aG6YdQPf76M+yHwCaZUL1x+gNXYRrgzvsbiZQFiCy7XWVISIiIiK6KRhMl3IxmQFqMxlNy9CMRDrrfA7HSqaDB+m187kNXQIk3Y5TdVM5t2XLESDv5Y9+ekMM3eg/ddZHhjGwMTA0GM4cttlBp2PCti0ESxJdV7i0KJ0557PLI2NPAvzT48R7Ho6mPqTGfrz9mrWcap33HjRYpoTx4aIBEsJ1TY/CQPoiRNoLwF5RSrnIttdVhoiIiIjo5mAwLeD41AekvURQtY8mJuhF6bftPqaSCXsRELroKgoUpY2xD/jjIO1VURQo3USAVbocAd4Rpj6gmnM4jgVD06AtRS7110fSO9gdtaEoLbRaCpT2IYIlCa5rq9zFrgT4J14YHFs5+xCA20V7DOjJHw5MFf64lxpV1iwTUua9WLSuu6kA1zGW9zEkHXYUKDvBPPgUwfZS9Q5Oe4kpALqdSL8X2fa6yhARERER3RwMptfhDtFdpOiG6eCjGaA2wyBLUC3L8TBstdEfzwCo0E0Tph3c/El8GaEq9fGnOFzklQPwciPHUt6whXa7vWWBtoS9xT93cTfxiTfsYeyrMC0DhmNCnfXRSkfSMNUZRvmR9ILaaWKSCHChm+n55SdTjMO5x8H8Yx+qaadvJibYXqlg3xuiNy4aLV697bG6yhARERERXV8Mptciw0jdPXuOualmCwmoaznBnNtWKwy8+mP4kgozZ0S5mHh96klTDnhrBuIb4XbTN/ryT5FMXA5+vOhjpurQpRn6qR8BgpHqWb8bjtKv5k8PU3PcswGu5w4Xc4+D/3fRnwFqJ3kzPLH28k/S+9c78fMD3NJtr7EMEREREdE1x2BawN0gfzUMHmUYjg09efdsRYGSd6epQnUtZ5nnBsFZKjW91Obqs/2OEWTyC+4trYkgZJWQ+pPwfbXjwHGCl6kG6doDx0mNKmcDXKB8BDeYbhCVqau9RLa9rjJERERERDcHg+lS4d2yJ9FYYzA3NHX3bADyXu5twArUtRwNRi3PHqqrPhXJGgzrqufXeggGa5OhrIz9hpQzAh/Nk25n5k8DOD5Ev99HfzTCKHyNfQD+DNPRCIfHWNzQLjfoLBnBDX7UicqIt1d2XXJwp7BwOSLbXlcZIiIiIqKbg8F0EVkL5sX6Y8Q3Zg5G4NRmnG4raxYG+nIQswgwcuenVllOsV3dTt3FWdYMDPS8IOZy6hMoWldMOzChqyrMK372mHs4hq92YIRRvawdQJd8TI+Se1BOzZNezJ+OnkPueXBdN/U68QHgFEeuu5hW7k5mkPSD+AcEOdteGgzLSP3AIGsWOuEj0IIy4u0l6YP4buPhuuLliG17XWWIiIiIiG4KBtM5VDOcf2p3sDvto92KAw/Aw7AXPHs6utPyoHmK3or0WvdwjBkSd2Ve5PpWW85qLg77Y/hSZ7Ec22zAH7fTN8aKSm+8PrHV60qUmYzh+35i5P+KeEP0+j4aZvAoL7sDjNuJeb8ANMvOzJMO509LOgZVsgPcLtp9oGNH/SzbXi6OJrvoDOK50HYHmPbbiKdoi7fXbDzCbrSscF2pqd4C215bGSIiIiKiG2Lnzp0759k3y9y7dw/3799PvffgwYPU/4mIiIiIiIhuKo5MExEREREREVXEYJqIiIiIiIioIgbTRERERERERBUxmCYiIiIiIiKqiME0ERERERERUUUMph9BsuFgHj0bmYiIiIiIiCpjMJ0kG3CiZyLP55jPHViGdg2CThma5STq7sDS5NX1PpliNj1JPDubAEA2rPQ+zD47WtZgWE7cPxwLhpazl2UNllOwnDJL/TBcV8XF3HRsLyIiIiK6Sgymc8z6ChRFgdIe4bRhwl57FFeG4czhbPiqWrNsmNIUo3ZU7ykk08aBli0Z8NwhukM3+/YjTTYc2DowTe5D3Ya12IcyjIMmMOkFnysK2iOgYSbLAIAGyzYhTftoKwoUpYcJDtYKrBb9MFyXbjtrLeey+uFlYnsRERER0VVjMF3EczFs9TGT9JWB6dXT0FSB2WgINxpq9oZotcc4zZQEZMhy9Mp+9iiTsd+QgNkEw8Q+HM0AtRk1vIdht4vhYicDntvNlAE0y4Tqj9EbuuHIvwd32I2XuybPPcTYl9DYZ8OxvYiIiIhoGzCYLuVikrkAB2RoqRTTORwrmQ6uwZrPMZ/b0CVA0u04/TM1LFa2HAHyHqTsewiCi+zgs2bZsO3wNciOtgejYalU1TDtNTtAJmsGHIG0WNkIU2zTQ4E3mIw9CfCnRxtIob+L3VRDh+21tG+To5qi/VCgTWUNliOQMn2tsL2IiIiIaH0MpgUcn/qAtBcHn9o+mpigF6Z0Ku0+ppIJe3HB66KrKFCUNsY+4I/bi/RPpZuIcEuXI8A7wtQHVHMOx7FgaBpWXTO73TAFdexnPwpG8lpxmqqiKOjPAPhTHCUjDc2CberwR+E2LaXXXkcehsGQ5eKHA1kz0FF9jA9Xp8PLmgVTBWaTqEwQQPknd1NzcB3j4jtHNppQ4WO6aIy4zqmlawfQpaicaD8sa1MZxsCE6o/CVGgFSm8CNPfT6y6jWZkfatIv8T7E9rqU9iIiIiKiQgym1xHOOV7EmJ6bf6FcppbleBi22uiPZwBU6KYJ0w5GosSXsUw2HJjqDP3WMDFqJ8PoqMCsj26UPusN0Rv7UDvZkW7AG7bQbrfTgcC2crtoj4GGHQRVttmA3+8tp/smbjZlmxJm/Taym6d2mpj0oh9IpoBurjX/VTXjQNPWJcyy9XEnmEFFMmlCC3L+l+u9kkibhkHn6XG6r3aHqNSybjf1Y032ld2Phdhem28vIiIiIirEYHotMozU3bPnmJtqtpCAupYTzPNshSPL7f4YvqTCFB/qS9Ms2DowbnczF9/xRXqSd+ID0i7upt4NP/OEo4QrpVkO7MZp4iZuI8C0l4Mqb4hWGPy1+8GN3rJl/Olhav56b+xDauwv/dhQJnlDq+imcul1hVMQFkFUOH9+MfIqQqRNXUxmfph27MCxgpThqttTJ7bX9WovIiIiopuIwbSAu0EuaDjKI8NwbOjJu2crCpT+LPtnJepazjLPDQKCVGq6KNmAY6qY9VsrR8tScznX/gFgm2hoqlLmJm4uDkuCqmg/Z8v4Jzk7bsWPDcJWBHnu4Ri+1MC+DMhGB6o/RkGm80plbep2W1CUNvr9KaaQoJt2tekIqDPNm+11Ke1FRERERIUYTJfKjh4FI0OpC3kA8l7ubcAK1LUcDUZ2NG5tGixbhzTrL6XCBo5x6mdG4Bav7Cg2wuf8WivncF8LlYKqYORR2svZYP8U6bHEmnhHmPoSGvsa9hvSGjfTqtKmHlx3iGG3Fcy7rzQdoeY071XYXgkXbC8iIiIiKsRguoiswXCCR+fEo0fBxazajOcIy5qFgZ4XBHs48bE0OhWospxiu7qdugu4rBkY6Ksv1L2jaTA6poWPyQLCkfJgW9sro5rgJkqqmQ6QZc2AlXPTJu3AhK6qMLf3uWKhOP12sV2yhgM9ePxSsDc0GFbi8xX72Z3MIOkHieUsl1lLWJ/l5QRtIulm4kZWWUX9UKRNs9sePppqUwFnKbbX9WovIiIioptp586dO+fZN8vcu3cP9+/fT7334MGD1P+vJdmAY+uJR035mI1HOEzeJAzBhbI1MKGGBf3ZGL3JLmwT6GdHh2QD1kBflMWsH9+Qq8pyCsiagYNOA6oUrcTHbNxDd1WeNgDZsDDQ1WBbZ30oXcCam1hO2PYxbqdTvoP1xdvkz8YYHaZH2AEAmgGn04A/atUz6rhRMjRrAHPRUD782Qi9btz2ovtZ1iwMzHDfrihTaKkfYnVfBIKMgrkJNdm3sor6oUCb5n3e6yZvTnfZ2F7Z9tju9iIiIiK6eRhME117QXCGfk2p0rRhbC8iIiKim4Bp3kTX3EVuZEWXj+1FREREdDMwmCa6rsK7Y9s6MO4xhXfrsb2IiIiIbhSmeRMRERERERFVxJFpIiIiIiIioooYTBMRERERERFVxGD6GpENB3Mnfi41ERERERERXQ0G06uENwvaXPCqwZrPYWnZ9wucTDGbnvDGRZsk0u4iZS6kQt+QNVjOPKjP3IFlFNRINuBstN5ERERERI8OBtMraE0V8H34UgP7WxJ5eO4Q3eGq5+nIMJw5nKJgqjaXua7LJdLuImUuhwbLNiFN+2grChSlhwkOkN8sMoyBDin7NhERERERrYXBdC4ZexLgT0fwIWH3bvZzALK8GN2TNQ2apkHODWLqIEOWo1f2s2vsUvehCIF2FylzSdulWSZUf4ze0A2zFTy4wy6GeakL2gF0v4/+LPsBERERERGtg8F0HnkfDcnH9MjFZAaozWy+rQxjYGNgaDCcOWyzg07HhG1bSJWUjUQK7hyOpeWk15an6WqWDdsOX4Nsim6QEjyf29AlQNLtxfrmmTxhWTPglKyruM4i68pLUc57T2wfCtUZ4XzynG2upLTdRcqIbVfxfo4U9Y0oqD8SSPvXYJkSxoershqIiIiIiKgqBtM55P0GJH+KIw9wg4gpHQiFJL2D3VEbitJCq6VAaR9iEa5oFua2DozaUBQFiqKgN9nDfmZBaqeJSS/4vD0GVH2wlKbrdqPP/fQHwafoKgoUpY2xD/jjeH1KNxE8aRZsU4cf1ac9haTb6QC3tM6C66qgbB+W1rlGIu0uUgYC21W8nwPFfeMudiXAP7mbCrgdY7k2mmVCGvfyR6yJiIiIiGgtDKaXyNhvSIAf3ujr+BQ+VCwNQAKAP8Whm4hQvOjfMoyOCsz66CY+99whslOe/ekhoiLe0XR16vCF5NTHG6I39qF2opHunDIr6lyrKvtwqc4xb9hCu91eO6gXa3eRMqEq27ViP4v0jWTArbSngG6m57JrFkx1hhEjaSIiIiKiWjGYzpL30ZCA2SSMbLwjTP28dN6iFNtg1HCxjAL+STLgOkHe2PPFhaOYp8epd70TH5B2EcRn4nWuU9k+LK5zmrcIWNcg0u4iZUJl2yWyn0X6RjLgjn5skBr74Y8NGixTxazfjUfFiYiIiIioFgymM+T9BiQAqhmlzgbzg1el814nqTnO8znmppotsnUuq84i7S5S5rKlAu5I9GOD1oQKQO04cJzgZaoAJB0Dx9lYujwRERER0aOAwXTG3V0J8Mfho4bCV38GQMJeNrd4pWOcrhixvBpBfWb9xDYtXtGo5QbrLO+t8UgmkTonyBoMy4Im3EZpIu0uUqZcXfs5uAGalLdi/xTHAHB8iH6/j/5ohFH4GvsA/BmmoxEO04P+RERERERUAYPpFA1NNSdF151gBgkN4YcKexiOZoBqwkpEd7JmIOf+UMK8o2nwbGMtfExW+lOc+Eik+KY/G45mUM10sClrBqxFharUuWhdYbCYmIutHQQjutWI1DmmHZjQVRXmwfJn5UTaXaSMiCr7uZg7mUHSD+L9IxsY6FJcR8+D67qp14kPAKc4ct14GjcREREREVXGYDpJa0KFj+lRNsoIRwFzg8cV3C6U9hjoxGnKg+YJjpaGVCsI58Q2zPAxWZk8XfdwjBl02FFKdPJzt4t2/xTNQZwyPWgCk2SFKtR59bo8DHuJz5wD7B2OsNbjjUXqHBWdjOH7vtBc5CUi7S5SJvPJShX2cyG3i3Yf6Njh/rEb8MdttHizMSIiIiKijdu5c+fOefbNMvfu3cP9+/dT7z148CD1fyIiIiIiIqKbiiPTRERERERERBUxmCYiIiIiIiKqiME0ERERERERUUUMpomIiIiIiIgqYjBNREREREREVBGDaSIiIiIiIqKKGEwnyQac+RyZxzdDNhzMHUP8OcJCNFg569oIzVo8z3jp+dN0+WQNhuXE7eFYMLR075JlDZaTLOPAypQhIiIiIqKrw2D6UeB2oSgKFEVBf5b9kC6XDOOgCUx6izZpj4CGaSd+WNFwYJuQ/Cn67aCM0hsBpg3HYEBNRERERLQNGEwTVSHLiwwFWdOgaRrkSvGth2G3i6Hrxe+4XYxmgNqMMwZOx220ukMsinkuDsc+pMZ+zRkSRERERES0DgbTa5GhGRacROq0Y2npIGcpTXc5lTegwXKi5Tiw1hp5FKiPIDm5HMeCZliYzy0kE8NTZQrqLBvh9l+XtHLZSLRF3j6UYQxsDAwNhjOHbXbQ6Ziw7fT+KV9OGRfDYRxsExERERHR9mEwvQ5tH01M0AvTdJV2H1PJhL0IGmUYAxOqP0I7KtObAM39dNAFQO00MemF6b5jQNUHWBGbrlZaH0GaBVuXMF2kFp+io6upIrLhpMu0p5D0G5B+rFmY2zowai/Sr3uTPezn7EJJ72B31IaitNBqKVDah3CjDyssJyJrFkwVmE0WS8khY78hwZ8egWE2EREREdHVYzCdQzXjUcX5fA5bl9IF3CG6QzcOajwXwyBPNwyW72JXAvzT43SZ7jAOukL+9HCRyusdTeFDwu7dTKEypfURIcPoqPDHPSwGRb0hemM/VWa/IeWWyUs/9oYttNttKN3sVm+bYNsx66ObSr8eYphXdX+Kw0Q5eNG/KywnvNndfD6HbUqY9dso2k2aZUPHGD2OWBMRERERbQUG0zlm/XDUNbpBVCqgRBA0WU4qrXpuJkdwXUxmPiTdxnzuwLGCFO9ssAkA/kkyKDtBdk1iyuojIvwBIFkfAN5JskYFZaRd5P0G4C0CzW0WbFfxyHBs9ehwheV4Q7Si/tWfQiq4uZhsODDVGfqt4Yr1EhERERHRZWMwXZkMw7GhS1OMolRnRYGSuU22221BUdro96eYQoJu2tXTroWI1Ye2l+euHt0P0up99NvdpawGIiIiIiK6OgymKwtHH0eJOy0DkPcyqeAAAA+uO8Sw2wpGtyulXYuqUp8ixzj1AWkvc8ut1HIKyvinOE69i/B5yhZy77u2VYLtSt5Nez11LScQBNLAuN1NtS0REREREV09BtOVRQGTkXhEkoVBal61BsMyEkFkMNc4N+C8MJH6xI6DwjkBrofhaAZJH8R3HZeNzHI8HE39oMxiZUGZvNRn7cCErqowD+oJLjcn2HaoJqzEjpE1A0alqossJ9s3gs+z+zAOpFvx/HQiIiIiItoaDKYr8zDs9TGTdNjh/ORB8xS9VFq1i6MJ0BxEc5htNPwx2huZ8ypSn5g37GE8k2Da4WObkvN03S7aYx8N0w7qPdjFKLMcbxiMsjfCv5/bDfjjNlo5EZ87GcP3fbE5xFfN7UJpj4FOuO3zOQbNExxVrXrpcqK+ET82zTaz+1DDgS4BkKBH+3nxyjyGi4iIiIiIrsTOnTt3zrNvlrl37x7u37+feu/Bgwep/9PNIBsO7MZ0Qz8EEBERERERXU8cmaaETAqyHIyQ5qVwExERERERPcoYTFOCi6PJLjpRerrdAcZ9PtuYiIiIiIgog2neRERERERERBVxZJqIiIiIiIioIgbTRERERERERBUxmCYiIiIiIiKqiMF0kmzAmc9hZR7kKxsO5o6BxBOZa6DBylnXldGs9POMt6ZiV0izVj/XOewr2X4hyxosJ36G9NxxYC1uj75Ms5Jl42VVXc5FyYYVbM98jvncgZV8/jgRERERES1hME0BtwtFUaAoCvqz7IeUJsMY6JCyb0PDgW1C8qfot4N9qfRGgGnDyQtONQumCoyjsotneVdczgXJhgNbB6bRutpTSLq9PT/0EBERERFtIQbTN4As5wdYq96nC9IOoPv93B8dTsdttLpDuNHTxDwXh2MfUmN/RWaDj5OcJ49VX866ZOw3JGA2weIJaN4QoxmgNhlNExERERGtwmB6LTK0VFrsHI6lpYOcpTRdC0Zumq4Gy7lIeq2GAztnFFGzYNsHiRRlgTqXyktNz3sPkDUDjsB2yUa4j7ILuAKpVGfHgraXLYFge00J40M3+wEAF0OBZ3IvttlUAagwF+uM0rzFliPapqJtQURERERE4hhMr0PbRxMT9MK0aKXdx1QyYS8CQhnGwITqj9COyvQmQHN/af6t2mli0gvKtMeAqg9QLdZxMckZRdSaKjCbYBHylda5RpoF29Thj9rXJm04SHWW4lTn3ik6upotBs0yIY178ShuqWDk158ehSncgDdsBevozwDM0I/aZJHmnWd5OUJtWtoWHobBMPSi38magY7qr/jBgIiIiIiIwGA6n2rGI33z+Ry2npkd6w7RHbpxUOO5i4AkiFHuYlcC/NPjdJnuMA5uQ/70cJHK6x1N4UPC7t1MoRJuEE0nAnUNQSydWFtpnesiw+iowKyP7mLDhuiNfaid5Zu4ecMW2u02lG52z1ymMFBNBslhnVM0C6Y6w0g8koZm2dAxRq/C3+TJXU5pmwq2hdtFeww07LC/mw34/So/GBARERERPXoYTOeY9cORvvDVzgZVkGFYTiq9NkjZjbiYzHxIuo353IFjBSne2UASAPzkhFnvBNk1CXEnmEHFYnBaa0LFDMlYurzOdYl/SEjyTnxA2kXe7wSed9VRW1jnzORl7yTZGhosU8Ws3136QWQV2XBgqjP0C0ecy61eTlmbirWFZjmwG6cYLW5AtrmbnRERERER3RQMpiuTYTg2dGkaBx+LlN2Y221BUdro96eYQoJu2ptJqQbiVO9wtHEpxVuwznUKfkhYFeRdQ1oTKgC148BxgpepApB0DBxnKYU9SBv30W+LB995Vi9HvE2L20JDU5UwG13Gzc6IiIiIiG4OBtOVBaN9qeADgLy3/KAkwIPrDjHstoLR7dpTqmPu4Ri+1MC+nJPiXanOFcl7mUdEHePUXx7dD17ZgBCArMGwLOTem+3SBHWW9tKVSO2f40P0+330RyOMwtfYB+DPMB2NcJgY/I0eNTVud1P7u6ri5Yi0acW2yFqRSUBERERERAym1xAEKGoznnMqaxYGqXnVGgzLSASI4eOH/FOkE25r5B1h6ktoDDo5Kd4idY4dB4VzAtxwOYv5tjK0g0YmmA5uaKWa6QBZ1gxYxvJPCdqBCV1VYR4sf3Z5gjpLyZu/yUZ6/3geXNdNvYIs8FMcuS6iTPU4AG5daM5x+XJE2lSkLeKshkUZWcOBHjwuqzTgJiIiIiJ6RDGYrszDsNfHTNJhh2mzg+Ypeqn0WhdHE6A5iFJrbTT8MdpLc17r5OFo6kOSJPjjw0wQJFLnmDfsYTyTYIY3pIrnznoY9saYIVyOc4C9wxGWluJ20e6fJrZ/jkETmBwth2buZAzf9zMj6VfA7aI99hc34ZoPdjEaL21ZiTAIhQQ9Ws7iZVXIShBZjmCbCrSF222j7zcW7T23O5BmfbSv9KZwRERERETbbefOnTvn2TfL3Lt3D/fv30+99+DBg9T/iYiIiIiIiG4qjkwTERERERERVcRgmoiIiIiIiKgiBtNEREREREREFTGYJiIiIiIiIqqIwTQRERERERFRRQymiYiIiIiIiCpiMJ0kG3Dmc1iZBwLLhoO5YyB62nI9NFg569oIzUo/q/hSVnrTbKK9NFjOfAN9i4iIiIiINo3B9KPA7UJRFCiKgv4s+yFdDRmGY0KVsu8TEREREdF1wGCa6Apolg1dmmE89rMfERERERHRNcBgei0yNMOCk0iddiwtnaora7AcJ06tdiwYWl4yb5jqO59jPndgGXllygjUR5CcXI5jQTMszOcWktnNqTIFdZaNcPvrzY3ejNraS6wtjk9nGLe7OMq8T0RERERE1wOD6XVo+2higl6YOq20+5hKJuxF0CjDGJhQ/RHaUZneBGjup4JSAFA7TUx6QZn2GFD1AZbiszKl9RGkWbB1CdN2VOdTdHQ1VUQ2nHSZ9hSSbsOpXOltUmN7CbaFN+xi6KXeIiIiIiKia4TBdA7VjEcV5/M5bD0zsdUdojt0sYiFPBfD0QxQm2HwdRe7EuCfHqfLdIdwo/+H/Okh3LCQdzSFDwm7dzOFypTWR4QMo6PCH/fiIM8bopdKQ5ax35Byy0iN/aXRV2/YQrvdhtLNbvW2qbG9amkLIiIiIiLadgymc8z64ahi+GovzWuVYVhOKpV3biZHcF1MZj4k3cZ87sCxgpThbLAJAP5JYnjSO0F2TWLK6iMiDCiT9QHgnSRrVFBG2kXebwCedx2GX+tsrzragoiIiIiIth2D6cpkGI4NXZpiFKU6KwqUzG2y3W4LitJGvz/FFBJ0015K9a2HWH2oWD3txbYgIiIiInpUMJiuLBidnY2Gi3RfAJD38p5x5MF1hxh2W8Ho9kZSfavUp8gxTn1A2kuPx6aXU1DGP8Vx6l0AsgbDspB7H6+tdNH2qqstiIiIiIho2zGYriwIKNWmsUgDljULg9S8ag2GZSSCyGCucW7AeWEi9YkdB4VzAlwPw9EMkj6I72ItG5nleDia+kGZxcqCMv70KJ4nHNIOTOiqCvOgWkh6+epqryptIUOW5UVq/F1ZhrzUJkREREREtK1WBtPvfve78cEPfhAf/OAH8e53vzv78SPMw7DXx0zSYYdzYgfNU/RSqbwujiZAcxDNm7XR8Mdot4ZLAefFidQn5g17GM8kmHb42KbkrajdLtpjHw3TDuo92MUosxxvGIzaNsK/n9sN+OM2Wjm3pnYnY/i+j9kkexuvbVNXe4m3hWbZsG0bpi4Bkg7TtmHb6UeQERERERHR9tq5c+fOefbNH1d+HN//j76P78jfAQB80Psg/sXP/4vF5/fu3cP9+/cTfwE8ePAg9X+6GWTDgd2YrhFYEhERERER3VxLI9M/rvw4fvOF38Q397+J7/257+F7f+57+Ob+N7PF6EbKpDvLGg5WpHATERERERE9ylLB9Lvf/W58/z/6Pt760FvJt+mR4eJosotOlO5sd4BxH72cFG4iIiIiIqJHWSrN+4Mf/CB+e/Tb+N6f+166FIA7T91Z/Jtp3kRERERERPQoW0rzJiIiIiIiIqJiqWD6d3/3d/FB74PJt4iIiIiIiIgoIxVM/+AHP8CP/L0fweO//XjybSIiIiIiIiJKWErz/q35b+Ennv8J/OTRT+L9/+z9eP8/ez9+8ugns8VuJtmAM5/DyjzsVzYczB0DiScy10CDlbOuK6NZ4TOWw9fWVOyyabCceU57B+2V2keLV8nzoTVrZRnNcuLlpNYpZz6zkHwk+JKw7y7VW9ZgZJezuF07xLerdDkXkLN/ZMMKtmc+x3zuwMpsvCxrsJxkfRxYIvXJWVcthPZPeZtW265VfXUFkW0XKbOk7u0qILSfBcnh/lvRx2Kr9vMVnsNXHe8bsPocVX6cxlbtwxXW6odERESXbymYRhhQf/8//z4+1PkQPtT5EL7/n38/W4RuGrcLRVGgKAr6s+yHjwoZhmNClbLvA4CLbrh/4lcbYx/AbAI3W1yEZsFUgXE7XF7iWd6aZcNUffTDz9qjUzRsZylICcgwBjqWqy3DOGgCk96izu0R0DDtRAAgsl0iy6mPbDiwdWAa7Zf2FJKeXJeGA9uE5E8X+0fpjQDThpO/gzZMbP+Ut2mV7Srqq5er3u0qIrafxWiwbBPStI+2okBRepjgIOf42p79HFt1vG9AwTmq/DiNbOM+JCIiqkduMI0w5fs73/kOvvOd7+AHP/hB9mPaIrK8dAUIFLxP+TTLhi7NMB772Y/yyftoSD7Gh2uF0iEfJ0tPHtPQVAF/fAg3/Mxzh+iNAf1g6UoV0A6g+/2cH0E8DLtdDKOFAPDcLkYzQG3mLCeytF1rLmctMvYbEjCbYPFENm+4tK7TcRut7nCxf+C5OBz7kBr7YiNftRLZP2JtKrpdlfvqxtS7XcVE9rMYzTKh+mP0hm4YHHpwh924zy3Kbct+Tlh5vG9K3jlK7DjFtu5DIiKimqwMpqmIDC2V3jaHY2lL6bXptMZV6YiiqYaraDiwc0YDNAu2fZBIkxOoc6m8tMa89wBZM+AIbJdshPsou4ArcHw6w7jdxVH2gxW0Ax2SP8VR5kIzlfroWND2sp+H22yqAFSYK1Io/eUrWEDaW041NaULBvRpq7ZLiGwk+nN+HyvbP+VcDLNRzwoi6xLqqwLbJaK4TcW3S6SvCm27QBmRba9ru0TWVa7sXCdjTwL86dFilHUVkf2MPYFzuMh2iZQROd4FllPW50XPUSJE9qFQPyQiItpCDKbXoe2jiQl6UVpsu4+pZMJeBIQyjIEJ1R+FKYQKlN4EaO4vzQFTO01MemHK4hhQ9UFOqmERF5O80YCmmk4/Lq1zjTQLtqnDH7VL0v+2i5czMrVaOCKXuSAPUh+lOPWxd4qOriZKAN6wFXzWnwGYoR+1SSKFEgCkvfKOoFkmpHFPuN5ymLY5m6y6GM/frqzc5WgW5rYORO2uKOhN9rCfaPfy/eNhGAxvLY4DWTPQUcsyAIKRsmS9y9cl2FcFtisrd/8Itmna8nZBoK+KbLtIGdFtr2W7BNeVlLufS891d7ErAf7J3VQQ7BjLKyrbzwCg6h2chufwqP+k0tdFtkukjMjxLrIcgT5ffo4SP07L9qFQPyQiItpSDKZzqGb8q/58PoetZyZ7uUN0F+mBQcpidGERXI+EF2unx+ky3eHS3Fp/mkiPPJrCh4Tdu5lCJdwgmk4E6kFAlLrALK1zXWQYHRWY9dFdbNgQvbEPtbM8quENW2i321C62T2z3WSjAxUzjFJXiWGAkLzYDbe9muAHEkk/QJTMIGsGBroESLtYdA/Ngqlm65AjulnRfA7blDDrt7Fqd+dv1+LDguXktDuClN9hoozQ/nG7aI+Bhh2tqwG/XxBAIEwlxRi9RSGRdeXUeamv5pRZ2q5Q4f4RbNOM5e0SIbbtImXKt72u7RJZV6hwP4uf65I/ZCrtKaCbFedwB/L2YZy+LrJdImVEjneR5eSUWerzgtY4TpeJ9EMiIqLtxWA6x6wfXmCFr/bSF7sMw3JSaYRBOlzExWTmQ9LtYMTDClK88y5UUumR3gmyaxLiTjCDinh6ZhMqZkgPipXVuS7xDwlJ3om/8uLa8ypdfW2BeL5g+jo/GvFKb493Ur1V3W4b/ZkEM7xQHTSB0dgH/FMEe1aDZaqY9btLP9As8YZoRX25P4W08sZPq7YrVLicYNuzI7FpYvtHsxzYjVOMFjc2Kr5ZlWw4MNUZ+qmRfZF1ifRVke0KFe4fkTZNy98uERW2XaBM2bbXs11i6wLK97PouS75Q+ZyECwudx9W6j8iZUSOd5HliPR5MVWP03wi/ZCIiGh7MZiuTIbh2NClaXwRsUiHi7ndFhSljX5/iikk6Ka9mZRqIE71DkcWllK8Betcp+CHhOKL2WtL3kcQcxZdtF6UF/ahoK1a3SGwm8iQ0JpQAagdB44TvEwVgKRj4DgrU+qDm0OtCBoqbFfhci5EQ1OVMBuJ3awqSBH10W8XBRnFNtFX8/dPSZsm1LFdl+fqtmt5P4uf67IBHIDKAeWlWfN4X+Xifb7acUpERHRTMZiuLPz1P3kRAUDey7t49OC6Qwy7rWB0u/aU6ph7OIYvNbAv56R4V6pzRfJe5hEtxzj1l0f3g1fOBbSswbCsRYrodRDcoGuM5Sm8wbZn54/Wsp+zc5mPD9Hv99EfjTAKX2MfgD/DdDTCYd6QYInV2yUi2Pbs3P20C+6fTKATPZpn3O6m+nVAZF0ifVVku9aVPz+9eLtEiG+7SJnq277Odq27riyRc12Ymp43z3vFaHqR7HLkPSmxHJHtEigjdLwLLEeoz19QpR8kRPohERHR9mIwXVl0wRLPL5M1K5gjuKDBsIxEgBimz65xoSbMO8LUl9AYBHNe04OLInWOHQeFcwLccDmJ+aTaQSMTTAc3plHNdIAsawasnBv8aAcmdFWFmffIp0snQ5blxYXgXVnG8tPF8gOFQLDtUvImcnI4f7QqzYC12IFy8Cif5Fxmz4PruqlXkBl5iiPXRZA5n+2H8XzW5foXbZfIcqIbEpmJegfl4mYX2T9xlkW8+RoO9HT6eRyYtVbM0RRZl0hfFdkukf0j0KZC2xUp6qvi2y5Spnjb69oukXWJ7Gexc507maXmeUfbvtz/i/ZzIG8fzkbZG3UVbZdAGaHjXWA5Qn1ehNhxGn5QsA9F+iEREdH2YjBdmYdhr4+ZpMMOU+QGzVP0UmmELo4mQHMQpdHZaPhjtCvPfazCw9HUhyRJwTNfM5+V1znmDXsYJ+ZAxnPgPAx7Y8wQLsc5wN7hCEtLcbto908T2x/Mo5wcLY97uJMxfN8XSi3eNM2yYds2TF0CJB2mbcO2rVQ2QXCDLh/TVc+Ncrtoj/3FTXnmg12Mxkt7qJx7hElzsOg/HYzXSI2N+mH8iDbbbMAft9HKRDTF2yW4HLcLpT0GOnEK6aB5glSzC+wft9tG328s+t/c7kCa9dFe3GUqvGiHBD0qs3gl2ktgXUJ9tXS7RPdPWZsKbpdIXxXddoEyxdte43aVrktkPwue69wu2n2gs+hj2eUESvczgNl4hN2o/4TLSd8QrWy7BMuIEFmOSJ8XUH6cBkr3oUg/JCIi2lI7d+7cOc++WebevXu4f/9+6r0HDx6k/k9ERERERER0U3FkmoiIiIiIiKgiBtNEREREREREFTGYJiIiIiIiIqqIwTQRERERERFRRQymiYiIiIiIiCpiMH1BsuFg7sTPNN2ky1wXXS/sG0REREREl+uGBNMarNTzkBOfWJlnmdbtZIrZ9KTw+dGaFT8X9UIBj8C6Nko24MznsDI7czOBXNCm2XWtQzYS+z/xyusv19ZV941HnazBSB3nFgwt3b9kWYPlJMs4sDJlLk99x1dMg+Vc8Bwn4Lz1DM5efR5vv/o83n75GZwnVyY3cPbq8zhrJd4DcP6F5/D2q8+lyxIRERFd0A0Jpl1MZoDU2M9cxMnYkwDMJnBT79fHc4foDguWrlkwVWDcVqAoCpTWcO2Ap3RdlMsbtoJ9358B8Bdt0Rqu0xIyDGf7AvHivrGddb45ZBgHTWDSC/qZoqA9AhqmnQhWNRzYJiR/in50LuiNANO+Ie0iw3BMqFL2/Zq1nsGZ+ThufeYFPPb0C7j9InD2UnGQfP6553CmArc/80XsrHPIExEREa1wQ4JpwJ3MAGkXd5NvyvtoSMBssirIWEGWF0G5rGnQNA3y0sWaDFmOXtnPsnycXOgirsq66MaovR9SLqH9XMTDsNvF0I0Pcs/tYjQD1GY89Hs6bqPVHWJRzHNxOPZzfgS8fjTLhi7NMB772Y9q9ATOP3sXO2N3ERTvOF/H7Tcex8OfeSJbGIgCaZ2BNBEREW3GjQmmcXwKHyoS167A3V1ImCEZS8uaAceJUn0dWEujQjKMgY2BocFw5rDNDjodE7adThXXLBu2Hb4Gy2mNi9RiUwWgwlxK8w5GC+dLeZbLo4jF64rSNcMUy5XbBciGBSeRhqoZ1oZS4GVoyXXN53AsLV3vpZTX5bTYQPl2XZzIPgzKzOc2dAmQdDuue6YNy/uYSFvU0Q9F6izeD68l2Ui0aU4/FNzP5csp42JYIRPiwlMnaju+BI5lAMenM4zbXRxl3s+62HZ9AA+fBHDyZuK9N4FvA+e7H0i8FwgC6cex02cgTURERJtxc4Jp7whTPz0SpDVVwD/F8eINC7apwx+1gzTL9hSSnkzFjEl6B7ujNhSlhVZLgdI+TKWKu90wnXPFSEw6tXiGfpj+Gad5exgGQ1fpi3btALrkY3oUX/2VrQsA1E4Tk15UDlD1AdKxoAVblzBdpJieoqOriQI10vbRxAS9aJvbfUwlE3YygBuYUP0R2lGZ3gRo7i8F9qXbVaPidbnoKgoUpY2xD/jjsA8pCpRuomeI9LEKbXGxfihSZ/F+eO1oFua2DkRtoSjoTfawn+1kZfu5wnIicji9ozgrRsZ+Q4I/PVp76ke+Go+v0mM54A27qPBbwXrkO9l3AqdvAR++g/Pke81ngkB6/CXcdpIfEBEREdXn5gTT8HA09QFpbzHyuychcaEqw+iowKyPbpRn6Q3RG/tQOzkjJf4Uh4m0TXgbuFJ0J5hlRtO1pgrMRpUvTP3p4SJ91DuawoeE3UXOe7Dt/rgXLzfc9nWoZjxKNZ/PYeuZiZLh/N3FJnhuJmC7i10J8E+P02W6w6W57cXbVa+Lr0ukj1Vsi2vWD7dHTlsgmFueO7V85X6usJzwBn3z+Ry2KWHWbyP5O0uWZtnQMUav9p1c4/FVeixvp3P1LnbeAM71T6SDbCIiIqIa3aBgOrwYlBrYlxHOl06OrMUXmKm/OfGX51ojGYRvUnDjtDjQ0tAsHc3K5ycnZXsnSIdm4bZnJm57JysCuBKzfjhKFb6WR0VlGJaTSg0N0t0jLiYzP0w7duBYQQrq0g8apdtVr4uvS6SPVWuL69YPt0ewn0W3YfV+rrAcb4hWdEz0p5AKbi4mGw5MdYb+IlMlTLdP/kAl6bAXx1CV6Rh1Hl9lx3KZOrdL3M74S7j9s1/FDu7i7AtPZT8mIiIiqsWNCqaDi8FgZEXeb0Dyp8hmqabmjVa+MKyfezhe/AAgGx2o/hiHAtft20uG4djQpSlGURqzEqW7x9xuC4rSRr8/xRQSdNNeSh29rratj4m4ef3wanlukG2Qd3Mx2XBg6z767W5ipNjDsJX5gcofx2naSrJsuXqOL7FjuViN2+V9N/tOYPdx4NvfxU7yvZM3AbyG2/1jQP3U0qOyiIiIiOpws4LpaIStqeFuMPyXGG06xqm/PKpa+YKubt4Rpr6Exr62ofmTWGy7tJe+rJf3NvEcm3Akb5S4a/HKdXlw3SGG3VZwkb3lqaPlRPrYZbZFBTX3Q1ngdth1lckX7OfkPRTWU9dyAkEgDYzb3dTxsRkXPb6qHMuX4Xdw6w0Ae8k7dz8BfBjYOf2dxHsJzpdxewacm88w3ZuIiIhqd8OC6egRWR10ltJUgxstqaaF5E1tZc2AZVS7xExapJZr4eOJsgVKBfWSdLP0hk/rrytaxyC+o69sYJCd61yLKPiI56HLmpVZlwbDMhLtENyIKXWzuK3l4cTPe6Z58Fl5H9tMWxT3jaI6R8T7YRnNmsO27Zw7hMfqKrNadGM1E1aiMWTNQLXDXWQ52f4cfD7Q0z9KxIF0a8Nz0bP1Wff4EjmWI0G/i6bL3N3Io9rexM6LxzjXtcVzpc9bn8DZk2/h1teSd/hO2/k5pnsTERHRZty4YBruBDNJWnokVvBZF+3+KZqDOAV30AQmR9mCFYQ3j2qY4eOJ1rnwdyeYAeU3fLrIutwu2uHfzudzzAe7GFVK1xTlYdjrY5aYFzlonqKXWpeLowkS7WCj4Y/RXswfrVf6MWUSdDtY76r5rGXcwzFmSMz7TLaDSB/bRFuU9I3COi8KCfZDQdm543nqKpPL7UJpj4FOnHY/aJ6g8uFeupyoP8ePorLNBvxxG63FjtRwoEup/he/lucNe8NW4s7/VdV1fIkcy4HoEW1mOCfatO3lx4tdeLvCkebxW3j40vN4+9XncfZZkWdIM92biIiINmPnzp07lbPf7t27h/v376fee/DgQer/VIUGa24CfaXw7r91kw0HdmO6xkU21W072uJq+iERERER0XV080amr6HLueFTJvVTDkbKLjo3ltaxnW1xOf2QiIiIiOhmYDB9lTQrSAnVgXFv0yOSLo4mu+hEqZ92Bxj3N/CMWyq3ZW1xqf2QiIiIiOhmYJo3ERERERERUUUcmSYiIiIiIiKqiME0ERERERERUUUMpi/B+eeew9svN1A5n56IiIiIiIi20uXMmZYbOHsBuPWzU+y0Gjj7bPjvqmUKnH/uOZzpb+H2018W/ptatZ7B2yZy13/eauDh3ndx+/OvZT65GudfeA5n6uPBf974ddwu2s8F21WXSvW5Sq1n8LZ5N/tuYPZVPPZzr4X9MNyWhJ3xl3D782/i/AvP40zNfpoQLkdE2bqoIrmBs5c+hvO8Pig/hbMXPoXzJwHgLeyM3aV9fN56Bg/Nu8GPZm8c4/bzX156/vF1LENERERE+S5lZPr8Zz6C829/FzsAzvfif1ctc13tONOtCaTRegZnKnD7My/gsadfwGPZoEHIEzh/+Xmcfe6J7AfV1VKfy3SM20+HdU2+wgB45/NfDP7fPwbw1mK7osBr5+cSf/OZX8dOokxyOSLK1nXz1dgP8QTOX/jYiuyRp3D20qeAV74atr2LW/gEzqNHmyEIxB+aj+NW/0tBG7wInL303PUvQ0REREQrXUowjd3HsXP6OwCeAD75OHYmOQGDSJlr5wmcy9Er+9lVegvb9fyjgvrITywCnPPWU8Frq/Yl3QitT+Ds21/F7Vn2A+D8C5/C+Ru/jluffy38oedN7Hw+PYJ7/tc/hvPZN7DjhD+aOF/H7Tcex8OfiQP961iGiIiIiFbbXDAtN3D28nPBSwXOdQ1nL2s4exI4N5/D2cvP4FykTHa5F3T+uWdw9urzePvV5/H2q8/ljGo9kSnzPM6+8NRSPVJlXn4G53uZAgDOv/Aszl4KXy9k50w/hbNXn8dZ6ymcvVxUn5x1fe4ZvP1qtX1z/rnngr837wK4m1heul5L60ptV1Dnt199Nmgj/dnFPnr7C08lC5YSq88TOH/hWTz83FPBCKT5cTz87Kdw9lJ624vbNNzPL4dlwv0XlL/po3Ci275mn8/ph+etRml/LldWn/r6YeApnJmP4/av5P2A9wTwYWDnld8qyJgIy5z+TuK9N4FX3sL5J388rPd1LENERERERTYXTHu/hVsvfgO3XnkrSI3tfwO3Xgnn5fW/gVsvfl2sTI2iOaa3orTaz7wO6M+mL/hbP46H+BZuLVJxv4pbH/4UzhIX6UvLef57eKgvz6WNUnpvj9/KfrRw/tmP4tbzUbngB4VUgNd6RmhdZdIpwYlU5URadfl2vRb+3Zdw+41gbu5ja6QnQ7A+kXP943j44pfw2NNfxO2ffQGPfebrq+uc16YA8MrXcfvpr2Lnybs42/0Wbj/9Jdx+43Gc/fV1gq9rpmzbBfq8UD9sPYMz82PAi2G/iNqilS5WqrQ+9fVDIBh5xthdMVf4A3j4JICTD2R+JEj2m6jMm8G8+lefyfmR5jqWISIiIqIimwum8SZ2nNcAPA7MvhX+G8C3g3/vOG9iR6hMXcL08eRFszfFrXFmJCac37xYr/cadl48BtSPxiM6K5azjp1Xvr5Yzs7XXscOHsfDj0SfPoHzz96tbV3F6t2uWr3xOm6FqagAAC/69+o6L42unbwJ4Hdw643ojTeBbycLiEqMoi9eWz7CXbbtAn2+vB8GZTD7Km5HbRW1xWezWRklSutTo9YzOFOPcatknnnyR6/gR4JPLf9gs5C4KdyT709+kHAdyxARERFR0uaC6XCucDQX+lwOA5/o36JlapMYiUnYOXkrc/H4RHB36WSwlLqDc8Fy1pFcjvfd5Cf1r6vQZa6rmtUptgV1LggIUqmtH75TMUDLuwHZF1eMam6f/G2vo88HZdJpw+Vtka+sPnV5CmfmXez0y+9Un/zRa+UPNgDgfDndH974XqbANS1DREREREs2Fkwv5gqrwZzGs5fi+Y1nL2k4l58SKJNd6qY9gfOXn8XZh1+P01mfjlKRiW6ievt8av7yWkFwvfUp1ApGus8/G963Ibx3A578GB6+/Fw6PT3zQwKQHMENR/33in4AvI5liIiIiKjIxoLp209Hj/4JR/L6x8EzhBcjeeG8x8Iy2aVeRP7F4/ne44mRmHB07cVpat3ne8ln+RYsp3Y3dV11KagzR9cE1dXngzI7/eyo/Qt4rNIzykXqU5PXv47b/a/i9ovfCO7d8OI3cPuN4J4Nt178Bm69DgCv4dZseduB5AhukDZ/vvuBxIdhls0iq+I6lqlOJKOorjJEREREV21jwTQQPjt69i3sRBfDOc+OFilTj/BOtckbfMkNPNSTF49BQHDejOd4nreewUM9eSH/JnZePM5dzio7X3sdO09+BGiFj8nKFlgpsa5WeHFZsq71Vdmu8EI8L831Uom0KRWr2OdX9sOwjJm+kdV5q5G5WVcZkfpELtgPveCeDclXMJf8e4Dz2iKY35kc41xPPFc6p4/t/MqvY0f9+GL/nLc+gbMn38Ktr8Uj2texTBXnX3geZy89W3hH9brKEBEREW2DjQbTQs+OFikjLO/mUM8vbhS08/kv4vb4LTx8KfzspY8A4y/h9uLmQ29i5/mvYufDH1ss52Hze7iVTTF1vpxezgvvx61xQRpqOMfyoRmmsle5SIzWZYbpsy+8f7k+damwXTu/8uvYQbyfrurCt7xNL1f6kV+P4yys1+qbVa2vnnVV7PNF/dD5Mm73v4eHL8TH3sMmcOtrVY5pwfqELqUfOl/G7T6K+5g3xa1+vH/OPgvc/kwmu+Y6lllDdt58nrrKEBEREV2lnTt37lQe1Ll37x7u37+feu/Bgwep/9PmnH/uOZx98nXcznmMFNFlYT8kIiIiokfZZkemqQZP4fwLjUSK6VNLKaZEm8d+SERERESUxJHpa+C89QwefvYuzp8EgLewM/4GbiWfw0t0CdgPiYiIiIhiDKaJiIiIiIiIKmKaNxEREREREVFFDKaJiIiIiIiIKmIwXUA2HMwdA4nH5hJdW9vWn7etPrQ9bmrfuKnbRURE9Ki6GcG0bMCZz2Fp2bcveOFyMsVseoILPna1FrLhYJ7dwFppsOZzzHNfFuI1y9AsJ/7MsWDk7GDZsOAs/t6BlVtIg+WUlLmwYLs2uuuui7X784b24dr1ESRrMLJ9VdtEH9swzcocg4HNnxM2I33+WHF+3nTfuCo3dbuIiIgeUTcjmN4Qzx2iO3Szb19jMgxnDic3aHXRVRQoqVcbYx/AbIJoL2iWDVP10W8HZdqjUzRsJxVQy4YDWwemYRmlPYWk25lgTINlm5CmfbQVBYrSwwQHuYE51WPb+vNm6yPDOGgCk96iP7dHQMPM9kO6VJoFUwXG0bmhNcwNLDfbN+pWdF5Nu17bRURERGUYTOeSIcvRK/vZI0TeR0PyMT5chNJoqoA/PoQbXgF77hC9MaAfRBGKjP2GBMwmGEZXyd4QoxmgNuMoRrNMqP4YvaEbXkx7cIfd+G+oRtvWn2uqjywvRjVlTYOmaYnleRh2uxhGHRWA53aX+iFdBR8nK4/zmvqGiML+U7dL3C4iIiK6NI9WMC1rsJzytE/NsmHb4WuQTUOMUl7LU5RTqc6OBc3IT9e8mKA+jhOuy7FgLNYbjRhHKdw2dAmQdDveBwXDdNqBDsmf4ihz4evnXQlLe/npmrlk7EmAPz3KHZWKydBS6eJzOJZWYT0Je2XtVbYu0Xa/5OUYZcsp688VFO7Dy66PDGNgY2BoMJw5bLODTseEbW/m+KqtvUqXk3Pe2MuWqJFsJOqTrXNUpGjKhth2yUZ43jVVACrMxfal21+kbyztn9R5NW9KQt57Iv1HrE1FzquVt2tpH4rtZyIiIrpcj1AwLcMYmFD9UZhWrEDpTYDm/tLFt9sN00LHfuaTmNppYtKLygGqPkinKGsWbF2KU517p+joaqJANd6wh3a3ID1weoiW0sdMUqHvTtBS2hj7UjhiHKVwB2nb/rgdp3KvXGY4Cp0T8Ep7RRdwHobB8N9if8iagY6aHOG+i10J8E/upi4MHSPTEto+mpigF9W13cdUMmEX/ACwiqp3cBq2V5R2nkrLFFxXebtf8nLKtkuwP4sQWZdImbrqAwCS3sHuqA1FaaHVUqC0DxdTErLkMMV4NllVYrXa2qtkOcEUCbHzRuk5oYxmYW7rwCg+H/Qme9hPVHmpPivatGy7vGEr+Pv+DMAM/Wg/ZdK8S/tGzefVwv5T2qbi59Wy7aprPxMREdHleoSC6TCAOz2OL948F8PucOXFdxF/mkh1PprCh4Tdu9GnMoyOCn/cS6U691ZcSInxloLapGC0+Bini1V4OLnA6mSjAxUzjFJ51y4mM0DSDxAN6MuagYEuAdIuFpvvdtEeAw07CJRtswG/n9gXoeSFodKeArqZvngM5xem2isM1KuG03ltITX24xEiwXUVt/sVLKdsu2oksi6RMrXypzhMpHLDy3Sy8OaEQT+UMOu3sU78WVt7FS4nmCKRtw/zFZ8TigXnKMz66KZS4YeIp/Surk+2TYu3qy4bOK8W9R/BNr24bdvPREREJOoRCqZdTGZ+mIrnwLGCFO91L/JTqc7eCdKXc9HIa/pS17tIdFuBf3oc/6dS+nUknvecjTvcbhv9mQQzDJQHTWA09gH/FNFaNcuB3TjFaDHKMgLM5VGW5IVh/sWjDMNyUmmWQZpommYlPp8vp44i215RWyR/ABBcV3G742qXk7tdYurZh2JlRIjUB8jPnEjxhmiFo4Xt/hRSTj8UWddG2mtpOZd53gjWVTxKX1CfonZf2q66FNRnTcX9R6xNL65gu65kPxMREZGoRyiYBtxuC4rSRr8/xRQSdNNeSsMkhDceW3Wh7YX7MQhQWt0hsCslPtfQVCXMRsNEoOzicClQXr54BJC4eJRhODZ0aRoH5Ys00bQohXLxWnGH4NXE11Vs25Yj7uL7sF6bqE9ws7zlfnjxdV1+e9GmsU2JiIio3M0Ipiv9Qu/BdYcYdlvB/LXaU/awSLfOzi2W95JB5/YKbjw2xmKKc6HVc6uXLALlMF08b+71YoQ7HDlLBuUX2IfZdcl70gbWdfnLKd6ueomsS6TMzSPeXsUu87wRrKv4zuYF9bmSNi2oTxF5DyUlctTVpiIKtutK9jMRERGJuhnBdBicqZ1Eeqas4UCXEkGeBsMyFnN9F6nMBRcr3tEUvtTAvhY+0iRbYKXgJlySPojvFi6Hc4uvVDCPOjsyl1YSHGsGrMVOlINHXKXmVsdtERcL2iKZNu5OZqm519H+idcbXezHbSpr1tr7UEreqCdc12wUjUDWta7LX07edq1qu/X7cyBvXfE+XF1mU/Uplj3e4/n9q+qzPvH2KpY4b2T2Yf2iGwWaieM52EfxfQA9HE393PrUvw/T8vuGyHk1bIvFd4EM7aCxRjBdpU1FzquBVdt1VfuZiIiILuaGBNPhXF6/ATua22Z3gHEbrUSQdzQBmoNo/puNhj9GuyilM5zH2zDDR5pUSQl3u2iHfzufzzEf7GK0BSmC7uEYM+jxfspsU3DjMR/T7POwIu4RJs3BYh92MEa/3U3NrY7aIppXPbc7kGb99J2H3S7afaCzKNOAn2ovD8NeHzMpruugeYremvtwNh5hN2r7cF1xdepa1+UvJ2+74n2YcZH+vGJd2Zt55ZXZVH2KRcd7/Cg82yypz9rE26tUdN6IjovBLkbjNZYjwu1CaY+BTvxIp0HzBEeJNvWGQQbPoj5lbVqXVX2j9LzqYdhLnOOcA+wdjlB9D1Zr07Lz6sKK7bqy/UxEREQXsnPnzp3z7Jtl7t27h/v376fee/DgQer/tEw2HNiNaXEATyREgzU3gb6yFNBejW2rDz0qeF4lIiKiq3JjRqa3TybNdCntnIiIquF5lYiIiLYHg+mNcXE02UVnkfLaAcZ99Ji2R0S0Jp5XiYiIaHswzZuIiIiIiIioIo5MExEREREREVXEYJqIiIiIiIioIgbTFyQbDuZO4vnWRFSbbTu+tq0+9GhiPyQiItoONyKY1qzwZjSrXque+VmHkylm05OtuJOsbDhC26pZ8bN3Sy/INAvzuYXypV4FDVa2rRevZJ3lzDZbMHI2WjYsOIu/d2DlFtJgOSVlLizYLoGmvPnWPr42tA/Xro8gWYOR7auLW1dfIyvOG6LnKBE37TxWabdsuh8SERGRkBsRTLtdBYoSvtpj+PAxbife2+CDbz13iO5wc8uvnWbBVBHvn7WezSrDcOZwNhJIZhWty0U3auPFq42xD2A2QdQqmmXDVH30w21uj07RsJ1UQC0bDmwdmEb7pT2FpNuZC1wNlm1CmvbRVhQoSg8THOQG5lSPbTu+NlsfGcZBE5j0Fv25PQIaZrYf0vU7j9Vrs/2QiIiIRN2IYLoSWV6MYMiaBk3TIK91LSVDlqNX9rNt5+Ok+pXn9SDvoyH5GB8uQmk0VcAfH8INt9lzh+iNAf0gilBk7DckYDbB4gk73hCjGaA24yhGs0yo/hi9oRteuHtwh934b6hG23Z81VSfwvOPh2G3i2HUUQF4bnepH1LkBp/HVqqpHxIREVEtHrFgWoYxsDEwNBjOHLbZQadjwraj9L9gpGI5DXF5BEOzbNh2+BpkUwyjtL3ylOBUarFjQTM2k44oG2FKpKkCUGGuSI9cqs9e4sNFWrUNXQIk3Y7TLJf2WZFgOY4TrsuxYCzWG40Yr7cu7UCH5E9xlLnI9vOuuqW94tTQFBl7EuBPj0pGwGRoqXTxORxLq7CehL2y/lO2LtF+eMnLMcqWU3Z8VVC4Dy+7PmXnn7rU3F6lyyk7b9Rnu85jCKd9FKXl56Vw571X1lcDxf1Q5LwKgXYPS2X3Yc53k6wZcErqTEREdJM9YsF0QNI72B21oSgttFoKlPZhmBLsYRgMA6UvbrUD6JKPaSJCi1LL22M/WTJF7TQx6UXlAFUfpFOCNQu2LsWpxb1TdHQ1UaAab9hDe0VKuzdsBevozwDM0I/SohPpkUGqc1F9orTqIJXaH7fj9OoV6y00PURL6WMmqdB3J2gpbYx9KRwxXmdd4Sh0TsAr7RVd5MXtHrWPrBnoqMkR7rvYlQD/5G7qgtcxMlfE2j6amKAX1bXdx1QyYS9dOZdT9Q5Ow/4TpZ2nUlIF11XeDy95OWXbJXh8iRBZl0iZuuqDwvPPMjlMZ55NVpVYrbb2KllO+XkjVnSOErFd5zEZxsCE6o/CaR8KlN4EaO6v9eNIbf2w8Lwq2O4i302aBdvU4Y/C/Zc7NYaIiOhmeySDafhTHCZSKeEl/u1OMIOKZFal1lSB2ahyOq8/TaQWH03hQ8Lu3ehTGUZHhT/upVKLe0UXSaW8pSBSXJDqXG99igWjxcc4XazCw8kFVicbHaiYYZRqKBeTGSDpB4gGjGTNwECXAGkXi+Zwu2iPgYYdBMq22YDfT+yLUDKwUNpTQDfTF7zhXMbFn3lu/g80AvLaQmrsxyNIgusq7odXsJyy7aqRyLpEytSq6PwDALKxGBG0TQmzfhuVYrxQbe1VuJyq542LnKNEVK3PRYQ/sJ0ep/dhd7jyx5EieXVepx+WnldL213kuykog1kf3UXnCMqoneyIORER0c31SAbTeSOXsSD4ii8IgtHOdUaGUqnF3gnSl3PRSGe6Jt5FoskLqbc+S3dYL7nbrn96HP+nUvp1JJ73nG0pt9tGfybBDAPlQRMYjX3AP0W0Vs1yYDdOMVrcgGwEmMsjQ8nAIv+CV4ZhOakUyiAlNU1k/+S2RfIHAMF1FfdDXO1ycrdLTD37UKyMCJH6oPT8E/SrVjhq2O5PIeX0Q5F1baS9lpZT73nj4i6zPi4mMz9ME3fgWEGKd7YdROXWeY1+mJR/Xi1rd5F9GP+QkFRHnYmIiK6TRzKYLuMejuFLDezL4WinP8Yi25eEpO6wrqx7t90K5H0EsXReQ3lwu2F6qKKg1R0Cu1Licw1NVcJsNEwEyi4OlwLl5QtMAImLRxmGY0OXpnFQrkQpqWkX3z/i6yq2bcsRd/F9WK9N1Ce4Wd5yP7z4ui6/vW6i4LzSRr8/xRQSdNNeSpPfLvW2e2q++VJQTkREdPMxmM7jHWHqS2jsa0HKYNlI0lqCNLzsXF55LxnkXaZtq081wY3HRH/0WD23eskiUA7TxfPmXi9GuIPRmlRQfoF9mF2XvCdtYF2Xv5zi7aqXyLpEytw84u1VbNvOG1dRHw+uO8Sw2wrmMpdN6ZD3kFeb3DrX3g9F2l1kHwZlZv3MjzqKAkXpLmUHERER3VQMpnMFN6SSdHPpxmNZ3tE0GMXWwseVZAusFK1jEN/9VQ7n8l6JRH2ijVhZn2AOXna0bDNE1lUSHGsGrMUdduXgEVepudVxan9cTMOBnk4bdyez1NzraP/E6w0uMNVmnHIra9aKfVgury1mo2gEsq51Xf5y8rZrVdutf3wF8tYV78PVZTZVn2IaDCvRBxHP719Vn/WJt1exKueNy1ClPiLnliLZ9gqnmqQC4HA/L6YNydAOGvnBdE6ds301sn4/FGl3ke+moIxqWkv91crelJGIiOgGYzC9ijvBDCi/8Vg4b7Zhho8rqZLi53bRDv92Pv//s/d/IbKz+X3o+13v64vYd56sMLDNGbnp9jFbzI51E5xAjlIJBZ2DT1QDL6xg3WigPNCbc1wgG85QhKMLwaaYA3aBxtlp8BSMbjQnF4aRJuakocjUVgxeJjeaxGjjPd2UNYcEZtke39m5mPX2uZBU+lMq6VG3qld1r+8HCt5V9bzSIz2Pquun5/c8ihAtzrB6YLrdIPL6ZHOLo8UZVm5zfYJrFyEMeHl6X5/j7qlrX+nCYy03PYIbrMeLLBXRwxQuLL06ehLMdFjJaDevOvKmkEKruvJwMINuAdNdmRESV8ekWKUHy7mFUCrquhhvMX9gm4buCmeL6r6K6gy1r6ffTtNxFeew5jHX14F91RfzaipzrPq0C3CzBsaL4lFLnt1RnwcTb69OPb43nkSP+nR9t7TL2yv7fyMPo8SFXkm5j7Gcl/bhX+H8epX+balp6of1vrrz4H4o2O4if5uCGXRrWzr+dD2K9c2hShMREb08r16/fn1ff7PLmzdv8Pbt28p77969q/z7+dPgRDZgKYd/0ByBbPrwRpvaDzKil+DDXFOHnVp9iE4X/zYRERHt48j0AU+z8FgtTTBLLR4+pZOIiEgU/zYRERGJYDBdpzlpeqUBuPNj34EPcLM+w3SX2jcFXAvzwVM6iYiIRPFvExERkQimeRMRERERERH1xJFpIiIiIiIiop4YTBMRERERERH1xGD6hZFNH5FfPEP0mJ5yX0R0PKd2LZ9afU4Nzw8RfSin9v1zavWhjw+D6TLZhJ8/bzSKEEU+HFN7Xhfo3Qbh5u7IC6dlnnJfTyVbgG7vi3mvb+T9o1RqV8ZB+amvspk9N7j8LFhZg+Mf2E5dvt16nQTJmlPU3XfQtqvj0eBEEfwDO0/PUfW8HV9aJ+FH9L5kD76Wj3QOH1wfQbIG0yme5x35Dszd0tWPpDnH78vHPj90fPnfmvw1+EX0oaTfCdW/lfmrfF3I0OrXYMMlKJulv1+H/lb2+Xv6YEf6rnuOHvz9c6Rz+OD6CDrm34un9BR/mz5SDKYbhJYCRVGg6CtsRza8BwYxH0IcLDFbPuZ5XjJM/3DQU/b4fZ0ebawCSYJEGuGy4RTs+oaiQLc2kAyv4VypGO++rWRcjqTqx9DgeDakjQVdUaAoc6xx1fhDApBhLgzUtyBMc+DZEjZ6VucVYHj+gX0d0y22CSCdXdQ/KCRb3NbfayXeV6ndqV3Lx62PDPNqDKznxbW8Aka2N/yPvCM57vnpg9fggwWzXf+zwvqHp66t3QPMsuMqXjrcBEC4Rt5rNceDrSawdn+bthjV/jbJpg/PwO7vl6Knf3Or12mfv6c0hNP5/kkdtz7P/+8FHR+D6TZxgOXEQigZuPqQF40s74J5WdOgaRrkvT8UMmQ5f9U/G9pT7uspyTiXgGSzQgIJbXEfsi/wuZtAGl1WbraEYQg1j6blS4wQIkyKzzXHhpq4mC+D7E5qjGA5Q+NTZ7QrGIn1wB9bMsypisSd77YdB9dwEwmjpjsFRxXjrnQO6i7OJCAp3VkW6vP0eKd2LQ9Un9b+E2M5m2EZFBdcHMywClFct09MPnCw++8PdH6eUmtbnJ79c5469H6rZ3bsRyNfYiQlcK93oTTGKpC418gvw/TvKWDsfmxlN6LDdfG3MV7uXae9/p7SI53a989A9Wm9Tk/v7wWdHgbTnQKsGy4aWTPht6UVyRocXyAtRDZL6UkRfKeeVi7DXHhYmBpMP4JnTzGd2vC8aqqG5njwvOy1qI+kZ6k1ZlsqVJ6a5cGQAMnwirrXbr+17yvVnpqVp/q01afQmCZ9DNkf/M1Nc5sLW68RqmNoAOTLEbBZY7v7MA/YbwRSkjQ4tlT6AdLXBdIYtbynNKgtRohF+kaqvc93t+ntNgGk87S/ZCmOaZNm52Sbj0t39Xnxvirk/HCdUzK0Sn+uX6fdx5564u0ItKnItSyk9Rw+dX26+s+wKt91vgPtvF6i+9q58hpGOTQHnnfV43s+0/k3pas+IkSvQbG2EKmPSBkRXX+bRNuiuz5ix96t63pPR4n3v/vaRo+bpG3q+9m+fAfmbr/5iLFou1dpVwakZIOb2h+96t+mTP43Qojo39Ouc9hD63cdBPY18Pf8UNt5su/nrnP41PUZ6jrtMnB7dW5H7G8TDYPBtIBKEIDsD6ttIFnpB1KPZJgLG2qyytKOFCjzNTC+rF6cmoPIM4B8O4qC+foclw1XsGRMcbbSoSgTTCYKFP16ly4FAMEsSz9xDw//qcYU23k1Xar4Q5unZqXpWIlb1EmZVYO5rn2lqVlFavH+vlLqdIx1Vh/dBVRj8UFTs+TL0e4PfpBG0+1fprKJhSE1/CEPsA5VjDUNlyNgc1NOXs4D3IvKF6Fv7u9Jc2xIpVHl3uTzxvTwvf7c2TdE+nyqrU3jNIrHBQD5PK1Z+YZF/YfV4T4v3ldFdB/7JcZYY57vQ7ewkWx4tYNvO3bgA2yn67gErmVRIvsSKTNUfdDaf/bJmgNbBcL1oRLN9r7r5ltMDbVaqPPaab55p43VSlosRM6PyN+UzvqI6HcNtraFSH1EygjYa6+9fijYFj3q03rsIjqv9xjLdJis9vviCoaUYFOPYLtsrjFRLISSCuNsjYmiw02kbMS4X7unslHovb+TgHTe9ge/OK68eWTNxFQtj3AL/j3tPIfiOr/HBPc12Pf8UNvpOi6R7x9BIvsSKTNUfdDzOn3o3wsM2V4d29n7rmv620SDYTDdW5o6i9DCbJeflKb7qtP8zlj2Bb+9Lf54xAGWs2Xp4mzYTpbq1Dj1I9ngulQOcf3PUrdyum9e53qK8uOlqVki+0o2pRSvm83B1Op4OYGu6y1/rIeQpZTlqca3WySVuc8p1S7uFkbeCImlY9IQ7QbrEOp0ihH278aj9kWo6BvAsPeCV1sNsWrY9jG0t1dDX93r86nWNr3dIv2Tl57r0HWRSOeQcYEzKcFuYDo3QJ8X0X7sALL5WLu9x0Hjj9fWY8cH2E7XcQ1IZF8iZQbV1X9Kiwp6toTQ0tHvK+bwd125jMi1s3/zLg1A+v1Ya9gX6n9TGso01GdwB9tCpD4iZUQcbq9yP+xui571OXjsgkSu92CNsPb3Kr0BsOp9Mza9qZmucZFqn6LTRTanUFH/W5betJCMK+QJe7KW3pzOb7imxWbQXWDk5dfpCIm1f4O58++pyDkU1NV/RPc12Pf8UNvpOq4BiexLpMyguq7TR/+9SA3WXq3bOfxdR8fBYLq3IlAuK4+6pX8oEkiGl94lddIU7+qXQLod0R9LTXd1+6qP/FXrPJSm1OLmfVXKxHdZoNUsrn+xDU2+RDo9K2uP+AabZH+EoliATIcVSlDtaurfTrBGKEnAgXYrfxHu/6HQ4NgqQmt28M7o0NrbS6TPp1rbNL5DAgnn8gXOpBDr5R0S6QwXB0bQh+jzItqPHemPZ8evpF1F9v4d3tZjBz7sdhqPazgi+xIpI0JzSscdHV7lvrP/xEtMsrv/urWBZO+PfLRr+a7bEbx26sGQNoaKEIJ/HjIif1ME6zOww20hUh+RMiJa2qtXW/Srz+FjFyVyvWcj6rtgvn4D4GEqx9gr/TpXzHuu1ySYpX9D7SxQXoyBlZtUFqLUHB/eaIvVLpNgBTRcp+1/TyF4DsW+Wzr7j+C+jvI9P9R2Go9LzDDnUKyMCJH6QOQ6Ffh7IbKvo7TX3nZavuvoKBhMC9hbHAm1uUINnT2YTdKAy9pgAwmG7e2ladDpkC9HkCojz+mcsPrdwEKMYGYhhIpp4w/wNB2uadQa9S/CXP6HQhtDBaBOffh++rJVAJKBhe83phI22vuCTTX1ZxFdfb7bLbaJhLPLc0jJFrfZv88vzyAhQdMp+fBkmL4HQ9oUP+gUBUrvFeFObTvPV57at3tNlr37ct2hxQSH0n3tVIOhvbTigXXX52mJ1EekzDDE2uJp6iN+vQfX7u4pFLI5hZq4ePByG0Op36SuiLPfSekxTWZL4Kx8W1XDWJUQrpalQDnAdcN12vr3tM85fPR3i/i+2p3adsQ9/hwO6xj1OfT34vH7evr2omEwmO5Uv8Obpj+VH5FUvOojiTGCYInlbJLO6agEZul26iOfx1SfnySnqz71fBxRl+wRSEPuS9ZgOs4uHewY0gDTLea4777AJBye1pX9YTcOjE43ytLbmjaan5/ba1iWBWu1wip7uQmAJMRmtcK18Elsaov6Yl+pen2q7dWnz7fJFj8bjSAld4gR42YDjEaP6BsDaD/2bLSv/IMuL9PL02+n/biGJbIvkTLPS9P1VW8L8WunCIbqf3NEifxNEa/P0xCpj0gZES3tVeuH7W0xVH1EiF/vaTaVhNGllqZ4do20PYF04THRoP7w3Oo9u0BZ4O9pn3MooL4v/r3oT2RfImVeHvH2atfyXUdHwWC6jazB9NPHLhR/DNJFMVS7GtzJmglnt+iFBtMxS5/n83HLXwT54ho2nNKGZM1Efe2MPuKbTfojQMseF1D6TCovUHBw8aw84OkeoWneV4ybTSK4LzHalQ1DVWEf7flkB/6IB2uEaH+MVDpX5dDodLNgHVbmiu2dnzhGEASVV5qds8VNEOxN5Tks7WPltpAPLErT3l4ifV7M7TaBJEm7H6fxXfrvh4yU9+mrbZqOPVzld5TzAKVI15I1J53b18vTb6fpuPb6eKb5WhbXtK/iHB4uc6z6tKt/PxfzNQ/Vp9n+9ZUfV72M0LWTB0OLdI5pWyzdfH5E/qb0qI+Qx16DIvURKSOix9+m1rYYqj6F2/SibrhhLH69F/3RbvyOH5ZIux/4u5rTzFI/ldNHXFXmVhcZAkUxDVdGNW288+9pr3PYran/8O9FP037evl/L0SIt1c7kb9NNCQG0w12qb7eFGcbC3o9VSOYQbe2GC+KFK/FGFjf7L7ecbNG6XMPo8Rt3I6iu8C0SBdbjO+w28xDZPOFRnb2uIBSTnDornCW18kbIXEPLJ517SKEAS9PXzuUV3xgX/EyHYnPFw1p25eIYO0iSZIHjNQI0sZQ0fTjI7vr3faDIXvuZWuZumAG3QKmA52fVsGs0hbeFHD1yd4CLp19o7PP91FabCxblKw+Ui5KuK+2aDr2YmGRGMt5+qz5fB+L8Rbz3mlXT7+dpuM62McOXMuimvZVX5ylqcyx6tMu/34uHl3o2R31OaR2fUWLM6zcWlsIXztZsCdJ6fN3a59WHDo/In9ThOsj5tHXoEh9RMoIEP/b1NEWA9UnFy/ncEvzh4u5mOLXO4DsBjAetPBYX13tni481vR3NRPcYD1eZOfPwxQuLL2WrTHTYSWj3XmJvCmk0IJe/nLp/Hva8xx2aPoe49+Lftd8074+ir8XncTbq5PI3yYazKvXr1/f19/s8ubNG7x9+7by3rt37yr/plOiwYlswFL2vrDoY8e+8fKcWpueWn2IXipea9TXqfWZU6sPUTeOTBMRERE9cyez8BgR0UeEwTQRERHRc6U5afqpAbjzvisIExHRYzDNm4iIatJUu/aH/YSwBl+9mIiIiOj5YDBNRERERERE1BPTvImIiIiIiIh6YjBNRL3Ipo/IL56DSERERET0MWKad4nmRLDbJgmGFhSu1f8yaQ6iQ40fWlDW4+rnH7ovyCZ8z4C0eyNB6K5wvQyOvviMrJm4Or/DbPlhjp/XKRERERGdAgbTh8gmfG+EjT7B4M9lp9OjOUgfbdi9oJLmRLDx2IBNhul7GG10TB7SwbJgOsmfxShrMBc2DLjQJx/Raq68TomIiIjoA2GaN9FLEAdYTiyEkoErrf5hO1luTtjef1+GLOev2kenSpZ36eiypkHTtOdTdyIiIiI6aQyme5Nh+hEipx6xpO/7ppw9ViaCY2pw/AhRFCGKfDjm/q94WTPhd5RBPk81atovnRYZmunAj/I2jeA7Wml+cdo3osiDIQGS4e3KPb5tA6xDQB1Xt9PexzRceR72dq058LwrlN/WHA+el70WB+ZMy2apz9ePPSvSWp8hyTAXHhamBtOP4NlTTKc2PM+pHJdIfUTKEBEREdHHhcF0bzGWqxBQx5Uf5NCuYEgJNjdFrqlqTLGdK1AUBYq+gWR4WbCd/z8OPNtAstIrZfYCG3o+tEuMscZcydvdwkay4e0aNcBMUaAoOtwESNys7RXlkWnjqdttAkjnRQDb2ceaA3BtrALhupLyHszSeupuUnq3RHMQeQaQ70tRMF+f47IakXfUZ3iSMcXZSoeiTDCZKFD06+K4ROojUoaIiIiIPjoMph8iWCOEinL8kQYfq8q8zcSdF/+Ol5i7CaTRZRboyDCnKhBamAVZoayMOt0f9YuXE+i6PkjARYeosEsjyvkoZK9ByGCJWXkRsDhovvnyJMT6WJBG06X6aUhj6T59rWFfAOJgiWKdsoYyDfUZXLLBdalOiPP/FqmPSBkiIiIi+hgxmH6QbDRv92O6OfhI7qorIsV3CSCd4QIAcIEzCUi2ty1lquJdEEDHEcLKR4l3r74LW8kwHb+S5n1wlfCjE+xj9ZtD2hgqQvSKpbN91a+BKsH6DCzZ3BxYkE2kPiJliIiIiOhjxGD6gYJrF4k0wqUMyOYUauLiui2OOKAyZ/aDBl70eOkK3Ya0wUovBeRWWC94NBdnEpDcVYLH7j5WvTnUlOI9pO76PC2R+oiUISIiIqKPC4Pph4pvsEkkjC41XI6kxtEv6byaBCqfS0CyRTrGdYttAoRWfSRUgdL0eCZZg+k40JhXesKy0dnVEuWsYvm8eBr0cdUzJMT7WHFzqL4NUem+6nOvq8Tr8zRE6iNShoiIiIg+RgymHyxdiEwy7L2Fx3KSsSjm28omFkY56E7/f9WuBsiyZsIx9wMS7cqGoaqw+z73iAZ3m0aNDTc28oCymEsraw4WRlMwHeMuQWkO/SPJGkzfrmVI9Ohj+c2hxbQzxTu+2aSBt5Y9Jit9N5sbbsMp7UzWTBS76lGfJyFSH5EyRERERPQxYjD9GMEaIbC38FgudFc4W2Rpod4IiatjUi4YzKBbW4zzMlGExRhY3+xHMsHaRZIkDxgxpKHFyzncUILtpW1WrNAeYzlPn/Xs7dpzi/mBNO/g2kWIouxDHo2l2nn/muJsY0GfLKsZEsJ9LMbNJoEkSUjc0mrXTbIFuEZ29pisvN7BDIruAtMiJXoxvkNlV8L1eSIi9REpQ0REREQfnVevX7++r7/Z5c2bN3j79m3lvXfv3lX+/XHQ4EQ2YCmoLrJ96H0iIiIiIiJ6CTgy/QiPWXiMiIiIiIiIni8G0w+hOYiiCJ4BuPNaWi0RERERERG9eEzzJiIiIiIiIuqJI9NEREREREREPTGYJiIiIiIiIuqJwTQ9mGz6iPzimcpEREREREQfCwbTjWSYjr97pmzkOzA1hox77jYIN3dcgI2OT3MQRQ76P4mbiIiIiOg4GEzv0eBEHkZYQVcUKIoCfQUY00uOwNbEwRKzJZ8LRkREREREHx8G0zX5s6Pns2A34hoHM+iru1rJJyTLu0Be1jRomgb5g0b2MmQ5f9U/o5Nzcv2HiIiIiOj5YzBdIeNyJCHZ3OylLsdBEVwDgGw68PM08MiHY5ajEw1OFMH3szK+A3NX3kdaNC3jmBoc/9B2kKacLzwsTA2mH8Gzp5hObXheNeVV1kz4bduRNTh+R+q6SBkAmuPB87LXonnOtMj5cbSuY0/JZlYn51hJvnl92t7rUWfZLJWJ4Dva3jkSOT8vtf907qt+fnwH2nm9BBERERHRh8VguuICZxKQ3NVD6SrZ9OEZEjZ6mgau6BtIhge/HhRsrjFRLISSCuNsjYmiw00kGFdFGKMaU2znHdsBIBlTnK10KMoEk4kCRb/GLsFac+DZBpKVXtlOEQjKMBc21KRIXVfma2B8WQqoRMqkglmW/u4mtU9SoudHnY6xzo5ddwHVWGSB4unqrLPmIPIMIG8LRcF8fY7L0kkUPT8vsv907qvh/My3mBpqeStERERERB8cg+ky+RxS/b092ei1O8dylwe+xNxNII2q86rToPwW213MGeOuFn+KbAcAkGxwHZSC/Dj/bxnmVAVCC7P882w76jQfNc5uEmxvi9H1OMBytiwCKqEyInqcn801dlW+2SCBhLOLUoFMvJxA13Uos341OYb2Oje0RTa3vJha3uP8vLj+I7Kvw+eHiIiIiOiUMJgui+/Q/ZO9efQ6vksA6QwNsSCANMjYkc53wY7odppSz1NFEFNW3U6AdZhAMjxEkQ/fSdNvqwGXSBkR4uenUqbj3Me74O/Daq9zeuzhui3oFz8/ZS+j/4jsq+X8EBERERGdEAbTFekooHTeP4T80NIgppinG9nVtNhgNoGi6LCsDTaQYNgevNocZJEy9DI9Zf/p2hcRERER0XPAYLoixs2mOU1W1vJFpJoDbvlcApItqmNu3R6/nbQ+oZXNL628ZrUU7RhBsMRyNknnO6vjvfnQYmXaDHt+AACyBtNx0LCW1fEIpfzXpceujtvO2LDn5/Hbecr+I7KvlvNDRERERHRCGEzXxMsVQsnAorQCs6w58Kb5csJZwF1eeEo2sTCaVwHv8vjtxFiuQqh2NdiUNROOmYcxGkzHLH2ezkutBl0iZarimw0SaYRLLXtMVvruoOcHALQrG4aqwi4tvDWsLAguzdvVrkYPCKbTtoBqwyk1hqyZ2DXFwOfn8dt5yv4jsq+0TNNxERERERGdEgbTewLMFB0bTOFlaajeFHBXRYASL9NRt5GXpal6IySujsluxSRxobvC2eKR2wlm0K0txvl2ogiLMbC+yccVA9ysUfrcwyhxoU+WpaBLpExNtjDUyM4ek5Wl9A55fgAgWLtIkqRjLvJjxFjOXYQw0jb3r3B+vUJYLyYimEHRXWBapDIvxnfYNcXA5+fZ9Z/OfWVlyudncYaV+6DWICIiIiI6mlevX7++r7/Z5c2bN3j79m3lvXfv3lX+TV00OJENWApOYJFqenbYf4iIiIiIPiSOTBMRERERERH1xGCaiIiIiIiIqCemeRMRERERERH1xJFpIiIiIiIiop4YTBMRERERERH1xGCaiIiIiIiIqCcG02WyCT979m368uGYGuR6uZMjQ3P8Ut19OJr8DOp9WmTNKc6h78B87AnM+5Nv7reFrMHxy/2sWkI2/VI/LMr1r1PaN3bbOHBcIsc+VBkiIiIiopeAwXSD0FKgKAoUfYXtyIbXFAwJkWH6EfwjRxSa48GWNljpeb03kGwPV1q95NPUJ/WU+xqAbGJhS9hYOhRFgb4CDO8hwWtOhrkwINXfBtJnRHs2pI0FXVGgKHOscbW/r8TNPs9fEyzjWpkOmuPBVhNYWd/QV1uM6sclcuxDlSEiIiIieiEYTLeJAywnFkLJaAhMT4WGsQqEqyWCPNCKl5joLra1koORi1FvWdOgaRrkZx4waVcGpHCFZXYS4+AabiJhdPnAA9OuYCQWrLD+AaA5NtTExXwZINsbguWsd6DcLe0biXu96xtxsMTcBYxShxY59qHKEBERERG9FAymOwVYh4A6LkfTMjSzlM4aRfCdcjq4BieKEEUeDAmQDK9Is3X6bEeAfN48+hkvsQzyfwxZHxnmwsPC1GD6ETx7iunUhuc5SLckuq9sa3k6c8NnT0fGuQQk29vSezFuNgmk0WVx/Jqzn2rd9B40OLYE93rXACXZvjY3WSD9GCLtBSR3DXuSzrNyIsc+VBkiIiIiopeDwbSA221SCj4AaJcYY415nn6rW9hINrxdQBhgpihQFB1uAiRumvaqKAqUWSnA6tyOgPgGmwRQ7Qi+78DUNGh7kcvw9ZGMKc5WOhRlgslEgaJfI92S4L5OygXOpCzo1BxEkdNwDgEEM+guYJRvHNgqEndeGVXWHBtS7b1Cvq+Lypxp39w/x5AMeHmg7Kfz4CsE20s6bzqYnMixD1WGiIiIiOjlYDD9EMESs12KbpYOvgoBdZwFWYIG2U6M5USH5YYAVBi2DdtLF38S30amT32SDa53eeUA4sbIsVO8nEDX9RMLtCWc7/7zDBelT+LlHG6iwnZMmL4NNbQwqUbSsNUQq+ZIekedjrGeF3PcYdjV+eV3G7jZ3ON0/nEC1fZQiZM72yvNqpCMq11gK2smFoa0d1yFw8deGKoMEREREdHzxWD6QWSYldWzI0S2Wi8kYKjtpHNuJ5Ms8LJcJJIKu2FEuZ14fYZJU07FDwzEjyKYVRf6SrYoJy6nNy8shKoBQwphVW4CpCPVoTXLRukPSzbFPGbES8zdajp0HCx3c4/Tf89ghYA6LS+G191ewUyHFUrpDZYowmIMrNyk4bhEjn3AMkREREREzxyDaQEXaf5qFjzKMH0PRnn1bEWB0rTSVKuhtrMvXWSqlpre6Xj1OX23SDP5Bc+WNkYaskqo/C/Z++rUh++nL1tN07UXvl8ZVW6ex9w+gptON8jLiLZXjGA22X0+mS2Bs/Ise5FjH6oMEREREdHLwWC6U7Za9jofa0znhlZWzwYgnzcuA9ZiqO1oMAd59tBQ9elJ1mA6H3p+bYy7BJDOyqGsjMuR1DACn8+T1mvzpwHcXsOyLFirFVbZy00AJCE2qxWub1GkXjcFnR0juOlNnbzMQ9srW+F7d1wixz5UGSIiIiKil4PBdBtZS+fFJi6KhZnTETh1XKTbypqTzkPdkwUYjasZ99lOuzPDq6zinM+L3Q9inqY+qbZ9FbQrG4aqwv7Azx4Lrl0k6hRmFtXL2hUMKcHmpnwG5co86d386fw55HGMIAgqr7sEALa4CYLdtPJgHVbmMUOut5cG0zErNxhkzcE0ewRaWkawvTSztHCZnD6WC9U53SLHPlQZIiIiIqKXgsF0A9XO5p96U5xtLOiTPIBBOmd2nj57Ol9peTHeYr6XXpsKrl2EKK3KvMv17bedwwJcWy4SabrbjmePkLh6dWGsvPTR61M4vK9SmbWLJElKI/8fSLzE3EowstNHeXlTwNVL834BaI5XmyedzZ+WDCz6ZAcEM+gWMM3mMUdevb0C3KzPMF0Uc6G9KbCxdBRTtAXbK7jBerzItuNhCheWXpvTLXDsg5UhIiIiInohXr1+/fq+/maXN2/e4O3bt5X33r17V/k3ERERERER0UvFkWkiIiIiIiKinhhMExEREREREfXEYJqIiIiIiIioJwbTRERERERERD0xmCYiIiIiIiLqicH0R0g2fUT5s5GJ6CTxOiUiIiI6bQymy2QTfv5M5ChCFPlwTO0Z/JiVoTl+qe4+HE0+XO+7DcLNXenZ2VTQ4PhRRxDTUUbOPt/1oYZSImXa7PXVCJHvoO9mPg4d7SXsEdvJ2qv+qHXN8RFFfnO7NV2nbHciIiKik8FgukFoKVAUBYq+wnZkw3vIj2cAgAzTj+Af+Zeu5niwpQ1Wel7vDSTbw1Xth3suDpaYLYP62wQZpm9Dlervl3WV0eB4NqSNBV1RoChzrHFVC3ZEyojZ9VVFgb4CDO9AYNbpafrq0+tqL1FDbacgmz5sFXD1CZYNd7bartPh2p2IiIiIHorBdJs4wHJiIZSMg4Hph6dhrALhaokg/0EeLzHRXWxrJQEZspy/6p+R5ngwpBCum9Q/2ukqozk21MTFfBlkI4oxguWsEiyJlHmIOLiGm0gYXbJxc13tJWqo7eRk04dnHAqk+12nbHciIiKiD4PBdKcA6xBQx+VoWoZmOpV0S98pp4NrcKIIUeTBkADJ8IqUzEqeZ9d2BMjnaBwsi5eoD2ppjgfPy16L+mh7OjJZSR+NosYUVFkz4QukKMum33DMp+t2G8LVZ7ipf1DSXkbGuQQkm5uWFHqRMg91gbNKZ8jadO/8l0ehRfuqQLvLGhw/a/MoSz/WmvvGU2lvL3FDbQe7QFpCaDUF0l3XaZN6uxMRERHRU2AwLeB2mwDSefGjVrvEGGvMszRLRbewkWx4u+AjwExRoCg63ARIXH2XkqnMShFu53YExDfYJIBqR/B9B6am4VD8EsyytNDG0bUYy0mROqooCqwQQLLBTfkHv+bAsw0kq+yY9A0kw9ubC/ocxQKjw+1l0qAmubuozIf2zfLJESnzMLI5hooEm12DxViuQkAdo7J17QqGlJcT7atd7S7DXNhQk1WWuq5Ama+B8WV13100p+GGTvHq28/a20vcUNvB2IFnSEhcHeXTW9Z+ne7bb3ciIiIiegoMph8im8u4++kaB81BS5dBthNjOdFhuSEAFYZtw/bSUUHxbexL53OGsCbL0giqDHOqAqGFWZ5THi8xdxOo0/0RtHg5ga7r1aDsI6BOx1jP8xskG8Cw9+Yii5QRodpFoJmOds6rQV+wRggV5cQKLZ0X0CM4FGn37CbB9rban2dL9Gr9YFa5oVN/PfeupKoqkgSQjKtHXZ+d7U5ERERER8dg+kFkmJXVsyNEtlovJGCo7aRzbifZyLJuuUgkFXbfYbyc5mTzOWe1QKgImMriuwSQznBReTf7LP74fuEnm+vK/PW5m0AaXVZuNoiUEVFeiCpfeK4alGfTFHZBbzbHft0nKhVp9wDrMMnSxH34Tpri3fd4XrrE1TGZWAjxiOtTqN2JiIiI6NgYTAu4SPNysxE3GabvwSivnq0oUKyw/r91GGo7++IgDc4qqemiZBO+rR6czwnU5tU++AbAy5XcNZy42s0GkTK9HQjKg2sXiTTCpQzI5hRq4uK6Tyyd6Wr3YDaBouiwrA02kGDYXr8pCxg+zfvUpO0eYGaFgGoPczwH2p2IiIiIjovBdKf6SF46SldZPRuAfN53BaChtqPBHGxESoPjGZBC60A67S22SW1UbPeqj2KnC1KZjnNwDvfLk44CS+cNB5xskY7ripQZWHyDTSJhdKnhciQ9YPGzPu0eIwiWWM4m6ZzfXlMWPmyatyyydPZQghnSePpx0zGIiIiI6MNhMN1G1tJny1ZG8tLAQh0Xc4RlzcHCaAqCY9wlODBi1Gc77c4Mr7IKuKyZWBiHg6b4ZpOOVGrZ43eAbKQ8PVb9YMSSLmil2tUAWdZMOA0LaGlXNgxVhX26zxWrSc9HPjp80fhoovYywTpM58PuGmO/LUTKPIis4apxO2m7SYZdWnisrq2virS7BtMxS5/LuBxJx7tBIKy9vXKaE8HzvL0VzAti2+kjmLWnezdfpw0OtjsRERERHdOr169f39ff7PLmzRu8ffu28t67d+8q/36WZBO+Z5QeNZUgdFe4Li8ShvTHq7OwoWYFk9DFfH0Gzwas+kidbMJZGLuyCK1iQa4+22khayaupiOoUr6TBKE7x+xQnjYA2XSwMNT0WEMLygxwIhv7CdvJ3rNw0/0Vx5SELlbX1RF2AIBmwp+OkKwmRx1RHIrmRNjPWA8rbSFSRtYcLOzs3B5oC5Eyrfb6Kg73VyDNOohsqOX+V9fWVwXavenz+ay8gN3TE2kvlMolro5JQzuIbuegrL0Sqza6rjmIbBVh/f3M3nV6fd6z3YmIiIjoWBhME30U0mAaB4I2IiIiIiLqh2neRB+Bxyw8RkRERERE+xhME71k2erYngG48w+bck1ERERE9JIwzZuIiIiIiIioJ45MExEREREREfXEYJqIiIiIiIioJwbTz4hs+oj84rnURERERERE9GEwmD4kW7jpeMGrBieK4Gj191vcbRBu7riI1DGJtLtImUfp0TdkDY4fpfWJfDhmS41kE/5R601ERERE9PFgMH2ANlaBJEEijXB5IpFHHCwxWx56tpEM04/gtwVTg3nKfT0tkXYXKfM0NDieDWljQVcUKMoca1yhuVlkmAsDUv1tIiIiIiJ6EAbTjWScS0CyWSGBhLOL+ucAZHk3uidrGjRNg9wYxAxBhiznr/pnz9iTnkMRAu0uUuaJjktzbKiJi/kyyLIVYgTLGZZNqQvaFYzEghXWPyAiIiIioodgMN1EvsRISrC5CbAOAXVcz7eVYS48LEwNph/Bs6eYTm14noNKSdkspeBG8B2tIb22O01Xczx4XvZa1FN005TgKPJgSIBkeLv9RbU8YVkz4Xfsq73OIvtqSlFuek/sHArVGdl88oZj7qWz3UXKiB1X+3nOtfWNPKi/EUj71+DYEtzrQ1kNRERERETUF4PpBvLlCFKywU0MBGnEVA2EMpIxxdlKh6JMMJkoUPRr7MIVzUHkGcBKh6IoUBQF8/U5LmsbUqdjrOfp57oLqMZiL003mOWfJ9UP0k8xUxQoig43ARK32J8yKwVPmgPPNpDk9dE3kAyvGuB21llwXz10ncPOOg9IpN1FykDguNrPc6q9b1zgTAKSu4tKwO2b+7XRHBuSO28esSYiIiIiogdhML1HxuVIApJsoa/bLRKo2BuABIBkg+ugFKHE+X/LMKcqEFqYlT6PgyXqU56TzTXyIvHN5nDq8KM01CdeYu4mUKf5SHdDmQN1HlSfc7hX50K8nEDX9QcH9WLtLlIm0+e4Dpxnkb5RDrgVfQMYdnUuu+bAVkOsGEkTEREREQ2KwXSdfImRBITrLLKJb7BJmtJ521Js01HD3TZaJHflgOsOTWPPj5eNYm5vK+/GdwkgnSGNz8TrPKSuc9he56p4F7A+gEi7i5TJdB2XyHkW6RvlgDu/2SCNLrObDRocW0VozYpRcSIiIiIiGgSD6Rr5cgQJgGrnqbPp/OBD6bzPSWWOcxQhstV6kZPzVHUWaXeRMk+tEnDn8psN2hgqAHXqw/fTl60CkAwsfP9o6fJERERERB8DBtM1F2cSkLjZo4aylxUCkHBezy0+6BbbAyOWH0Zan9AqHdPulY9aHrHO8vkDHskkUucSWYPpONCE26hKpN1FynQb6jynC6BJTTtOtrgFgNtrWJYFa7XCKnu5CYAkxGa1wnV10J+IiIiIiHpgMF2hYaw2pOgGa4SQMBJ+qHCM5SoEVBtOKbqTNRMN60MJi2826bONtewxWdVPcZeglOJb/Wy5CqHa1WBT1kw4uwr1qXPbvrJgsTQXW7tKR3T7EalzQbuyYagq7Kv9z7qJtLtIGRF9znO7YB1CMq6K8yObWBhSUcc4RhAEldddAgBb3ARBMY2biIiIiIh6YzBdpo2hIsHmph5lZKOAjcHjAcEMiu4C0yJNeTG+w83ekGoP2ZzYkZ09JquWpxtcuwhhwMtTosufBzPo1hbjRZEyvRgD63KFetT58L5iLOelz/wrnF+v8KDHG4vUOS+6dpEkidBc5D0i7S5SpvbJQT3Oc6tgBt0Cpl52frwRElfHhIuNEREREREd3avXr1/f19/s8ubNG7x9+7by3rt37yr/JiIiIiIiInqpODJNRERERERE1BODaSIiIiIiIqKeGEwTERERERER9cRgmoiIiIiIiKgnBtNEREREREREPTGYJiIiIiIiIuqJwXSZbMKPItQe3wzZ9BH5pvhzhIVocBr2dRSas3ue8d7zp+npyRpMxy/aw3dgatXeJcsaHL9cxodTK0NERERERB8Og+mPQTCDoihQFAVWWP+QnpYM82oMrOe7NtFXwMj2SjdWNFx5NqRkA0tPyyjzFWB78E0G1EREREREp4DBNFEfsrzLUJA1DZqmQe4V38ZYzmZYBnHxTjDDKgTUcZExsHV1TGZL7IrFAa7dBNLocuAMCSIiIiIieggG0w8iQzMd+KXUad/RqkHOXprufipvSoPj59vx4Txo5FGgPoLk8nZ8B5rpIIoclBPDK2Va6iyb2fE/l7Ry2Sy1RdM5lGEuPCxMDaYfwbOnmE5teF71/HRvp0uA5bIItomIiIiI6PQwmH4I7RJjrDHP0nQV3cJGsuHtgkYZ5sKGmqyg52Xma2B8WQ26AKjTMdbzLN3XBVRjgQOx6WGd9RGkOfAMCZtdavEWU0OtFJFNv1pG30AyXkD6seYg8gxgpe/Sr+frc1w2nELJmOJspUNRJphMFCj6NYL8wx7bycmaA1sFwvVuKw1kXI4kJJsbMMwmIiIiIvrwGEw3UO1iVDGKIniGVC0QLDFbBkVQEwdYpnm6WbB8gTMJSLa31TKzZRF0ZZLN9S6VN77ZIIGEs4taoS6d9REhw5yqSNw5doOi8RJzN6mUuRxJjWWa0o/j5QS6rkOZ1Y/61KTHjtDCrJJ+vcSyqerJBtelcojz/+6xnWyxuyiK4NkSQktH22nSHA8GXMw5Yk1EREREdBIYTDcIrWzUNV8gqhJQIg2aHL+SVh3Z5RHcAOswgWR4iCIfvpOmeNeDTQBI7spB2R3qexLTVR8R2Q2Acn0AxHflGrWUkc7QdA8g3gWapyw9rvaR4cLh0eEe24mXmOT9y9pAallcTDZ92GoIa7I8sF8iIiIiInpqDKZ7k2H6Hgxpg1We6qwoUGrLZAezCRRFh2VtsIEEw/b6p10LEasPna44ODy6n6bVJ7D02V5WAxERERERfTgMpnvLRh9XpZWWAcjntVRwAECMIFhiOZuko9u90q5F9alPm1tsE0A6ry25VdlOS5lki9vKu8iep+ygcd21k5IeV3k17YcZajupNJAGXH1WaVsiIiIiIvrwGEz3lgdMZukRSQ4WlXnVGkzHLAWR6VzjxoDz0UTqU7hNCzcEuDGWqxCSsShWHZfN2nZi3GyStMxuZ2mZptRn7cqGoaqwr4YJLo8nPXaoNpzSiZE1E2avqotsp9430s/r57AIpCfF/HQiIiIiIjoZDKZ7i7GcWwglA142P3kx3mJeSasOcLMGxot8DrOHUeJCP8qcV5H6FOLlHG4owfayxzaV5+kGM+hugpHtpfVenGFV2068TEfZR9n/H3kjJK6OSUPEF6xdJEkiNof4QwtmUHQXmGbHHkVYjO9w07fqndvJ+0bx2DTPrp9DDVeGBECCkZ/n3av2GC4iIiIiIvogXr1+/fq+/maXN2/e4O3bt5X33r17V/k3vQyy6cMbbY50I4CIiIiIiOh54sg0ldRSkOV0hLQphZuIiIiIiOhjxmCaSgLcrM8wzdPTvSngWny2MRERERERUQ3TvImIiIiIiIh64sg0ERERERERUU8MpomIiIiIiIh6YjBNRERERERE1BOD6TLZhB9FcGoP8pVNH5FvovRE5gFocBr29cFoTvV5xidTsacjmw783Tnw4ZSfwZ2X0UplfAcNRXrRnOJ50819TIPjH/qsJOu7TeWGrjMRERERETGYplwwg6IoUBQFVlj/8OWTTR+eAWz09Bwo+gaS4VVvdsgmFraEjaVDURToK8Dw/IcHp5oDWwXcfJ97z/KWYfo2VKnyZgMZ5sJAY7Gh60xERERERACD6ZdBlpsjo0PvU52My5EEhGvsngIWL7EKAXVcRNPalQEpXGEZpIXi4BpuImF0+ZjznODuwJPHNMeDIYVw3aT+UZV2BSOxGm+CHKfORERERETEYPpBZGiVlOAIvqNV02tlDY5fTuF1YGpNAUyWxtuSWtxOw5VXG0FFOurpeVco3haoc6em1PSm9wBZM+ELHJdsZueovoGTI+NcApLtbem9GDebBNLostb2ZqlN98/z7phtFYAK+0Ca9+02hKvPcFN6b58Gx5bgXgf1DwatMxERERERVTGYfgjtEmOsMc/SohXdwkay4e0CQhnmwoaarKDnZeZrYHxZCm5T6nSM9Twto7uAaix6puAGWNdGUAFAG6tAuMYuxOqs84A0B55tIFmlqcWNKdMnJcYyHYbenXtZMzFVk1KQeoEzCUju4mx+uYPmeyMOIs8A8mNXFMzX57gsHXu8nKSfWSGAEFbeJrU073g5K0bKD9AcG5I7P1BuuDoTEREREVEVg+kGql2M0EVRBM+ozUYNlpgtgyLwiYNdMJbGH1kQs72tlpkti+A2k2yukWXgIr7ZIIGEs4taoQ5BGk2XAnUNaSxd2ltnnYciw5yqQGhhtjuwJeZuAnW6vzhWvJxA13Uos/qZeWLBDLoLjLysze0REutQkAoAEs53/3mGtMkajh1AHCyxPMbhaQ5sNcTqcCVrTqDOREREREQvBIPpBqGVjRRmL31vzqoM0/ErKdNpym4uwDpMIBkeosiH76Qp3vVAEshGDXPxHep7EhKsEULFbnBaG0NFiHIs3V3noRQ3Esriu6QUwFXFsWgweDya48MbbbHaLUC2AmwPflOaQDCDokyKQDvZIj3a9NgrNzGORoNjqwit2d4NmkYnUWciIiIiopeDwXRvMkzfgyFtisBrl7JbCGYTKIoOy9pgAwmG7R0npRooUr2zkd+9FG/BOg8pvZFw7MB9KBrGqoRwtdxlCSAOcO2W5xbfYpsA0nlDcP0haGOoANSpD99PX7YKQDKw8P0spf7E6kxERERE9IIwmO4tG8krB14A5POmBxPFCIIllrNJOro9eEp1Ibh2kUgjXMoNKd696tyTfF57JFMawNVH99NXwyiqrMF0DszlPQW70fQY6eB6eWw9XQU82dxk6fPpsdfnrx/F7TUsy4K1WmGVvdwEQBJis1rh+hanV2ciIiIioheEwXRvefBRzP+VNQeLyrxqDaZjlgLE7NFLu9TaI4hvsEkkjBbThhRvkToXbtPCDQFutp3d3GcZ2tWoFkyni3mpdjVAljUTjrkfsGlXNgxVhX21/9nTKUb2d3WWNVwZ6eOy8lMZXLtI1OluVXZZu4IhJdjc7Iazs3noNpzSwcuaiYZDFyBDluVdavyFLGP3tLM4RhAEldddAgBb3AQB8sz5p68zEREREdHHgcF0bzGWcwuhZMDLUpgX4y3mlZTpADdrYLzI05w9jBIXem215mFljzySJCTudW0EWKTOhXg5hxtKsLPFuIp5wzGWcxchsu34Vzi/XmFvK8EMurUtHX+ExRhY3+yNSyNYu0iS5IPP2Q1mOqxktDvmyJtCCi3o5YXR4iXmVoKRnaawe1PA1UvzkNMNQdFdYFqkuS/Gd2g49E6a48HzPNiGBEgGbM+D5zn9shueuM5ERERERB+LV69fv76vv9nlzZs3ePv2beW9d+/eVf5NRERERERE9FJxZJqIiIiIiIioJwbTRERERERERD0xmCYiIiIiIiLqicE0ERERERERUU8MpomIiIiIiIh6YjBNRERERERE1BOD6TLZhB9FcGoP8pVNH5FvIn/a8jA0OA37OgrN2T0/OIoiRE+y05fmGO2lwfGjI/QtIiIiIiI6NgbTH4NgBkVRoCgKrLD+IX0YMkzfhirV3yciIiIioueAwTTRB6A5HgwphOsm9Y+IiIiIiOgZYDD9IDI004FfSp32Ha2aqitrcHy/SK32HZhaUzJvluobRYgiH47ZVKaLQH0EyeXt+A4000EUOShnN1fKtNRZNrPjHzY3+jgGay+xtrjdhnD1GW5q7xMRERER0fPAYPohtEuMscY8S51WdAsbyYa3CxplmAsbarKCnpeZr4HxZSUoBQB1OsZ6npbRXUA1FtiLz7p01keQ5sAzJGz0vM5bTA21UkQ2/WoZfQPJ8OD3rvQpGbC9BNsiXs6wjCtvERERERHRM8JguoFqF6OKURTBM2oTW4MlZssAu1goDrBchYA6zoKvC5xJQLK9rZaZLRHk/84km2sEWaH4ZoMEEs4uaoW6dNZHhAxzqiJx50WQFy8xr6Qhy7gcSY1lpNHl3uhrvJxA13Uos/pRn5oB22uQtiAiIiIiolPHYLpBaGWjitlL35vXKsN0/Eoqb2SXR3ADrMMEkuEhinz4TpoyXA82ASC5Kw1Pxneo70lMV31EZAFluT4A4rtyjVrKSGdougcQx89h+HXI9hqiLYiIiIiI6NQxmO5Nhul7MKQNVnmqs6JAqS2THcwmUBQdlrXBBhIM29tL9R2GWH2o3TDtxbYgIiIiIvpYMJjuLR2dDVfLXbovAMjnTc84ihEESyxnk3R0+yipvn3q0+YW2wSQzqvjsdXttJRJtritvAtA1mA6DhrX8TpJj22vodqCiIiIiIhOHYPp3tKAUh2buzRgWXOwqMyr1mA6ZimITOcaNwacjyZSn8JtWrghwI2xXIWQjEWxirVs1rYT42aTpGV2O0vLJJubYp5wRruyYagq7Kt+IenTG6q9+rSFDFmWd6nxF7IMea9NiIiIiIjoVDGY7i3Gcm4hlAx42ZzYxXiLeSWVN8DNGhgv8nmzHkaJC32y3As4H0+kPoV4OYcbSrC97LFN5aWogxl0N8HI9tJ6L86wqm0nXqajtqPs/4+8ERJXx6Rhaepg7SJJEoTr+jJep2ao9hJvC83x4HkebEMCJAO258Hzqo8gIyIiIiKi0/Xq9evX9/U3u7x58wZv376tvPfu3bvKv+llkE0f3mjzgMCSiIiIiIjo5eLINJXU0p1lDVcHUriJiIiIiIg+ZgymqSTAzfoM0zzd2ZsCroV5Qwo3ERERERHRx4xp3kREREREREQ9cWSaiIiIiIiIqCcG00REREREREQ9MZgmIiIiIiIi6onBdJlswo8iOLWH/cqmj8g3UXoi8wA0OA37+mA0J3vGcvY6mYqdOM1BFJWfDy1Dc/ziPPoOyo/yFjfUdroI9kNZg1mvz27Z96yIrMHxy2V8OLUywmQNjp/3Rx9O74MXPK5O4tuRNQd+R3t1l+nX7tWy1e8o2Sztq+EcDtNeIucnLbPbT+XV9Gz1rO0PfOd2HVdv2ff+/v76tcVO7TtB7Dz321dbu/chsp3WMo++Tsva252IiOgUMZimVDCDoihQFAVWWP+QRGmOB1tNYOnpudRXW4w8v/WHcZOhtjMMGebVGFjPd31EXwEj2ysFURquPBtSstnVWZmvANuD37vSGhzPhrSxoCsKFGWONa4+0LELkk0sbAkbS9+dH6PeXgJlerW75sBWATc/36VnwcumD88ANvln+gaScaz26hJglvWb4qXDTQCEawSVsjJM34YqVd7c6T6uvmSYCwNNu+vVFgeJnede+2pp915EttNaZsjrtL3diYiIThWD6RdAlpt/vRx6n45Fw1gFEvcaQfaLMw6WmLuAcdXn1/5Q2xlKjOVshmVeGQBxMMMqBNRxUZ+tq2MyW+7qjDjAtZtAGl32GmnSHBtq4mK+DLIf7jGC5Qyn/IQ27cqAFK525ygOruEmEkaXpYCps8xD2j3B3d55kXE5koBwXZyzeHm09noQ+RIjKYF7XQ2lNceDIYVw3aTyfkrsuHrRrmAkVsMNxIe0RbPu8/yQfTW1+0OIbKe5zJDXaXu7ExERnS4G0w8iQ6ukGkbwHa0h/a09LTb12DQ5DVdew8iM5sDzrqrpx1117tSU0tn0HiBrJnyB45LN7BzVN/AhyGapLZrPTyXF1HegndcKAEiafnlK57X+0b0vke0InWeBfeH8sf0wwFLoV3RXP5RxLgHJ5mZ/lKxG6NgFjuvx28nqvL0tvRfjZlMOmETKpLrafXfN2CoAFfauP/ZJjxVtryHOzz7tyoCUbHBTq8LtNoSrz3BTfbs3oTpDg2NLewF9WVdboPM7Qfw8d+1LtN27jl1kO91lRK/Trus9NVS7ExERPTUG0w+hXWKMNeZ5yqJuYSPZ8HYBoQxzYUNNVln6mwJlvgbGl3vzA9XpGOt5ltrnAqqx6JkmF2DdMDKjjdVqCmVnnQekOfBsA8kqTWd9fCrmE9AcRJ4B5HVWFMzX57gs1TlNMZWKFNP5FlNDLW8FACCddzSgwL4guJ3O8yy4L9WYYpv1w3w7bem+cpb+Ga4PByL5SGLlB3dnP7zAmQQkdxeV4Mw3axUWOXaR4xpkO3md4/R8Rw7275uJlEl1tXu8nKT1sEIAIaz8XO5ScGMs0+Ha3XeJrJmYqvsjwVVN7TXE+anLRmIbArG4dWRT8LgE66w5NiR33rK/7rYQ/U6oajjPAvvqbnexYxfZTncZ0eu063pPtbc7ERHR6WIw3UC1i7voURTBM2oTuYIlZrvUtjRtL/+Rl/5EyH5obG+rZWbL2vxAINmUUvtuNkgg4eyiVqhDkEbTpUA9/bFaCXQ66zwUGeZUBUILs92BLTF3E6jT/ZGzeDmBrutQZvUz85Qa6ow01XK5q1b2A7j84zs7rkJ6Y0MyrnaBkqyZWBgSIJ0hbVaRfT1wO3vnuaHM3r5STcdVHzHdLdQURfBsCaGlo63ZNMeDARfz8q9kwX5Yvsmk6BvAsEvBWcNx7R17qv24htpOnYTd4OSuveqayoi0u6BgBt0FRl7eXiMkVnvguN9exzk/sjmFihCrtsoc0nlcgnXWHNhqWx1E2kLkO2Hf/nkW2ZcIwWMfUPt1Kn69ExERPVcMphuEVvbjIHvpez+OZJiOX0ldS9PhcgHWYQLJ8NK79U6a4t30Y6aS2hffob4nIcEaIVTsBqe1MVSEqA4adtV5KMWNhLL4Ljn4wzCOD/2gfSppndtHWUsjiyXxXbXFgpkOK5RgZz/2F2Ng5SZAskV6RkT2Jb6d9vMsti/U++HedvI3l5jk14S1gdSyWJVs+rDVENbeokZi/bB8k2k/OBM59lT7cQ21nZJgBkWZFMHVrr1KWsp0t7sYzfHhjbZY7Rbq2l/0qqy5vY5wfkrznrt75b7u4xKpswbHVhFas9Y6dLeF2HdCWfN5FtmXCJFjH1b7dQrh652IiOi5YjDdmwzT92BIm+IH3S4drhDMJlAUHZa1wQYSDNvbS20bTpbqnY0+7KV4C9Z5SOmNhI/xB1SctX16jiezJXD2kCVqxbbzoc5zukBS/YdzKk19TWDp9WBFvB/WAxRgf5R3qGN//HZusU260nRFykC43dtpGKsSwlXboleFw+2Vevz5KZEvkcbSTXvqIn5crXXWxlABqFMfvp++bBWAZGDh+6WU6CHaotB+nofbV+uxD6z9OhW/3omIiJ4rBtO9ZaN95R90AOTzph8+MYJgieVsko5uHzG1Lbh2kUgjXMoNKd696tyTfF57rEwaNNRH99NXw49IWYPpHJ4/+jTSOtfnnVc1B0Pd57A+P1RkX02at9N+nsX31XhcvUbFUvmji1x9VulrKZF+mKW8NgWdu/qIHHuqvp3qcQ21nRjp4F851K/PixUp06Te7o9UuyHR3l5DnZ9CuvCYi9ap2w+xOy6BOt9ew7IsWKsVVtnLTQAkITarFa7rld6pt4X4d0L7eW5S35cIgWMfjMh1KnK9ExERPW8MpnvLA5TSyqeak85v29FgOmYpQMxSGxt+XA4mvsEmkTBapPMRqwM/InUu3KaFGwLcbDulObna1agWTKeLBKl2NUCWNRNOfXEaANqVDUNVYR98BMxTyBc2suGUKi1rJooqp2Wk8gJxcjavsUwzS9uQ08fHVOaHiuxLfDvt51lwX0DjcYWrPBW13p+LOZ3lH/tFwFBKYa4Q64fBOqzMH83rUw5Mu4891X5cQ20nu5mlTncr9svaFQwpwaa0XLVIme52F1FkqhSb0nBlVNOru9truPOTEgkQZciyvAv4L2QZxRP+RI5LoM5xjCAIKq80M3uLmyDAbtZJZ1uIfSd0n2eRfYkQOPYBdV+nYtd79klLuxMREZ0uBtO9xVjOLYSSAS9Lo1uMt5hXUtcC3KyB8SJPtfMwSlzoe/NHh5Q9ZkeS0ueV1j7rrnMhXs7hlubvFfMRYyznLkJk2/GvcH69wt5Wghl0a1s6/nQO4Ppmf2wkWLtIkuSBaZ8DCmZQdBeYFimSi/EdKlUOZtDdZLf4UbQ4w8qtHX1wg/V4sWv3Kdz9tE6hfYltp/M8i+wLQOiucJZvxxshccuLi+X9uXjUm2enZSa7H/tZUAMJRn5+di8ny8gQ7IfBDLoFTPPtZPUp9iV47J3HNeB24iXmVoKRnZ5nb9oQPImUEWl3AcFMh5WMdtdw5E0hhRb0XaVF2mvA8wNkC4/Vbh7UaI4Hz/NgGxIgGbA9D55X1Kf7uMTr3EmkLTq/E0TPs8C+RAx17CI6r1PB612g3YmIiE7Vq9evX9/X3+zy5s0bvH37tvLeu3fvKv8mIiIiIiIieqk4Mk1ERERERETUE4NpIiIiIiIiop4YTBMRERERERH1xGCaiIiIiIiIqCcG00REREREREQ9MZh+JNn0EfnFczSP6Sn3Rc8L+wYRERER0dN6IcG0BqfyPOTSJ07teZ5Du9sg3Ny1Pj9ac4rn8z4q4BHY11HJJvwoglM7mccJ5NI2re/rIWSzdP5Lr6b+8mx96L7xsZM1mJXr3IGpVfuXLGtw/HIZH06tzNMZ7voqaHD8R37HCbiffIb3P/g6fvqDr+On3/sM9+WdySO8/8HX8X5Seg/A/Te/hp/+4GvVskRERESP9EKC6QDrEJBGl7UfcTLOJQDhGkHl/eHEwRKzZcvWNQe2Cri6AkVRoEyWDw54OvdFjeLlJD33Vggg2bXFZPmQlpBh+qcXiLf3jdOs88shw7waA+t52s8UBfoKGNleKVjVcOXZkJINrPy7YL4CbO+FtIsM07ehSvX3Bzb5DO/tL+CTX/8GfuZXvoFPvwW8/057kHz/W1/DexX49Nd/H68ecskTERERHfBCgmkgWIeAdIaL8pvyJUYSEK4PBRkHyPIuKJc1DZqmQd77sSZDlvNX/bO6BHeP+hHXZ1/0YgzeD6mR0HluE2M5m2EZFBd5HMywCgF1XAz9bl0dk9kSu2JxgGs3abgJ+PxojgdDCuG6Sf2jAX0R979xgVdusAuKX/l/hE9/9AV8/s+/WC8M5IG0wUCaiIiIjuPFBNO43SKBitJvV+DiDBJClGNpWTPh+3mqrw9nb1RIhrnwsDA1mH4Ez55iOrXhedVUcc3x4HnZa7Gf1rhLLbZVACrsvTTvdLQw2suz3B9FbN9Xnq6ZpVgePC5ANh34pTRUzXSOlAIvQyvvK4rgO1q13nspr/tpsanu43o8kXOYlokiD4YESIZX1L3Wht19TKQthuiHInUW74fPkmyW2rShHwqe5+7tdAmw7JEJ8eipE4NdXwLXMoDbbQhXn+Gm9n7d447r7+HzLwG4+3HpvR8Dfw7cn/290nupNJD+Al5ZDKSJiIjoOF5OMB3fYJNUR4K0sQokW9zu3nDg2QaSlZ6mWeobSEY5FbMgGVOcrXQoygSTiQJFv66kigezLJ3zwEhMNbU4hJWlfxZp3jGW6dBV9Ue7dgVDSrC5KX79de0LANTpGOt5Xg5QjQWqsaADz5Cw2aWYbjE11FKBAWmXGGONeX7MuoWNZMMrB3ALG2qygp6Xma+B8eVeYN95XANq31eAmaJAUXS4CZC4WR9SFCizUs8Q6WM92uJx/VCkzuL98NnRHESeAeRtoSiYr89xWe9kXee5x3Zycja9oz0rRsblSEKyuXnw1I9mA15fnddyKl7O0ONewcPIr+vvpLY/AX7xNe7L740/SwNp99v41C9/QERERDSclxNMI8bNJgGk893I77mE0g9VGeZUBUILszzPMl5i7iZQpw0jJckG16W0TcRH+KUYrBHWRtO1sQqEq94/TJPN9S59NL7ZIIGEs13Oe3rsiTsvtpsd+0OodjFKFUURPKM2UTKbv7s7hDioBWwXOJOAZHtbLTNb7s1tbz+uYT1+XyJ9rGdbPLN+eDoa2gLp3PLGqeUHz3OP7WQL9EVRBM+WEFo6yvdZ6jTHgwEX88FP8oDXV+e1fJru1Qu8+hFwb/zjapBNRERENKAXFExnPwalES5lZPOlyyNrxQ/Myv9zl+zPtUY5CD+mdOG0ItDSMO4czWqWlCdlx3eohmbZsdcmbsd3BwK4DqGVjVJlr/1RURmm41dSQ9N091yAdZhkacc+fCdNQd27odF5XMN6/L5E+li/tnhu/fB0pOdZ9BgOn+ce24mXmOTXhLWB1LK4mGz6sNUQ1i5TJUu3L9+gkgx4u2uoz3SMIa+vrmu5y5DHJe6V+218+i/+EK9wgfff/HL9YyIiIqJBvKhgOv0xmI6syJcjSMkG9SzVyrzR3j8Mhxdcu7sbALI5hZq4uBb43X66ZJi+B0PaYJWnMSt5unshmE2gKDosa4MNJBi2t5c6+lydWh8T8fL64YcVB2m2QdPiYrLpwzMSWPqsNFIcYzmp3aBK3CJNWymX7TbM9SV2Lbcb8Ljiv6y/kzr7AvDnf4lX5ffufgzgT/GpdQuov7b3qCwiIiKiIbysYDofYRtruEiH/0qjTbfYJvujqr1/0A0tvsEmkTC61I40fxK7Y5fOqz/r5fNjPMcmG8lblVYtPrivGEGwxHI2SX9kn3jqaDeRPvaUbdHDwP1QFlgOe6gyzdLzXF5D4WGG2k4qDaQBV59Vro/jeOz11edafgp/gU9+BOC8vHL3F4FfBF5t/6L0Xon/B/g0BO7tz5juTURERIN7YcF0/oisKaZ7aarpQkuq7aC8qK2smXDMfj8xy3ap5Vr2eKJ6gU5pvSTD7lzw6eH7yvexKFb0lU0s6nOdB5EHH8U8dFlzavvSYDpmqR3ShZgqi8WdrBh3SdMzzdPPuvvYcdqivW+01Tkn3g+7aE4Ez/MaVggvDFXmsHxhNRtOqTFkzUS/y11kO/X+nH6+MKo3JYpAenLkuej1+jz0+hK5lnNpv8uny1wc5VFtP8arb93i3tB2z5W+n/xjvP/ST/DJvy+v8F316jeZ7k1ERETH8eKCaQRrhJK090is9LMZdGuL8aJIwV2MgfVNvWAP2eJRIzt7PNFDfvgHa4RA94JPj9lXMIOe/b9RFCFanGHVK11TVIzl3EJYmhe5GG8xr+wrwM0apXbwMEpc6Lv5o8OqPqZMguGl+z00n7VLcO0iRGneZ7kdRPrYMdqio2+01nlXSLAfCqrPHW8yVJlGwQyK7gLTIu1+Mb5D78u9czt5fy4eReXZIySujsnuRGq4MqRK/yte+/OG4+WktPJ/X0NdXyLXcip/RJudzYm2PW//8WKPPq5spNn9CT7/ztfx0x98He9/Q+QZ0kz3JiIiouN49fr1697Zb2/evMHbt28r7717967yb+pDgxPZgKW0rv47NNn04Y02D/iRTUM7jbb4MP2QiIiIiOg5enkj08/Q0yz4VEv9lNORssfOjaWHOM22eJp+SERERET0MjCY/pA0J00JNQB3fuwRyQA36zNM89RPbwq41hGecUvdTqwtnrQfEhERERG9DEzzJiIiIiIiIuqJI9NEREREREREPTGYJiIiIiIiIuqJwfQT+Lmv/jv8w3/92/i5+gfPnGz6iPziGbREREREREQfi5cRTJ//Nn7lu/8F/7D8+te/hy+d1wt+ID/6Pv76P93hb+rvP3d3G4SbuxNfsEqDE0VoeqzysWlO8dzhzpsOmtP4vOHHETj2bPGx3au1cBuBfZ0oWXPg79rJwQMfP16QzXR79TaXNZiVPuHA3C3pvq+t/4jU+dTKEBEREb00LyOYzvy18z/h7VfS13/+A+B/+J1/d8SAWsaX/vV/wa98tftX49/8h9/Bn337u/W3n704WGK2PIXnKMkw/Qj+Kf2C1xzYKuDqChRFgfKg50c/wXEFs7R+igIrrH946gY4P7KJhS1hY+lQFAX6CjA8/xHBoAxzYUCqvw0Z5tUYWM9351tfASPba74B0dZ/ROp8amWIiIiIXqAXFUyX/c1/+F/x3/6rhJ//v3zIX3Qyfu48f9U/e85kyHL+qn9GhQR3/SNoekLalQEpXGEZpA0VB9dwEwmjywd2bO0KRmI13JiIsZzNdvsBgDiYYRUC6rgpmsbB/iNS51MrQ0RERPQSvdhgGvg/42d/of4e8HNf/b1SSvi/wy83jCy3l/kKfvm7/wX/8Lv/Fv/DLwA/+5V/W6SW/6uvlMoBr//Vv8Xf/53s9Vv1OdPpdn75n30Fv/yvD+0rVanPv/49vP7q7+Effvf38Lpe8KCmFNyG92QNjt+dhqo5Hjwvey3q6cv5djU4fp4+7MNpGKaSzWpqqGb2TXVO9xVFHgwJkAyvJV1ZoD6aCb+jTBfZzM6frQJQYe+Or5amWz/2ys2WPscl4Lz72EVU6nxoO4PsS4ZW2VcE39FK52+o8yPjXAKS7W3pvRg3mwTS6LLYn+YgimojrU3vQYNjS3CvH56t0d1/ROp8amWIiIiIXqYXG0z/3FfH+Hkk+Ov/WAzt/NxX/x3+/ld+EX/921k6+G9/H3/nK/+2kqrdXea7+LOv/E94+5V/if/2X4G//e6/3KWWv/1fqqncf/m/ZCnn300q75f9/Gdj/NXv5uWAn//K/7uamv7Pfq9an9/d4he+8k9KBYYiw1zYUJMV9CwNVZmvgfHlXnAbzLI0VffwcanTMdbzvBygGou9YMQzJGzyNNb5FlNDLRUQEWCmKFAUHW4CJG6aZqooCpRZNaARqo9tIFll29A3kIwDKbgt4uUk/f+tEEAIK69PKU1XNv2OYxc/LhGqMcU2O/b8uPqmRu/V+cB2htgXtEuMscY8P2bdwkay4e0aY6jzc4EzCUju4mLOelNVgxl0FzC8/EaPBsdWkbhzLEsjx5pjQ6q910bOUrnDdVHn7v4jUudTK0NERET0Mr2oYPrnZ8UCZH//K7+Iv3b+n/jRXf6pjNf/QMLffrf03t3v4IffTfCz/+D/mo0ai5QZ1t/+p/8Vf5nt62/+4/fxt5Dws7sJlzK+9Nk/aazP8LIfxdvbYm5mHGA5W6JPeJJLNtfIM1rjmw0SSDi7yD+VYU5rwUi8xLwlOH8skfogtDDbFUrro07rI++PJeNyJD3tsTfsq9+o4eE617cjUqZTNhe/0g/TfOi9GzvDkrC7jyWdYdc9AMTLOdxEhe2YMH0bamhhUo2kYashVl2RdL44WRTBsyWElo5e8f+ew3UunFoZIiIiopfhRQXT5QXI3v729/F3ZuUR5TTt+7//qPpj929+9OfAL5xlgbJImWFV9nV3h/9e/rCtPoMLsA6TLGXWh++kKd69gqCSpDzZM75DNVQsjWaVxHdHDChF6lNJVc3qM3hA8IGP/UHH1VLn2nZEynSTYTp+Jc07TXs+omAGRZkUNwKSLWq9AcuJhVA1YEghrEoEnI5Uh9as+8ZTvMQkG23WrQ0k+wEj97nOOp9gGSIiIqIX5EUF0xVHHlF+iYLZBIqiw7I22ECCYXul1NqXrzL39ikCOGogw/Q9GNIGqzylfJf2PLRbbBNAOhcMZrUx0h4hofK/ZO+rUx++n75sFYBkYOH7B6cKxMFDRu5F6nxqZYiIiIheppcbTO/5P/C3/xX4O1+q/uj7uS/9IvBft9kzoEXKPKWW+jyWfN7w+B4AiBEESyxnk3RO9FFSa5t/gMvnzTU6vrQ+oVUK3nYvgdHGXp7+2Bv31WvUsKXOte2IlGmXjoKHq+UuLR9HOz8x0oHz8rh5ltK+uak9yiyfJ63X5k8DuL2GZVmwViusspebAEhCbFYrXIsfvACROp9aGSIiIqKX6eUG0+dfwf/pKxL+9j/9f7MgOMZf/qcEP1te4Ov8t/FLvcvkYvzNf4PQyPff/Mfv429/4Z/i9T/LHpNVL3BQjB/9wf+W1uefZUFKVp9+0mComP8rQ7sa1YJpDaZjlhYPSn8QtwVC8c0GiTTCpZY9Jqte4KAYy1UIyVgUq4XLJhZG3+PKZT/oe43wlaX1Ue3q4kmyZsIxh76VUDr2fF8Hj/2xx5Vq2le42n/u9e02u3myt7NsdeaG7dQDpqYyTfs6LOur42Kuuqw5Rzs/wbWLRJ3u+qGsXcGQEmxuyjWWK/Okd/On8xW24xhBEFReadb+FjdBgDhGw/WV9q+mc9hFpM6nVoaIiIjoJXpRwXR5AbJ/+Du/AXz3/4Uffrv4Qfc33/6/4T9/98/x87+Tl/mn+O/f/Zf4Qc8yub/8/3wbf42v4u8feDTWzt3v4Iff/XP8/Cx7TNahck3+w/8jrc8sewTXb53hvzr/W71UhxjLuYsQBrwoQuRf4fx6hWribICbNTBe5GnOHkaJC720CvWebIGpkZ09JutQPmuTYAY9+3+jKEK0OMPqEam8wXXp+Ho/Iimrj7UtHX+ExRhY3ww7Lg2Ujt3L9rU4w8ptPvZHHxeA0F3hLD8ub4TEbV70Kl7O4YYS7Kxe5bm88TLNVNjVOdtOZRGuHvs6LMZybiGUimNejLeYH+gbjz4/8RJzq+iH3hRw9dK8X6SPgqvOk87mT0sGFsLznfPrq3j0nGc3n8NOAnU+uTJEREREL9Cr169f39ff7PLmzRu8ffu28t67d+8q/6bj+bmv/jv8/X/wffzn//vvfIDU8+ORTR/eaNMewBMREREREZ2AFzUy/TJ9BV/6V7+N17u083r6+nNVS3uVNVw9IOWViIiIiIjoQ+DI9DPwc//s9/BLn/0T/OwvAECCv/7ut/D/+/Z3n3kwnc2FnaqQJABIELorXJefL0xERERERHSiGEwTERERERER9cQ0byIiIiIiIqKeGEwTERERERER9fTRBtOy6SPKnxNLRERERERE1MPRgmmn9pzaMtn0EUUOej4Rtp3mIIp8HNjlvrsNws3dh13sSnN2z5zdezkaIJvwK+/7cEytcgNAcxr+3/p2qJ/8vNdvtsgaTKd4TnDkOzB3y5Hv0yplq9uSNadoW99p7LenVoaIiIiIiApHC6a3CSCdXdTfLiRb3Nbfe0JxsMRsGdTf/gBCWIoCpf6aFXULrew9fYXtyIZXCsyCWen/0V0kSODqzdt5WjJM//ANFXFDbUeUDHNhQKq/DRnm1RhYz3fnVl8BI9tD4/0KzYGtomiL8rOzZRMLW8LG0nfbMbzajaBTK0NERERERBVHC6bvkvo7hYszCUh6jgrL8i6AlDUNmqZBftCPfRmynL/qn524OMByYiGUDFw1BXD0eNoVjMSCFdY/iLGczbAMil4bBzOsQkAdH2qMBHcNnVy7MiCFq9224uAabiJhdFl0yFMrQ0REREREVUcLpm+3CSCdpwFwls6cjuDJOJeAZFuMS8tmKcU08uHsDYnJMBceFqYG04/g2VNMpzY8ry1VPB3RjJx6WrQHz8tei/qcaQ1OFMHRNDh+W31qdfYdaKYzfOp6owDr1gDuEWQNjt+dxixrJvyD5yc9h1HkwZAAyfCK7TUO4R4ivp3u/iNKg2NLcK8fPpqfTmGIENkqABX27lzmfW2//wMxbjYJpNHliZYhIiIiIqK6owXT8V0CSGe4ACCfp0mz5QAwyYbsZNOHZ0jY5Omw+gaS4TWm9UrGFGcrHYoywWSiQNGv0Rz2aHB8D6PEgjILKiPgeVq07h4eOlenY6zneTlANRbVlFfNqdZ5vsXUUEsFjqtyo2IwMsyFDTVZQc9TxOdrYHxZvUGgOfBsA8kqTQnO26uIbwPMFAWKosNNgMTNyvVOORfbTp/+00VzbEjuHMuG0eQmcpbKHa6L+sTLSVoPK6ym8O/SvC+QJmbE2U0mB/v3K06tDBERERER1R0tmMbtFmm4KuNyJCF0XSTSOWRc4ExKkA6EpZ8l5QAmXmLuHhgVSza4LqXZIm6Iei40OJENKbEw6RW8FZLNNfLdxDcbJJBQTP+WYU7Vxjo/TGn0sjS6+oBY8JGyoGp7W9x8iAMsZ8vSDYv02BFamO1OUHrs6rQ+yv8UevafNpoDWw2x6oqkS4vCebaE0NLxwG6WkXC++8/05tO+UytDRERERETHC6bjOySQcC5f4EwKsV7eIZHOcCGflxZ3Ko2KVf7XYlS7LNncdMyzlmDYNlQASWm0sK9KfeK77KZArqXOD9K0ANlEeHR0OAHWYZKlU/vwnTTFuxqQFgF32aH2Or6WtuhVHw2OrSK0ZgcyHUriJSZZO+nWBpL9sFFwAEAwq7Z106J8p1aGiIiIiIiAowbTuMU2kXB2eQ4p2eI2+/f55RmkAwszDSFxdehuAtX+EKO7T+NBC7gJCGYTKIoOy9pgAwmG7cFrmOdcmb+8mx/8jGljqADUqQ/fT1+2CkAysPD95tW6ka4I338U/DZd6f687f84tTJERERERFR3xGA6xl0CSKMRpOQOMWLcbIDRSCqNeDX/kJfTFZEeMCqWYHMTI15OYIUSjL0FxobQUucnoWFcm6c7rBhBsMRyNknnlavj0pzp9Nh3j+qqvARGdQfX0hZ9+s/tNSzLgrVaYZW93ARAEmKzWuFaeEMisuui8ti4LF19l3lxamWIiIiIiKjuiMF0ulCWJEm7wC++S/9djKpmqwaXF/iSTSyMx/+QD2bpI6SaRlaBbC60NMKllj0mq17goBjLVZjWOV+pKavz0ckaTN+Gmrh4xILTB2gwHbO0+FQaUFWD0vTYVbu6SJWsmXDM+nnOb6b0GbVt0radgfpPHCMIgsorzdrf4iYIsqn59fOTHnfvfQEIrl0k6nTXf2TtCoaU3gg61TJERERERFR11GA6lS82VixKVp5zGy/TEdCRl6UMeyMkro7JoycNB5hZIaDazWm62UJVIzt7TFZjoQOCWVpnO0t3Xpxhtf9g4sGodn5upjjbWNB3K0MPKcDNGhgv8vRtD6PE3d9XMINubUvlIizGwPpmP7oPrl2EMODl6eB9znFJ23aO13/q8vNTPDrMsx+4r3iJuVX0H28KuHptnvyplSEiIiIioopXr1+/vq+/2eXNmzd4+/Zt5b13795V/v2xkU0f3mizH3wSERERERHRi/MEI9MvUS3lV9Zw9YB0XyIiIiIiInqeGEw/SICb9RmmeaqzNwVcC3PmxRIREREREX0UmOZNRERERERE1BNHpomIiIiIiIh6YjBNRERERERE1BOD6Sdw/1tfw0+/N0LvfHoiIiIiIiI6SU8zZ1oe4f03gE/+xQavJiO8/43sv/uWaXH/W1/De+Mn+PRX/kD4/xnU5DP81Ebj/u8nI3x+/pf49Hf/tPbJE5l8hp/aF8W/wz/Ez/zmE9el5fw0+zLe/+DXAOsb+NSvf5Y5heNqcf/Nr+G9+oX0Hz/6E3zaoz8/qfp5LMvOaXp9ZcdS8sr9Nj793R/j/ptfx3u1/mlJj7bp2hf1JI/w/ju/ivumPih/Ge+/8Wu4/xIA/ASv3GDvHN9PPsPn9kV6M/BHt/j063+AV7W1Fp9jGSIiIqLHepKR6ft//ku4//O/xCsA9+fFf/ct81y98jcfLpAGAP8P8DO/8g38zK98A5+G9Q+fsVM+rslneK8Cn/56Wr+fqQcxJ+cWn2bnsvLKAuBXv/v76b+tWwA/2R1XHni9+s3S//Prf4JXpTLl7Yjo2tfL90Xcf+/reP9bX6x/8ABfxP03fvVAVsyX8f47vwZ8/w+ztg/wCf4x7vNH/iENxD+3v4BPrG+nbfAt4P13vvb8yxAREREN4EmCaZx9Aa+2fwHgi8A//QJerRt+WIuUeXa+iHs5f9U/o5fvJzj44HH5i7sA537y5fTFPkJDm/xjvP/zP2y82XT/zV/D/Y/+BJ/87p9mN3p+jFe/Wx3Bvf+ffxX34R/jlZ/dNPH/CJ/+6Av4/J8Xgf5zLENEREQ0hOMF0/II77/3tfSlAveGhvff0/D+S8C9/TW8/95nuBcpU9/uI93/1md4/4Ov46c/+Dp++oOvNYz+fLFW5ut4/80v79WjUuZ7n+H+vFYAwP03v4r338le36jPmf4y3v/g63g/+TLef6+tPg37+q3P8NMfDH9uUN9XY32GOj9i28F59/kRcT8ZtW9H/jLef+9ru7r89Huf4X7Sf1/3v5Vtw74AcFE6B+X2/yLuv/FVfP5bX05HIO1/hM9/49fw/jvVNm1vi6z/fC8rk/WLtPxLH4UTPXaxPrbXVxuur87+I6SrPulx/fQHX02/A42vFv3xm1+ubEnMl/He/gI+/TdNNya/CPwi8Or7/3tLxkRWZvsXpfd+DHz/J7j/p/9jVu/nWIaIiIhoGMcLpuP/HZ9864/xyfd/kqaQWn+MT76fzV+z/hiffOuPxMoMKJ+L+UmefvrrPwSMr1Z/GE/+R3yOP8Mnu5TVP8Qnv/hreF/6Mbu3na//FT439uec5qmvn7o/qX+0c/8bv4xPvp6XS28oVAKhyWdC+xrC3nEd8/wIbAcA7o1/tDs/jfURMfkM7+1fBb6Vpn3utjPJC3wR99/4Ndz/+R8Xqc5f/zNg3P/HdzVFuZQ63ZDmfW/8I3z+rW/jZ37l9/Hpv/gGfubX/2hXZu8cHjr27/8RPv2VP8SrL13g/dmf4dNf+TY+/dEX8P5/fkjw9cx0HbtIHxO5vjr7j6DO+vxp1l++jU9/lM4R/5m8bI80+dz9N38NcIMDc4X/Hj7/EoC7v1e7SVDuN3mZH6fz6n/wWcNNmudYhoiIiGgYxwum8WO88v8UwBeA8M+y/wbw5+l/v/J/jFdCZYaSpY+Xf1zGG3zi1kYssvnNu/3Gf4pX37oF1F8uRj4ObOchXn3/j3bbefXvf4hX+AI+/6X80y/i/jcuBttXu8PHdZTz07mdVNN2+o0wpecQ4R/i0yztc7ed38hHi9Mf4K+2f1Gtz2/uB8CD+tEP8UleJwCI8/8+fA73jv3uxwD+Ap/8KH/jx8CflwuIKo2i714nPsLddeydfUzk+hLpP4I66zOgyWd4r97ik4555uWbeelNgl/bv2GzU1oU7kt/t/xByXMsQ0RERPQwxwums7nC+VzoezkLEPL/Fi0zmNKIRcmru5/UfmR9MV2FuRxUVFY6btnOQ5S3E/9l+ZPh99WqZV9HOT9d28k0bafXj+IiUC6rbudP8Un4kyyt9mt4/800xXvwAKfmcIptyzlsOfbKMf7i6571b1qA7PcPjGqenuZj7+pjLed5R6T/iOqqz1C+jPf2BV5Z3Svnl2/mHbxhg3yxv1J/+NFf1Qo80zJEREREj3C0YHo3V1hN5/69/04xD/D9dzTcy18WKFPf6rF9Efff+yre/+IPi7TPX8lTdmm48zPUdsRV5p82BDGvfvP30/Ra64f4BF/Ae/ureynn9JwM28e6+k+3YevTapKOdN//RrYeRbYmBb70q/j8e1+rpqfXbiQA5RHcbNT/vO3G5nMsQ0RERDSMowXTn/5K/oicbMTLuk2ftbsb8crmB7aWqW/1MZp/ZN2ff6E0YpGNQn1rU9n3/Xn5mbct2xnciexr8PMjsp1M03Z6jTCl9Xll1Uddv4Gf2Xvm9Y/xyt/g1W/+fjrP/Rjpt0JazmGvY/+YifSxlvO806f/tBGpz0B++Ef41PpDfPqtP07XpPjWH+PTH6VrUXzyrT/GJz9Elo2xf+xAeQQ3TZu/P/t7pQ+z7KFdVsVzLNOfSKbUUGWIiIjo+ThaMA1kz44O/wyv8h+NDc+OFikzjGxF1/ICX/IInxvlH1npD+f7cTEX8n7yGT43yj94f4xX37pt3M4hr/79D/HqS78ETLLHZNULHFTaV76ydMe+Om2zIHFv1P8pz4/IdrL3GzvqpUoAAH9/SURBVLbz6lsNc5lbjuvVt25xb1cXIrqfjEqLLX0Z998clT5Pf3x/uMBVpC2onUgfE7m+RPqPCJH65LKAsCndWkScrkVRfqVzyf8K8P90F8y/Wt/i3ig9V7qhj736N3+CV+o/2p2f+8k/xvsv/QSf/PtiRPs5lunj/ptfx/vvfLV1RfWhyhAREdHzctRgWujZ0SJlhDUtovT13YI6r343HXH8/DvZZ9/5JcD9Nj7dLdLzY7z6+h/i1S/+6m47n4//Cp/UUzH9P6hu5xt/F5+4Lema2VzEz+0slb3Pj6l8X3aWZvqNv7tfnx5e/W6AT8Mv4H1W9/JiQ093fgS3A+CV+8f4/Bu1+vj1Uu3HBf8P8Kn1V8V2fvB1fD4GPvn3eV/7U2CN0udfxed//if4tGEF7qfS3RZPq/rIrwPneSDD7Euwj4lcX539R4RgfTKv/s2f4BWKskcJwPw/wKcW2vtYvMEnVnF+3v8G8Omv17KGnmOZB6jPm28yVBkiIiJ6Hl69fv269+DHmzdv8Pbt28p77969q/ybjuf+t76G9//0hx802CN6qXh9EREREZGI445M0wBqKcjyl/dSMYnooXh9EREREdHDcGT6GbiffIbPf+MC918CgJ/glfvH+KT8vFoiejBeX0RERET0EAymiYiIiIiIiHpimjcRERERERFRTwymiYiIiIiIiHpiMP1Isukj8k3sPd6YiF4cXu9ERERElHsRwbTmRIiilpej1f+X4dxtEG7u8MhHmA5CNv3jHuuRaI5ftNVRAxUNjt++j0edQ815un53iOYgihyI71mDE0VoreopHNdRCBx73Qld70RERET0Yb2IYDqYKVCU7KW7SJDA1UvvzYL6/zKYOFhitjze9p8vGaYfwTcPha0ZzYGtomivyfJIgYoM07ehSvX3BxTMdn3OCusfPmMv9bgegNc7EREREeVeRDDdiyzvRiVlTYOmaZA74r1mMmQ5f9U/O1GDHfvQEtwdJ4Le0RwPhhTCdZP6R0QCnuH1TkRERERH9ZEF0zLMhYeFqcH0I3j2FNOpDc/L02LT0dT9NNb9UVbN8eB52WtRTxvO00eztOIoQhT5cBpGaWXTgb9LcXagmX3TdEV1HXtWqlwfkTrvlUmPPYo8GBIgGV5jerBsZqndtgpAhb07B6VzKWtw/HIKuANT26+PiNttCFef4ab+wQfSfg4BQIZWKRPBd7S99PS9/nNeKyC4HZx391URsmbCb9vOUG3auZ2mFO6m98SOXeR69/3sPPsOzN0591FsTqwt9tq04Tuh8zwTERER0dF9ZMF0SjKmOFvpUJQJJhMFin6NNHEzxnIVAuq4GsxqVzCkBJubYvg0Ty3XW0Y61ekY63leDlCNRemHdZri7BkSNnmK83yLqaGWCvQTL+fQO1LaDx97GuBW6qNvIBle5SZCd5kAM0WBouhwEyBx9cZ0+3g5Sd+zQgAhrLzMLs1bhrmwoSYr6Pln8zUwvnzQjYZ4OcNSYPRb5Bw+Vvc5BKBdYow15vmx6xY2kg2vdkOis/8IbAcAVGOKbdZXG+sjQnPg2QaSVdbm2XaKXQ3VpkNtJyVy7CLXOzbXmCgWQkmFcbbGRNHhJhKMq6xWIm0h8p3QeZ6JiIiI6Cl8lME0kg2ug1JkFZf+O1gjhIpx+fftWAXClVAwVpZsrpHvJr7ZIIGEs4v8UxnmVEXizovtxkvM236sd4q75xsfPHYZlyOpsT7S6DIbPRMpM5QLnElAsr0tjikOsJwtd8H/cQicw0cRPIfZ3NzKsVdu9BzeTkXndlJN2+nXpml/Rmhhtuv06XbUaT6SO1SbDrWd1OOPPZXcxQBusd01QYy7cnN0toXId4LIeSYiIiKip/BRBtPJ5qYlYAqwDlH6YaphrALhuv/P9PTHdSa+QzXMyQKC2mThuPLre3iHj72lPtIZ0nsAImWGEmAdJlmauA/fSdN4m4KFvdXcW1br/vBEz6EM0/ErKcFpSnyuZTsVXdtJNW6nV5sWAW5ZdTvibdpuqO2kHn/s+yrnQTrf3YxqbwuRNhU5z0RERET0FD7KYLpLcO0ikUa4lAHZnEJNXFz3j6XpkYLZBIqiw7I22ECCYXt76clpuSwlNn8dbUXwpyLD9D0Y0gar8qr0vZfSHmo74ipz5PeCRfE27TLUdp7OsG3RdZ6JiIiI6PgYTDeJb7BJJIwutTSV9uBo7mOk6aDSeXU8TT4/5rOb2rTUJ9kiHQcTKTO0GEGwxHI2Seer1uezPzsi5zAdfQxXy900gV2ZnZbt7IhsJ9W4nV5tmtYntGo3NhQFijKrpV8P1aY9tyOfY//Ihzh2ESJtIdKmfc4zERERER0Tg+lG6UJkkmHvLTxWF99s0lFsLXtsTr3AQfk+FsUqxLKJhdH0c/8pxLjZJGl98oPI6lPcTBApk0vniz5k7mlKg+mYKBZoTucIPzzISdsnT4O9OPIjjm63WXC3tw+Rc5gGTOq4SFeXNafWN0r9p7adgsh2Uk3bCVf7I/xtx7VchVBtp/KZrJlwzDzEHapNRbaTHftuuoYM7WrUHEwLHjsedb2LtIXId4LIeSYiIiKip8Bg+pBgjRDoXngsW/xnZGePzemTahrMoGf/bxRFiBZnWD0w7XMI8TId4Rt5WeqoN0Li6piUToBImVxw7SKEAS9PRe1zbhDgZg2MF3kqq4dR4kJ/YAp3/mgjO31eF2zP23ss2JDi5RxuKMHOzlN5dejucxhjObcQSsW5W4y3mNf7Rt5/8u0szrByy2UEtwMgdFc4y891Vp+mRc3bjgvBDLq1LbVZhMUYWN/kGxqqTUW2E2M5L/U//wrn16v0mq4RPXbgMde7YFuIfCd0nmciIiIiegqvXr9+fV9/s8ubN2/w9u3bynvv3r2r/Pv50+BENmAph39YH4Fs+vBGmwcEGET0EvE7gYiIiOg0cWT6gKdZeKyWripruGpMmSaijwO/E4iIiIieCwbTdZqDKIrgGYA7P/ZIUICb9RmmuxTTKeBamDekTBPRx4DfCURERETPBdO8iYiIiIiIiHriyDQRERERERFRTwymiYiIiIiIiHpiMP3CyKaPyC+eZXtMT7kvIjqeU7uWT60+RERERE0YTJfJJvzsua3py4djas/rB93dBuHm7sgLp2Wecl9PJVuAbu+H/F7fyPtHqdSuTPX51bLpp+XLzySWNTj+ge3U5dut10mQrDlF3X0Hbbs6Hg1O/bnUJek5Ot5zv5uldRJ+VPRL9uBr+Ujn8MH1ESRrMJ3susyvi90S6i+DVjm+h313EBERUTsG0w1CS4GiKFD0FbYjG94z+iESB0vMlo95npcM0z8c9JQ9fl+nRxurQJIgkUa4bDgFu76hKNCtDSTDazhXKsa74ELG5UiqfgwNjmdD2ljQFQWKMscaVweCXBnmwkB9C8I0B54tYaNndV4Bhucf2Ncx3WKbANLZRf2DQrLFbf29VuJ9ldqd2rV83PrIMK/GwHpeXMsrYGR7w98UGJxgn9cc2CrgZte9wmeUExERHQWD6TZxgOXEQigZuPqQP7JkeRfMy5oGTdMg7/2WkiHL+av+2dCecl9PSca5BCSbFRJIaIv7kP3gn7sJpNFl5WZLGIZQ82havsQIIcKk+FxzbKiJi/kyyH7gxgiWMzQ+/Ui7gpFYsML6ByJkmFMViTvfbTsOruEmEkZNdwqOKsZd6RzUXZxJQFIaiRTq8/R4p3YtD1Sf1v4TYzmbYRkUF1wczLAKUVy3fbTu60NKcNf0nUJERESDYTDdKcC64UeWrJnw29J0ZQ2OL5BGKJuldN8IvlNPK5dhLjwsTA2mH8Gzp5hObXheNSVWczx4XvZa1EfSs1RMsy21OC0TRR4MCZAMr6h7bbimfV8p2SylFh/Yl6O11afQmCZ9DPIlRlKCzU1zmwtbrxGqY2gA5MsRsFlju/swD9hvBEaKNDi2BPf6oSN0F0hj1PKe0qC2GCEW6Rup9j7f3aa32wSQztP+kqXTp02anZNtPi7d1efF+6qQ88N1TsnQKv25fp12H3vqibcj0KYi17KQ1nP41PXp6j9DEttX+/ehSBmxPr/7rrRVACrsvEw5u0r0bxMRERF1YjAtoBIEIA0EPNtAstKzdPA03bf4TSPDXNhQk1WWxqtAma+B8WX1x5zmIPIMIN+OomC+Psdlwy8+yZjibKVDUSaYTBQo+jXKIVYwy9IV3cPDf6oxxXaep7DXU5QDzBQFiqLDTYDELeqkzKrBXNe+ZNOHZxSpxfv7SqnTMdZZfXQXUI3FB0g/LsiXI0jJBjcxEKTRdPuPb9nEwpAaAuMA61DFWNNwOQI2N+Xk5TzAvagEFr65vyfNsSGVRpV7k88b08P3+nNn3xDp86m2No3TKB4XAOTztGblGxbVoL+tz4v3VRHdx36JMdaY5/vQLWwkG17t4NuOHfgA2+k6LoFrWZTIvkTKDFUftPaffXKWFh2uD5Vo17Yvke/D7jJifT5eTtL3rBBACCsvs0vzFvzbREREREIYTPeWps4itDDL0wTjNN1XneZ3/7OAaXtbBFlxgOVsWfox17CdLHW4capgssF1qRzi/hFWOd03r3M9Rfnx0jnCIvtKNtfYncKbzcHU6ng5ga7rDwqUxGVzm/NU49stksrc55Rq5wFwhMgbIbF0TBqi3WAdQp1OMUIanNeVAyZF3wCGvRe82mqIVcO2j6G9vRr66l6fT7W26e0WaYiUnuvQdZFI55BxgTMpwW5gOjdAnxfRfuwAsvm7u73HAZZpTnAlAGk9dnyA7XQd14BE9iVSZlBd/ae0qKBnSwgtHQ/+ijm4L5HvQ5EyQxH520RERESiGEz3VvwYKSuPuqUjk0mWiufDd9I0uuqPonQ7oiMh+6Of/dVH/qp1HkpTanHzvipl4rss0GoW138ID02+xKjcHvENNsl+qnexAJkOK5Sg2lfNIzrBGqEkAQfarRww7f9w1uDYKkJr9mQ/cNvbS6TPp1rbNL5DAgnn8gXOpBDr5R0S6QwXB0bQh+jzItqPHenNBMevruZuq5X/B/Xt1I8d+LDbaTyu4YjsS6SMCM0pHXd0eKXqzv4TLzHJRmd1awPJ3h8pF3V4XyLfhyJlhiLyt4mIiIhEMZgWsLc4Empz1hp+zAazSRpwWRtsIMGwvb00TDod8uUIUmXkOZ2bWB/tK8QIZhZCqJg2/gBP0zKbRq3REFgAKH44a2OoANSpD99PX7YKQDKw8P291OqDGgOx5v4soqvPd7vFNpFwdnkOKdniNvv3+eUZpJNdLEmG6XswpA1WeQruLo22j1PbzvOVp4LvXgOsVH1oMcGXiH+biIiIhsNgupOGcWUuXfqIn/IjkopXfSQxRhAssZxN0jmAlcAs3U595POYpPPqz0Q5XfWp5+OIumSPQBpyX7IG03FwzDVy0gDTLeYR7gIUCbVDKQlw7SaQjAOj043Sxc3q5wdAcX5ur2FZFqzVCqvs5SYAkhCb1QrXwiexqS3qi32l6vWptlefPt8mW/xsNIKU3CFGjJsNMBo9om8MoP3YswyS1bLIJMjL9PL022k/rmGJ7EukzMvTdA3Wj12kzNDa/jYRERGRKAbTbWQNpp8+xqhYUDnGchVCtavBnayZcHaLSGkwHbP0eT4ft/zDKN0OVBtOaUOyZqJhLSph8c0mfUaylj1epvSZVF7I6ODiWXnA0z1C07yvGDebRHBfYrQrG4aqwj7a88nSGyZ79QvWCNH+GKl0Tuuh0elmwTpMA/BD5yeOEQRB5ZU+VmqLmyDYm/p5WNrHym0ha1cwpASb2kTu9vYS6fNibrcJJEna3ZyK79J/P2SkvE9fbdN07OEqH+3Mb3oVqcSy5mBh7Aev7Z5+O03HtdfHM83XsrimfRXn8HCZY9WnXf37Oe3LbfV5OJHvQ5Eyucf2+fqxN/1tIiIiIlEMphvsUn29Kc42FvR6GmEwg25tMV4UKa+LMbC+ySPuADdrlD73MErcxu0ougtMi/TZxfgOu808RDb/dmRnj5cppe+F7gpneZ28ERL3wOJZ1y5CGPDydN5DKYAH9hUv09GOkde9LxHB2kWSJMLzy3vTxlCxH2DuRpHbfrjGS6y6ytQFM+gWMB3o/LQKZpW28KaAq0/2Vgjv7Budfb6P0mJj2aJk9ZFyUcJ9tUXTsRcLUcVYztNnzef7WIy3mPdOq3767TQd18E+duBaFtW0r/piXk1ljlWfdvn3c/F4KM/uqM8jiHwfipTJPa7PC/5tIiIiIiGvXr9+fV9/s8ubN2/w9u3bynvv3r2r/JtOiQYnsgFL2fuBSx879o2X59Ta9NTqQ0RERDQMjkwTERERERER9cRgmoiIiIiIiKgnpnkTEVFNmprd/vCzEFav1dyJiIiIXhYG00REREREREQ9Mc2biIiIiIiIqCcG00QPIJs+Ir941i8REREREX1cmOZdojkR7LZJgqEFhc92eZk0B9Ghxm9od1kzcXV+h9my9H59Gw3/H3WTTR+eIdXfPvjcXSIiIiKiD4HB9CGyCd8bYaNPwN/vHwHNQfoo3GEWVNKcCDaeUzAtw/Q9jDYnFLBqDiJbgstrkIiIiIhOENO8iXqRIcv5q/4ZERERERF9LBhM9ybD9CNEjtb4vm/K2WNlIjimBsePEEURosiHY+5HX7Jmwu8og3yObtS0X3pKmuPB87LX4uFzpjvbXdbg+FmbRxEi34GplcuI9EOR7aR9NYo8GBIgGV5Rtrbt9jqn2/F9B36+HzP778hH/fAeR3RfMrTd++nLd7S9NpPLZXwHmukgihyUj7792ImIiIjoY8RgurcYy1UIqOPKj21oVzCkBJubIh9VNabYzhUoigJF30AyvCLIQZrG6tkGkpVeKbMXH9HJCGZpe+puUv9IXGe7yzAXNtRkBV3J+s98DYwvS31OpB+KbCfATFGgKDrcJJ2XrORlyynqnXXObK4xUSyEkgrjbI2JosNNJBhX9YID6NqXdokx1pjnx6Nb2Eg2vHKlNQeeIWGj5+dni6lRmzsveuxERERE9FFhMP0QwRohVIzLv8nHKhCuKnM7E3de/DteYu4mkEaX2ciYDHOqAqGFWZAVysqo0/0Rz3g5ga7rz2gO7nOkwi6NYuajkMMOQoq0+wXOJCDZ3mLXneIAy9myOp+7sx8KbqeTSJ1TyV0M4Bbb3b2GGHePuO/QpnNfwRKzZVA99soNiPS4mq7TgvixExEREdHHhcH0gwRYhyj9mNYwVoFwXQ1R0h/7hfguAaQzXACVQOdwmao4rm6PhhbCykcxd6+hF78SafcA6zDJUq59+E6amr0fuHX1Q9HtdBGp875Keen8AfsV17wvGabjV9K8qyu2Z8fVdJ3uPOzYiYiIiOjlYzD9QMG1i0Qa4VIGZHMKNXFx3W+4D0Btjurej316qbraPZhNoCg6LGuDDSQYtldNT87LdfRD0e2I6KrzaUlXJzekDVZ5CreiQLHCekEhz+vYiYiIiOgpMJh+qPgGm0TC6FLD5UhCsrkp0kkz0nl1LE4+l4Bki3SMK01PDa36SKgCpenxTLIG03FQWTuKnqE+7R4jCJZYzibpHO36/GiI9UOh7bTqU+dTkY4oh6sl8uxs5NfgTnpcjdfpznM8diIiIiJ6CgymHyxdAEoy7L2Fx3KSsSjm28omFkY52En/f9WuBsiyZsIx90Md7cqGoaqwj7GQE/UW32zSEWEte0xW7fPbbRa01j8QancNpmOWPpdxOSrfiClr64f9tnOXoDSnv/pZd51PTRoEq+NiXrOsOVgY5UA5P3eLYoXz7Dqtl3lex05ERERET4HB9GMEa4TA3sJjudBd4WyRpYV6IySujkm5YDCDbm0xzstEERZjYH2zP94VrF0kSbI3L5s+kGwRqpGdPSarljodL+dwQwm2l7ZrZRX3znYPcLNG6XMPo8SFPlk2jDq39cN+2wmuXYQw4OWpzOVj6qzzcHaPgbNVABKMpnPYKcZybiGUiuNZjLeY19O8gxn0rB2jKEK0OMOqqcwTHTsRERERPR+vXr9+fV9/s8ubN2/w9u3bynvv3r2r/PvjoMGJbMBSUF1k+9D7RMfA/jYk2fThjTYHbzoQEREREYEj04/TtOAT0VNjP3yMWiq8rOGqMh2DiIiIiKgZg+mH0BxEUQTPANw5R6/oA2E/HECAm/UZprvpGFPAtTBvmrdBRERERFTCNG8iIiIiIiKinjgyTURERERERNQTg2kiIiIiIiKinhhM04PJpo/IL57jS0RERERE9LFgMN1Ihulkz7qNIkS+A3O33C/t3G0Qbu648BUdn+YgihxUn+ZNRERERPThMJjeo8GJPIywgq4oUBQF+gowppccga2JgyVmSz6PiYiIiIiIPj4MpmvyZ/bOZ8FuxDUOZtBXd7WST0iWd4G8rGnQNA3yB43sZchy/qp/Rifn5PoPEREREdHzx2C6QsblSEKyudlLXY6DIrgGANl04Odp4JEPxyxHJxqcKILvZ2V8B+auvI+0aFrGMTU4/qHtIE05X3hYmBpMP4JnTzGd2vC8asqrrJnw27Yja3D8jtR1kTIANMeD52WvRfOcaZHz42hdx56SzaxOzrGSfPP6tL3Xo86yWSoTwXe0vXMkcn5eav/p3Ff9/PgOtPN6CSIiIiKiD4vBdMUFziQguauH0lWy6cMzJGz0NA1c0TeQDA9+PSjYXGOiWAglFcbZGhNFh5tIMK6KMEY1ptjOO7YDQDKmOFvpUJQJJhMFin6NXYK15sCzDSQrvbKdIhCUYS5sqEmRuq7M18D4shRQiZRJBbMs/d1Nap+kRM+POh1jnR277gKqscgCxdPVWWfNQeQZQN4WioL5+hyXpZMoen5eZP/p3FfD+ZlvMTXU8laIiIiIiD44BtNl8jmk+nt7stFrd47lLg98ibmbQBpV51WnQfkttruYM8ZdLf4U2Q4AINngOigF+XH+3zLMqQqEFmb559l21Gk+apzdJNjeFqPrcYDlbFkEVEJlRPQ4P5tr7Kp8s0ECCWcXpQKZeDmBrutQZv1qcgztdW5oi2xueTG1vMf5eXH9R2Rfh88PEREREdEpYTBdFt+h+yd78+h1fJcA0hkaYkEAaZCxI53vgh3R7TSlnqeKIKasup0A6zCBZHiIIh++k6bfVgMukTIixM9PpUzHuY93wd+H1V7n9NjDdVvQL35+yl5G/xHZV8v5ISIiIiI6IQymK9JRQOm8fwj5oaVBTDFPN7KrabHBbAJF0WFZG2wgwbA9eLU5yCJl6GV6yv7TtS8iIiIioueAwXRFjJtNc5qsrOWLSDUH3PK5BCRbVMfcuj1+O2l9QiubX1p5zWop2jGCYInlbJLOd1bHe/Ohxcq0Gfb8AABkDabjoGEtq+MRSvmvS49dHbedsWHPz+O385T9R2RfLeeHiIiIiOiEMJiuiZcrhJKBRWkFZllz4E3z5YSzgLu88JRsYmE0rwLe5fHbibFchVDtarApayYcMw9jNJiOWfo8nZdaDbpEylTFNxsk0giXWvaYrPTdQc8PAGhXNgxVhV1aeGtYWRBcmrerXY0eEEynbQHVhlNqDFkzsWuKgc/P47fzlP1HZF9pmabjIiIiIiI6JQym9wSYKTo2mMLL0lC9KeCuigAlXqajbiMvS1P1RkhcHZPdikniQneFs8UjtxPMoFtbjPPtRBEWY2B9k48rBrhZo/S5h1HiQp8sS0GXSJmabGGokZ09JitL6R3y/ABAsHaRJEnHXOTHiLGcuwhhpG3uX+H8eoWwXkxEMIOiu8C0SGVejO+wa4qBz8+z6z+d+8rKlM/P4gwr90GtQURERER0NK9ev359X3+zy5s3b/D27dvKe+/evav8m7pocCIbsBScwCLV9Oyw/xARERERfUgcmSYiIiIiIiLqicE0ERERERERUU9M8yYiIiIiIiLqiSPTRERERERERD0xmCYiIiIiIiLqicE0ERERERERUU8MpstkE3727Nv05cMxNcj1cidHhub4pbr7cDT5GdT7tMiaU5xD34H52BOY9yff3G8LWYPjl/tZtYRs+qV+WJR7dJ0AQHMQRQ7Sp4KnRI59qDJERERERC8Bg+kGoaVAURQo+grbkQ2vKRgSIsP0I/hHjig0x4MtbbDS83pvINkersrREvBk9Uk95b4GIJtY2BI2lg5FUaCvAMN7TPAqw1wYkOpvA+kzoj0b0saCrihQlDnWuNrfV+Jmn+evCZZxrcwQRI59qDJERERERC8Eg+k2cYDlxEIoGQ2B6anQMFaBcLVEkAda8RIT3cW2VnIwcjHqLWsaNE2D/MwDJu3KgBSusMxOYhxcw00kjC4feGDaFYzEghXWPwA0x4aauJgvA2R7Q7CcHSdQFiBy7EOVISIiIiJ6KRhMdwqwDgF1XEmKhWaW0lmjCL5TTgfX4EQRosiDIQGS4RWpuk6f7QiQz5tHP+MllkH+jyHrI8NceFiYGkw/gmdPMZ3a8Lw8bVh0X9nW8nTmhs+ejoxzCUi2t6X3YtxsEkijy+L4NWc/1brpPWhwbAnu9a4BSrJ9bW6yQPoxRNoLkMtlfAfaeeVTgWMfqgwRERER0cvBYFrA7TYBpPNSUHWJMdaY5+m3uoWNZMPbBYQBZooCRdHhJkDipmmviqJAmZUCrM7tCIhvsEkA1Y7g+w5MTYO2F7kMXx/JmOJspUNRJphMFCj6NdItCe7rpFzgTAKSu7iYT7x3DgEEM+guYJRvHNgqEndeGVXWHBtS7b1Cvq+Lypxp39w/x5AMeLsgOJ0HXyHQXrLpwzMkbPIpAPMtpoZa2ojIsQ9VhoiIiIjo5WAw/RDBErNdim6WDr4KAXVcWdSp0yDbibGc6LDcEIAKw7Zhe9kIZL1olz71STa43uWVA4gbI8dO8XICXddPLNCWsBu8lc5wUfokXs7hJipsx4Tp21BDC5NqJA1bDbFqjqR31OkY63kxxx2GXZ1ffreBm809TucfJ1BtD5X7Gp3tJeNyJFWD/XiJuZvk/0eDw8deGKoMEREREdHzxWD6QWSYldWzI0R2ebRP1FDbSefcTiZZ4GW5SCQVdsOIcjvx+gyTppyKHxiIH0Uwqy70lWxRTlxOb15YCFUDhhTCqtwESEeqQ2uWjdIflmyuK3Pc5241HToOlru5x+m/Z7BCQJ2WF8Praq/SaHFJfHcgmO489gHLEBERERE9cwymBVykEUkWPMowfQ9GefVsRYHStNJUq6G2sy8OstHHcmp6p+PV5/TdIs3kFzxb2hhpyCqh8r9k76tTH76fvmw1Tdde+H5lVLke4ALdI7jpdIO8zFDtJXLsQ5UhIiIiIno5GEx3ylbLXudjjeloX2X1bADyeeMyYC2G2o4Gc5BnDw1Vn55kDabzoefXxrhLAOmsHMpmKdJ7I/D5PGm9Nn8awO01LMuCtVphlb3cBEASYrNa4foWuwXtGoPOjhHc9KZOXkakvZoD3GoZkWMfqgwRERER0cvBYLqNrKXzYhMXxcLMaYCijot0W1lzsDCags4swGhczbjPdtqdGV5lFWdZM7EwmoKYp6lPqm1fBe3KhqGqsD/ws8eCaxeJOoWZRfWydgVDSrC5KZ9BuTJPejd/On8OeRwjCILKK82o3uImCHbTyoN1CMm4Km4gyPX20mA6ZuUGg6w5mGaPQEvLiLRXjOUqhGQsitXGs32ViRz7UGWIiIiIiF4KBtMNVDubf+pNcbaxoE/yAAZpgDJPnz2dr7S8GG8xP5BeG1y7CFFalXmX69tvO4cFuLZcJNJ0tx3PHiFx9erCWHnpo9encHhfpTJrF0mSlEb+P5B4ibmVYGSnj/LypoCrl+b9AtAcrzZPOps/LRlY9MkOCGbQLWDq5f2s3l4BbtZnmC6KudDeFNhYOoop2oLtFcyguwlG+b4WZ1i5tTICxz5YGSIiIiKiF+LV69ev7+tvdnnz5g3evn1bee/du3eVfxMRERERERG9VByZJiIiIiIiIuqJwTQRERERERFRTwymiYiIiIiIiHpiME1ERERERETUE4NpIiIiIiIiop4YTH+EZNNHlD8bmYg+evxOICIiIuqPwXSZbMLPn4kcRYgiH46pPYMfmDI0xy/V3YejyYfrfbdBuLkrPTubZNMvtXtxHsuPjxYqI2tw/FI5P22LqrS9ijJOZRtFMQ2OX+6L+4VkzSna/cB2RMq02rsuHridF0ykbwiRNZj1vrHXfzrs2stB+cnuuzo2PO+98TuB7U5ERETUisF0g9BSoCgKFH2F7ciG9+ARGxmmH8E/8q9PzfFgSxus9LzeG0i2h6uG38wAEAdLzJZB/W1KXOhKdg4VBYoywbJ+x6G1jIYrz4aUbGDlbTFfAbZX6QOa48FWk10ZfbXFyKsHXhocz4a0sbL9zbHGVbWMbGJhS9hYerYdwKhvR6SMoN118cjtPNV18eRa+4YIGebVGFjPK+d5ZHtoin+7qRjv/j8ZlyOp+nFJ23fCcO1ORERE9LIwmG4TB1hOLISScTAw/fA0jFUgXC0R5D/c4yUmuottrSQgQ5bzV/0zGsLW1TGZldsiwLWbQBpdZjdk0vZK3OtdmThYYu4CRqmTaY4NNXExXwbZaGGMYDmrBGfalQEpXGGZbSgOruEmEkaXpcBdoMxDDLUdKouxnM12bQUAcTDDKgTUIioWFoZh8f/JlxghRJjUS/X7TmC7ExERERUYTHcKsN77MStDM0ups1EE3ymng2twoghR5MGQAMnwijTJyhBT13YEyOdoHG+Kl6gPNGmOB8/LXov6aHs6WiiSqiprJvyO9GN0pZW+SAGWgkORyV1DOek8axMZ5xKQbG5aUvGzMtvb0nsxbjblwF2kzENd4KzS8bL+s9fW5VFo0etCoI/tpdM/IB36pVuvEapjaADkyxGwWe/dYGv/TmhSb3ciIiKijxeDaQG326QU6ADQLjHGGvM8nVO3sJFseLuAIMBMUaAoOtwESNw0xVZRFCizUoTbuR0B8Q02CaDaEXzfgalpOBRTBLMsVdPdG55KR8Um5RRVBVYIINngphzRaQ4820Cyyo5J30AyHpqGemIkA94uOGua6yxYpiJNr60HxtJ52/+XBizJ3UVlzrRvlk9yXiYGNCedH7u3SZEyDyObY6hIsNl1jhjLdAi1Mk8X2hUMKS8nel109TEZ5sKGmqyKtOr5GhhfVvfdRXMabh4Vr959unff6CZrDmwVCNfNKdjtAqxDFWNNw+UI2NyUb6pkJVq/E/bttzsRERHRx4vB9ENk8wt3PyfjoDmQ6DLIdmIsJzosNwSgwrBt2F46Uie+jX2y6cNWQ1iTZSkIlGFOVSC0MNvlKC8xdxOo0/1RrXg5ga7r1UDpVN1t4GbzitO5oQnU+lxVkTI1muPBgIv5bsQ6zXSQjKtdYCtrJhaGBEhnuCj9v+p0jPU8v9GyAQy7ZZ6xhPPdf1a3UxApc5hqF4GmZ0gIrXl1TnCwRliZpwto6RyEHnOHRfpYdpNge1u9dmZL9Oppwaxy86j+6tVtH9A3Diot/OXZEkJL71eXkmAdQp1OMULtplgPne1ORERE9JFiMP0gMszK6tkRIlutFxIw1HbS+bSTbGRZt1wkkgr7Qb/ks5FBA3D1WS04KYKYsvguORicxfHz+NUdB8u9uapWiMpNApEyZc03JIBgpsMKpfSmRxRhMQZWbgIkW5TPbLIp5lXnAWVjenYwqy52VdsOIFimQ3khqnyRu2pwn02J2J2PbD5/r1FVkT4WYB0mWZq4D99JU7z3zssT6ts3WsVLTPKg3Go6zz0Ea4SSBLROGWjX3e5EREREHycG0wIu0lzZ7MeoDNP3YJRXz1YUKFZY/986DLWdfemCVrXUdFGyCd9WEVqHVyKuzHV98A2A05em9zffJMgdKiObPjwjgbV3QwLpzY/ZZNfmk9kSTRNRm+dV5/u6RTr7oK2FRco80IHgPrh2kUgjXMqAbE6hJi6u909Ap64+lp4/HZa1wQYSDNvrNz0CR0jzrjnUN/rIr+X6eRaXptZPDl3MfR1odyIiIqKPEYPpTvXRtXTkrLJ6NgD5fD8YajfUdjSYg40SaXA8A1JoHUgrTYOzykjV7tUQNMoaTGe4ebpPLb2J0j6C21QmDaSzkX2hGCZb4Xs3epilgjcFwbt9xUgHa8uhWn1+tkiZgcU32CQSRpfaA/fTp4/FCIIllrNJOue31/SIgdO8GzT1jZwssnQ2EREREZ00BtNtZA2mnz6iqBhdS3/sq+MifVPWnHTO654smGkcxemznXZnhldZBTyfg3sokIlvNunooZY9EgfIRsrTY9UPRhHpIlOqXQ2QZc2EU1kcK6Vd2TBUFfbpPlcso8F0zNoxOZhmjxxLz6FImXIgfXhkH5pZWpxKTh+DhRCr0v8QrMPKvGrI+20aXLtI1OluFWu5stiXeJkHkTVcNfaxtI9Iht2yn7brQqSP1dsie4bygcD1+Or1ae4bOc2J4Hne3grmzdvZb/djaP5OaHCw3YmIiIg+Pq9ev359X3+zy5s3b/D27dvKe+/evav8+1mSTfieUXrUVILQXeG6vEgY0h+UzsKGmhVMQhfz9Rk8G7Dqo2eyCWdh7MoitIoFufpsp4WsmbiajqBK+U4ShO4cs4PRHCCbDhaGmh5raEGZAU5kYz9hO9kLDNP9FceUhC5W19URdiANGv3pCMlq8uhRvmOTNQeLqYriFIZwV9eVebDdZbQD5xAAwlKbytCcBezsBB46f7LmYGFnbXSgTStlkhDuvPosatEyrfauCxy+NoDiPJT7el3bdSHQx5o+n8/2A9en0t03CpoTwVbT1czr6dcPuZb3ZO2VWPXR9WxqSdLcLnvfCdfnPdudiIiI6OPCYJqIBpYG09gL5oiIiIiIXg6meRPRoB6z8BgRERER0XPBYJqIhpGtju0ZgDv/cCnX///27i9Gduy+D/z3evIQj+UHa68gbQSLbnfPOiDkGb4YqxUMplaooGMYYQ0wwF2YL1RQNraRrAugBEQo2OYD7aDgBZQCKHnRQVyI+EIjAQQMGQtJI4W4xATJBfRSIwvEOupWmWMYke5o7QfLozxofPeB/1ks1mF1dfW/7wco4F7W6cND8rCbP54fD4mIiIiIDoFp3kREREREREQdcWSaiIiIiIiIqCMG00REREREREQdMZgmIiIiIiIi6ojBdJlswl8u4Wj1xT6Wvgm5uviaNDgN67oR6cRQ+ecgK6WNZA2m4xfHw3dgatXeJcsaHL9cxodTK0NERERERLeHwfRjEIygKAoURYEV1r+kw5JhnvWB+Tg/JvoM6Nle6caKhjPPhhQvYOlJGWU8A2wPvsmAmoiIiIjoLmAwTdSFLOcZCrKmQdM0yJ3i2wjT0QjToHhxVBSMMAsBtV9kDKxcHYPRFHmxKMC5G0Pqne45Q4KIiIiIiHbBYHonMjTTgV9KnfYdrRrkrKXprqfyJjQ4flaPD2enkUeB9giSy/X4DjTTwXLpoJwYXinT0mbZTLf/vqSVy2bpWDTtQxnmxMPE1GD6S3j2EMOhDc+r7p/t9WwTYDrlW5qJiIiIiO4yBtO70E7RxxzjNE1X0S0sJBteHjTKMCc21HgGPSszngP902rQBUAd9jEfp+m+LqAaE2yITTfb2h5BmgPPkLDIU4tXGBpqpYhs+tUy+gKS8QDSjzUHS88AZnqefj2eH+O0YRdKxhBHMx2KMsBgoEDRzxFkX3aoJyNrDmwVCOd5LQ1knPYkxIsLMMwmIiIiIrp9DKYbqHYxqrhcLuEZUrVAMMVoGhRBTRRgmuTppsHyCY4kIF5dVsuMpkXQlYoX53kqb3SxQAwJRye1QttsbY8IGeZQReyOkQ+KRlOM3bhS5rQnNZZpSj+OpgPoug5lVN/quybZdoQWRpX06ymmTU2PFzgvlUOU/btDPelkd8vlEp4tIbR0tO0mzfFgwMWYI9ZERERERHcCg+kGoZWOumYTRFUCSiRBk+NX0qqXdnkEN8A8jCEZHpZLH76TpHjXg00AiK/KQdkV6msSs609ItIbAOX2AIiuyi1qKSMdoekeQJQHmndZsl3tI8OFzaPDHeqJphhk/ctaQGqZXEw2fdhqCGsw3bBeIiIiIiI6NAbTnckwfQ+GtMAsS3VWFCi1abKD0QCKosOyFlhAgmF73dOuhYi1h+6uKNg8up+k1cew9NFaVgMREREREd0eBtOdpaOPs9JMywDk41oqOAAgQhBMMR0NktHtTmnXorq0p80lVjEgHdem3KrU01ImXuGyshTp+5QdNM67dqck21WeTXs3+6onkQTSgKuPKseWiIiIiIhuH4PpzrKAySy9IsnBpPJctQbTMUtBZPKscWPAeW0i7SlcJoUbAtwI01kIyZgUs47LZq2eCBeLOCmTrywp05T6rJ3ZMFQV9tl+gsubk2w7VBtOacfImgmzU9NF6qn3jeT7+j4sAulB8Xw6ERERERHdGQymO4swHVsIJQNe+nzypL/CuJJWHeBiDvQn2TPMHnqxC/1GnnkVaU8hmo7hhhJsL31tU/k53WAE3Y3Rs72k3ZMjzGr1RNNklL2X/vzS6yF2dQwaIr5g7iKOY7FniG9bMIKiu8Aw3fblEpP+FS66Nn1rPVnfKF6b5tn1fajhzJAASDCy/Zx/aq/hIiIiIiKiW/Hk6dOnL+sLt3n27BmeP39eWfbixYvK/+lhkE0fXm9xQzcCiIiIiIiI7ieOTFNJLQVZTkZIm1K4iYiIiIiIHjMG01QS4GJ+hGGWnu4NAdfiu42JiIiIiIhqmOZNRERERERE1BFHpomIiIiIiIg6YjBNRERERERE1BGDaSIiIiIiIqKOGEyXySb85RJO7UW+sulj6ZsovZF5DzQ4Deu6NZpTfZ/xnWnY3SJrDvxsH/kOyq/pTgvAdIp3SC99B2Y+PXq5WFs9Sd+ovl96/T3TsllaT/7x19okm6V1LX049QJERERERNQZg2lKBCMoigJFUWCF9S8JSG62TGwJC0uHoijQZ4DhlYNXGeZZH5iP832pz4Ce7VVvmmytJ8Ao/fnio8ONAYRzBKWqELvQK+UGKE++Lps+PANY6On3+gKSUWsPERERERF1xmD6AZDl5pHGTctpN9qZASmcYRok0WoUnMONJfROs/0cYToa5d8nZUaYhYDaL6LX7fU0kE/Rk2K455VQegsZpz0JCOdFgB1N19pDRERERETdMZjeiQytkjq7hO9o1TRwWYPjb0/3BTQ4/nVScDWceQ0jjZoDzzvLU4KF2rxVU2p60zJA1kz4AtuVpyrXKzi4bftHxrEExKvL0s9EuFjEkHqnHfbjbvVoZwakeIGLG3rlt+jxIiIiIiKiBIPpXWin6GOOcZZaq1tYSDa8PCCUYU5sqPGsSMEdz4H+aSm4TajDPubjNCXYBVRjsvbMa7sA84aRRq2vVlOCt7Z5jzQHnm0gniVpzPcitXjr/jnBkQTEV1H6fLmDxnsjNbLmwFaBcJ4diV3q0dBXgXhxgbVYWjLg5TdsfDiVyiJMk2HovE/JmomhWhvhvo/Hi4iIiIjoljGYbqDaxejkcrmEZ0jVAsEUo2lQBDZRkActSfyRBkyry2qZ0bT6vCuAeHGOLCs4ulgghoSjk1qhLYIkmi4F6knwVQRwIm3eFxnmUAVCC6N8w6YYuzHU4fokbtF0AF3XoYzqe+bAOu8fCcf5P49QOWTpRHbL5RKeLSG0dGzevJZ6UrI5hIoQs/LD0ABwtYCbPnedPHsdQ60/nx2MoLtAz8va00NsjUvPVXc7XkRERERElGAw3SC0qpM/6W5cKyHDdPxKSvDSVkvfB5iHMSTDw3Lpw3eSFO+mwCS+KgVI0RXqaxISzBFCRT44rfWhIkQ5lt7e5n0pbiSURVfxxmAxitbGW29Bh/0TjKoTfcUrVLY2mmKQ9R1rAcn24DelG2yrB0D5ued6PB4F07Xns60QlSBYc3x4vRVm+QRkM6DSnu7Hi4iIiIiIGEzvQIbpezCkRRGgKAqU2hTYwWgARdFhWQssIMGwvZtJqQaKVO80iFpL8RZs8z4lNxIEAtM7QWT/XGIVA9JxQ1DcIgqSUd7ieeiO9cinSGLpeijd7HJVDoI19FUJ4WyaZz8gCnBeaU/ifh0vIiIiIqLbx2C6s2QkrxKgAJCPa6ngAIAIQTDFdDRIRrc3pgxfX3DuIpZ6OJUbUrw7tbkj+RjVWpJgsT66n3xGa6OryXuZRZ4bvkki+ydCMlhbHqtNRo0bn2XeqFs9ycRjLkQn8T5JhpkbRrhr8oC74/EiIiIiIiKAwfQukuBD7ReptLLmYFJ5rlqD6ZilADFN1RUJcnYVXWARS+hNkudrqwOZIm0uXCaFGwLctJ48jViGdtarBdPJpFeqXQ2QZc2EY67fStDObBiqCvts/bvDEds/wbmLWB3ms7LL2hkMKcYin2K7ftyT7Z4Y1UB5ez2ZlonHGtflYKgmNwWS8kXGQl5O1nBmlNPGux0vIiIiIiJKMJjuLMJ0bCEszaI86a8wrqQEB7iYA/1JljbroRe70AdZkHMT0tcrSRJi97w2oijS5kI0HcMNJdjppFXF87URpmMXIdJ6/DMcn8+wVkswgm6tStu/xKQPzC/WxzmDuYs4joXTmG+G4P6JphhbMXp2khLtDQFXLz3znB/34pVont1D7OoYlCcP21pPIpl4rCnIRrquIwxL+9gbAovaZGfBSIcV9/JjufSGkEILerWQ8PEiIiIiIqLEk6dPn76sL9zm2bNneP78eWXZixcvKv8nIiIiIiIieqg4Mk1ERERERETUEYNpIiIiIiIioo4YTBMRERERERF1xGCaiIiIiIiIqCMG00REREREREQdMZgmIiIiIiIi6ojBdJlswl8u4Wj1xT6Wvonsbcv7ocFpWNeN0Jz8/cHL5RLLg6z0obmJ46XB8Zc30LeIiIiIiOimMZh+DIIRFEWBoiiwwvqXdDtkmL4NVaovJyIiIiKi+4DBNNEt0BwPhhTCdeP6V0REREREdA8wmN6JDM104JdSp31Hq6bqyhoc3y9Sq30HptaUzJum+i6XWC59OGZTmW0E2iNILtfjO9BMB8ulg3J2c6VMS5tlM93+/eZG34y9HS+xY3G5CuHqI1zUlhMRERER0f3AYHoX2in6mGOcpk4ruoWFZMPLg0YZ5sSGGs+gZ2XGc6B/WglKAUAd9jEfJ2V0F1CNCdbis222tkeQ5sAzJCz0rM0rDA21UkQ2/WoZfQHJ8OB3bvRdssfjJXgsoukI06iyiIiIiIiI7hEG0w1UuxhVXC6X8Izag63BFKNpgDwWigJMZyGg9tPg6wRHEhCvLqtlRlME2f9T8eIcQVooulgghoSjk1qhbba2R4QMc6gidsdFkBdNMa6kIcs47UmNZaTe6droazQdQNd1KKP6Vt81ezxeezkWRERERER01zGYbhBa6ahi+tHXnmuVYTp+JZV3aZdHcAPMwxiS4WG59OE7ScpwPdgEgPiqNDwZXaG+JjHb2iMiDSjL7QEQXZVb1FJGOkLTPYAoug/Dr/s8Xvs4FkREREREdNcxmO5Mhul7MKQFZlmqs6JAqU2THYwGUBQdlrXAAhIM21tL9d0PsfZQu/0cLx4LIiIiIqLHgsF0Z8nobDib5um+ACAfN73jKEIQTDEdDZLR7RtJ9e3SnjaXWMWAdFwdj63W01ImXuGyshSArMF0HDTO43UnXfd47etYEBERERHRXcdgurMkoFT7Zp4GLGsOJpXnqjWYjlkKIpNnjRsDzmsTaU/hMincEOBGmM5CSMakmMVaNmv1RLhYxEmZfGVJmXhxUTwnnNLObBiqCvusW0h6ePs6Xl2OhQxZlvPU+BNZhrx2TIiIiIiI6K5iMN1ZhOnYQigZ8NJnYif9FcaVVN4AF3OgP8mem/XQi13og+lawHl9Iu0pRNMx3FCC7aWvbSpPRR2MoLsxeraXtHtyhFmtnmiajNr20p9fej3Ero5Bw9TUwdxFHMcI5/VpvO6afR0v8WOhOR48z4NtSIBkwPY8eF71FWRERERERHR3PXn69OnL+sJtnj17hufPn1eWvXjxovJ/ehhk04fXW+wQWBIRERERET1cHJmmklq6s6zhbEMKNxERERER0WPGYJpKAlzMjzDM0p29IeBaGDekcBMRERERET1mTPMmIiIiIiIi6ogj00REREREREQdMZgmIiIiIiIi6ojBNBEREREREVFHDKbLZBP+cgmn9rJf2fSx9E2U3si8BxqchnXdGs1J37Gcfu5Mw+6K5HhV9lH+aXo/tAbHXzb2G9n0G+rwUX7lNwDImgM/+9531r4HANkslVn6cOqFZA2mU1qf78DMp2vv4ND1yOn+27RdIg64LlnW4PjldflwmtaV0irtWu8jFZpT6mMivzdEynTYP63E1rW9z4udX133cyeV/ZzYen5tJbZ/GjW0J5f+rVrvO3KtbzX/3uhiU18VORYiZYiIiO4zBtOUCEZQFAWKosAK618SEGCU7p/io8ONAYRzBJWyMkzfhipVFlbFLvRKXQNUJk2XTUxsCQtLh6Io0GeA4VUDbtn04RnAQk/r0BeQDK904S7DPOsD83G+Hn0G9OxyGRGHrkeD49mQFla6j8aY46xjUHDIdWk482xI8QJWdizGM8D24DdVpDmwVcDNyt7KO9xF988etfZ5kfOr436+pu3n122RYU4MNP160RwPthrn+0efrdCr/d7oZGNfFTkWImWIiIjuNwbTD4AsN1+YbFpOeyKfoifFcM+robTmeDCkEK4bV5Z3oZ0ZkMIZpkFy6RoF53BjCb3TfFwIpz0JCOdFQBJNMQsBtZ9d7UeYjkZ5HQAQBaNaGRGHrUdzbKixi/E0SC/cIwTTUfVmw1aHXBewcnUMRlPkq4sCnLsxpN7phlHnGFcd17FfYvvnVjWcX933865Ezq9bop3BiK2Gm54a+ioQu+f5/omCKcYuYJxdp83NfVXkWIiUISIius8YTO9EhlZJ/1vCd7TqxcFaetumFMrrpphqOPMaRks0B553VkoRFGjzVk0pi03LAFkz4QtsV57+Wa/gNshm6Vhs3z/amQEpXuCidqF5uQrh6iNcVBd3IONYAuLVZWlZhIvFTV2E7qNvpDruw3Xpti8utozW7qPNouvatl0BpgLRd97XbRWACjv/3VBN1a2kFvsOtOPSl5ljgd8bImUECJ3Le1pX2fr5JbafgW3HKysisJ+3EuyHAvtHrD0aHFtau4FXFjdFvtJxqU3b27y9r4ocC5EyKYHjRUREdBcxmN6Fdoo+5hhn6Yi6hYVkw8sDQhnmxIYaz4q0xvEc6J+uPf+mDvuYj9OUPBdQjUnHlLwA84bREq2vVtOPt7Z5jzQHnm0gniUpyncnPbKF5mDpGUDWZkXBeH6M041tTkeBGgKxSGRkUzLg5Reo9ecIT3AkpRfF2XOTa30iwjQZJsv7i6yZGKrrI+Vlcpq2Gc5LZXboG831dN2HTfVk235SCT58s1bJXtosuq7u25WNbJb7RzQdJD9vhQBCWFnbS2neSWqxVKQWj1cYGmqp3oRqDLFKf29k51c9dVakTNn6/hE/l4XW1drn6zafX1Xr+1nkeG3fz4Lnl2A/3LZ/trcnoTk2JHfc+vtFOm7br2JtFumr6xqOxZqGMgLHi4iI6K5iMN1AtYs75MvlEp5RezotmGKUp4UmqWvZhVfy9z+9SF9dVsuMprVna4F4UUrJu1gghoSjk1qhLYIkmi4F6smFaOWieGub90WGOVSB0MIo37Apxm4MdVifLCe5aNN1HcqovmcOqaHNaYrkdEOzZHMIFSFmbVe1m1wt4KbPQiuKAn0WQ219VlVCPkglHSHvHsEIugv0vLSf2j3EVsOFdjZZ0XIJz5YQWjoqu1u0b7TW02EfttaTKN9kUvQFYNjV4GwvbU60r6vDdpVojgcDLsZrB6NNGmiUg6X03KlrKlPPWhAp075/GrZ9w7m8dV0d+7zo+bW+nxvavHa8BPezyPkl2A+b1lXsH8H2aA5stW2fJDdWJeMsv/kmayYmhlT7vSHW5q7Wj8W69TIix4uIiOjuYjDdILTSC+vswq9+UQMZpuNX0uSSdLhMgHkYQzK8ZKTLSVK864Ek6il50RXqaxISzBFCRT44rfWhIkQ5lt7e5n0pbiSURVdx9YKu/F20+eLrMJI2V24+tCqepxT9ibLkQrF84TiCFWItQAGSC/rKRE3xCtme1RwfXm+FWT5B0obJfaIpBllfthaQ1soI9o3Wejrsw9Z6EuWbTOvBB/bU5kT7ujpsV0o2fdhqCKt1FK9JKSOhJLpa/63QWKZ2fomUad8/4ufytnV16vOC51fzfhY5XmL7Wez8EuuHjevK949IezQ4torQGrXuk2Ckwwol2OkNgEkfmLlx5feGaJu7aD4WVc1lRI4XERHR3cVgujMZpu/BkBbFRZaSpcMVgtEAiqLDshZYQIJhe2upf/uTpnqnF6ZrKd6Cbd6n5EbC/i7W7hT5FMm1/v4uAC9X5YvrS6zibemaGvqqhHDWbXKfZEKi6qjYLn1jvZ7dbKqnHlgA5VH5/ba5fV3dJOm6MSy9Pei5izbtn5s6l6t9vkTg/Lr5/Sxyfu3WD3ei9aECUIc+fD/52GqSOj/x/dIIf5T+7UnaMhhNgaNyZtX+2yxyLETKEBER3UcMpjtL76SXL7IAyMdNLyqJEARTTEeDZHT7mml0bYJzF7HUw6nckOLdqc0dyce1V7QkgWB9dD/5NFxIyRpMp+mZ4ENK2lx/7nyTZGIkFy2PJnd2kgwBpqNHEZKBq3KY0fCs4SZNAcpG++ob3fbhZmmqatONhHz/7KvNIusS367sVUquPqq0S1zzTZSm7WosUxl9FCvTTvxc3mVd1T5f2HZ+te9nkeMlvp8b1UaURfph47pqfayxTObyHJZlwZrNMEs/bgwgDrGYzXBe34m5+rPn4m0W0X4sEu1lRI4XERHR3cVgurPsj3+RnihrTvJcWk6D6ZilADFNW2y4cNyb6AKLWEJvkjxrWB3UEWlz4TIp3BDgpvXkqZkytLNeLZhOJu5R7WqALGsmnPrETgC0MxuGqsK+1qtbriubbMiuTIokaybWm1y/OG0iQ5blPKA9kWUUbymr943kWAzV5AI3qzM4dxGrw3wGeFk7gyHFWORTGxfZCHldsoYzo5we27Su5BnKov0ifUOkHpF9KFJPMgdA+blPyPUy+2qzyLpEtqscMNTeF95Jsi6pPAlh2p66pjLl/rO9jMj+ET+Xu69rvc8n2s+v7ftZ5HiJ7GeR80ukHyaa1lVsu0B7oghBEFQ+SRb4ChdBgPxJGc0sbbecvPqt8uy5eJu32X4sRMqIHC8iIqK7i8F0ZxGmYwthaWbaSX+FcSVNLsDFHOhPstRID73Yhd7yPNn1pa9OkqTkPaO177a3uRBNx3BLz90VzwhGmI5dhEjr8c9wfD7DWi3BCLq1Km1/8uze/GJ9qCmYu4jjuDWl8yCCERTdBYZFSuukf4V6k5OJkcpB7TrN8eB5HmxDAiQDtufB85w0KyHAxfwIw9K+8YbAoj4xVjTF2IrRs5P2eMP1C9JgpMOKe/lxWnpDSKEFPa8o64fFK9o8u4fY1TEoZjoS6Bsi9YjsQ/F6dAsY5ttVL7PfNrevS2S70iALEoysnvyTHXdBwQi6G+eTXi0nR5i5a2cYQneGo6wPpW2uT6zWXqbL/tl+Lm9fl0Cf33p+Ce7nrcdLbD9vP79E+mGiff+ItUdIcIF5f5Jut4ch3FpqtXib24kcC5EygseLiIjojnry9OnTl/WF2zx79gzPnz+vLHvx4kXl/0REREREREQPFUemiYiIiIiIiDpiME1ERERERETUEYNpIiIiIiIioo4YTBMRERERERF1xGCaiIiIiIiIqCMG09ckmz6WfvHOzpt0yHXR/cK+QURERER0WA8kmNbgVN6HXPrGqb3Tct+uFggXV63vj9ac4l2u1wp4BNZ1o2QT/nIJp7YzbyaQS45pfV27kM3S/i99mvrLvXXbfeOxkzWYlfPcgalV+5csa3D8chkfTq3M4ezv/CpocPxr/o4T8HLwFj545wv40TtfwI/+7Vt4WV6Z3MMH73wBHwxKywC8/NKv4Ufv/Fq1LBEREdE1PZBgOsA8BKTeae0iTsaxBCCcI6gs358omGI0baldc2CrgKsrUBQFymC6c8CzdV3UKJoOkn1vhQDi/FgMprscCRmmf/cC8fa+cTfb/HDIMM/6wHyc9DNFgT4DerZXClY1nHk2pHgBK/tdMJ4BtvdAjosM07ehSvXlezZ4Cx/YH8aP/crv4m+98bt45feBD/6gPUh++blfwwcq8Mqv/Es82eWUJyIiItrggQTTQDAPAekIJ+WF8il6EhDONwUZG8hyHpTLmgZN0yCvXazJkOXsU/+uLsbVtS7iuqyLHoy990NqJLSf20SYjkaYBsVJHgUjzEJA7RdDvytXx2A0RV4sCnDuxg03Ae8fzfFgSCFcN65/tUcfxctfPcETN8iD4if+f8Yr734Yf/MPPlovDGSBtMFAmoiIiG7GgwmmcblCDBWla1fg5AgSQpRjaVkz4ftZqq8PZ21USIY58TAxNZj+Ep49xHBow/OqqeKa48Hz0s9kPa0xTy22VQAq7LU072S0cLmWZ7k+iti+rixdM02x3LhdgGw68EtpqJrp3FAKvAytvK7lEr6jVdu9lvK6nhab2L5d1yeyD5Myy6UHQwIkwyvaXjuG2/uYyLHYRz8UabN4P7yXZLN0TBv6oeB+3l7PNgGmHTIhrv3oxN7OL4FzGcDlKoSrj3BRW153ve36CP7mEwCuvlda9j3gT4GXRx8pLUskgfSH8cRiIE1EREQ34+EE09EFFnF1JEjrq0C8wmW+wIFnG4hnepJmqS8gGeVUzIJkDHE006EoAwwGChT9vJIqHozSdM4NIzHV1OIQVpr+WaR5R5gmQ1fVi3btDIYUY3FRXP1tWxcAqMM+5uOsHKAaE1RjQQeeIWGRp5iuMDTUUoE90k7RxxzjbJt1CwvJhlcO4CY21HgGPSszngP907XAfut27VH7ugKMFAWKosONgdhN+5CiQBmVeoZIH+twLK7XD0XaLN4P7x3NwdIzgOxYKArG82Oc1jvZtv3coZ6MnD7e0Z4VI+O0JyFeXOz86EezPZ5fW8/lRDQdocO9gt3IT+tLEqu/AH7mKV6Wl/XfSgJp9yt4xS9/QURERLQ/DyeYRoSLRQxIx/nI77GE0oWqDHOoAqGFUZZnGU0xdmOow4aRkniB81LaJqIbuFIM5ghro+laXwXCWecL03hxnqePRhcLxJBwlOe8J9seu+Oi3nTbd6HaxSjVcrmEZ9QelEyf3803IQpqAdsJjiQgXl1Wy4yma8+2t2/Xfl1/XSJ9rOOxuGf98O5oOBZIni1vfLR8437uUE86Qd9yuYRnSwgtHeX7LHWa48GAi/Hed/Iez6+t5/Ld9FI9wZN3gZfGL1aDbCIiIqI9ekDBdHoxKPVwKiN9Xro8slZcYFZ+5ipef9Ya5SD8JiUTpxWBlob+1tGsZnH5oezoCtXQLN322oPb0dWGAG6L0EpHqdLP+qioDNPxK6mhSbp7JsA8jNO0Yx++k6Sgrt3Q2Lpd+3X9dYn0sW7H4r71w7sj2c+i27B5P3eoJ5pikJ0T1gJSy+RisunDVkNYeaZKmm5fvkElGfDyc6jL4xj7PL+2ncvb7HO7xD1xv4JX/uHX8AQn+OBLn6x/TURERLQXDyqYTi4Gk5EV+bQHKV6gnqVaeW6084Xh/gXnbn4DQDaHUGMX5wLX7XeXDNP3YEgLzLI0ZiVLdy8EowEURYdlLbCABMP21lJH76u71sdEPLx+eLuiIMk2aJpcTDZ9eEYMSx+VRoojTAe1G1SxW6RpK+Wy2+3n/BI7l9vtcbui79eXJI4+DPzp9/GkvOzqewC+hVesS0D95bVXZRERERHtw8MKprMRtr6Gk2T4rzTadIlVvD6q2vmCbt+iCyxiCb1T7Yaen0S+7dJx9bJePr6J99ikI3mz0qzFG9cVIQimmI4GyUX2HU8d3U6kjx3yWHSw534oC0yHva8yzZL9XJ5DYTf7qieRBNKAq48q58fNuO751eVcPoT38GPvAjguz9z9UeBngCer90rLSvyv4pUQeGm/xXRvIiIi2rsHFkxnr8gaYriWpppMtKTaDsqT2sqaCcfsdolZlqeWa+nrieoFtkraJRn21gmfdl9Xto5JMaOvbGJSf9Z5L7Lgo3gOXdac2ro0mI5ZOg7JREyVyeLurAhXcdM7zZPvtvexmzkW7X2jrc0Z8X64jeYs4XlewwzhhX2V2SybWM2GUzoYsmai2+kuUk+9PyffT4zqTYkikB7c8LPo9fbsen6JnMuZpN9lj8uc3Mir2r6HJ79/iZeGlr9X+uXgF/HBJ/4CP/bvyzN8Vz35daZ7ExER0c14cME0gjlCSVp7JVby3Qi6tUJ/UqTgTvrA/KJesIN08qienb6eaJcL/2COENg+4dN11hWMoKc/u1wusZwcYdYpXVNUhOnYQlh6LnLSX2FcWVeAizlKx8FDL3ah58+P7lf1NWUSDC9Z76bnWbcJzl2EKD33WT4OIn3sJo7Flr7R2ua8kGA/FFR/drzJvso0CkZQdBcYFmn3k/4VOp/uW+vJ+nPxKirP7iF2dQzyHanhzJAq/a/4rD83HE0HpZn/u9rX+SVyLieyV7TZ6TPRtuetv17s2tuVjjS7f4G/+YMv4EfvfAEf/KrIO6SZ7k1EREQ348nTp087Z789e/YMz58/ryx78eJF5f/UhQZnaQOW0jr7777Jpg+vt9jhIpv27W4ci9vph0RERERE99HDG5m+hw4z4VMt9VNORsqu+2ws7eJuHovD9EMiIiIiooeBwfRt0pwkJdQA3PFNj0gGuJgfYZilfnpDwLVu4B23tN0dOxYH7YdERERERA8D07yJiIiIiIiIOuLINBEREREREVFHDKaJiIiIiIiIOmIwTTuTTR9Lv3gHLRERERER0WPxMIJp2YS/XKL+6lwGezfsaoFwcXV7E1ZtOO6a42O59LHja6RvVjrZV/6pN76D/P3Ztc+u789+9NL+1Po7o6WMrDnJd8sllr7T2P/uYxkiIiIiavYwgmm6FVEwxWh6t96jJJs+bBVw9QFua3LsVsEIiqJAURRYYf3LbqLpIKnLCgHEcPWk3sGd3PCuZJj+IW8MyDAnBqT64oqWMrKJiS1hYelQFAX6DDC82g2d+1iGiIiIiDZiMH0fyHI+CiZrGjRNg3yrF7wyZDn71L+7PbLpJ6932jWQvnP7mQ5GO4MRW+03OFrKaGcGpHCGaZB0vCg4hxtL6J0WHeg+liEiIiKizR5RMK3BWS7haBocP0uJ9eE0DcPIZqnMEr6jrad0mqX0yLV6knX5flrGd2Dm5bORn7Q95rb2yDAnHiamBtNfwrOHGA5teJ6DcoKwrJnw2+qRNTh+KS3Yd2BqO5QBoDkePC/9TOrpruL7ubIPfQea6WC5rG6XqCSQlhBazYH01v2zdT932K6t6zoUkX4IADK0Sn8W6PMbjtf1tz1p83LpwZAAyfCK/lhLiW8/B7vQ4NgS3PO2LIu2MjKOJSBeXZaWRbhYxJB6p+l+vI9liIiIiKjNIwqmE+qwj/k4SYfVXUA1JtW0Rs3B0jOAWZL6qCgKxvNjnJau47PAbZGm1Sr6ApLhraekLs4xUCyEkgrjaI6BosONJRhnRWWqMcQqbc/GegBIxhBHMx2KMsBgoEDRz5Ff1msOPNtAnLU5raeIPWSYExtqPIOebpMyngP901IgJFImEYyy/RfXvimI7OfKPhyvMDTUUoEO+kldsatj1BTrbN0/hdb9LLpdgus6mG39UDtFH3OMs+OuW1hINrxyo0WO1162PcBIUaAoOtwYiN3iPFRKB1f4HBSgOTYkd9x4EybTXuYERxIQX0XpM/EO1u9B3ccyRERERNTm0QXT8eIcaVYjoosFYkg4Osm+lWEOVSC0MMoKpc8GF48GyzjtSYjLF9bRFGN3fUQnvooAXGKVx5wRrmrxp0g9AIB4gfNSmxBl/25oc1qPOsxGjdML59VlMVlYFGA6mpYCRZEy4kT2c9O270JVVcQxIBlna4G/2P4p2bifEyLbJbyuA9naD9Nn3yvHfRYCaj/dnyLH65DbLn4ObqU5sNUQs+YoOSFSpkLCcf7PI+Tdo+I+liEiIiKisscXTF+VA6UrVMO3JKAM523hY2lEpyS6ilsvQivplNJxfsEvWk+8uNgwa3YRBJdV6wkwD+M0ZdaH7yTp29WgQ6SMOJH93LjtO4hdHYOBhRAq7LVhUJH9U9i8nxNC2yW4rtvQ3A9lmI5fSfNe2uVRZ5Hjdchtb2lPp3VpcGwVoTVquWEkUqYkGEFRSo8axCtU98g9LUNEREREax5dMP1QVZ4tXQuGgGA0gKLosKwFFpBg2F41jVewzF2UBFUBRlYIqHZjWvG2/bNPh1zX9ckwfQ+GtMAsS5lWshnCu7tX2671oQJQhz58P/nYKgDJwMT3k34kUiYd9ZeO22493ccyRERERNTmYQTTayOEu0ouMNV+QzSWa74IlZPZfDqP6Fy/nqQ9oVUKhPJPfTQtQhBMMR0Nkued8zTermWuq2UfXkcwQhJPlyfF6rJ/ruuQ69qXNBtjNs3T17F2LESO1yG3vaU9Xc6dy3NYlgVrNsMs/bgxgDjEYjbD+aVgmTRtXiry/YtU9DzT4T6WISIiIqI2DyOYRoB5iOqzmbKGM6PrhWGUPitqwynNxiNrJsw8OktnvC1PPCWbmHReV+L69SRtVu3qBEKyZsLJG63BdMzS98lFczXwEClTFV0sEEs9nGrpa7LqBTZK2iwZk2K28HTbrysY1dO9RfbPvnRb12Vy5+aWJ37KbiAV546sObVjIXK8um37dmmw1/gM9J7OwShCEASVT5K5vsJFECSPy4uUARCcu4jVYb5/ZO0MhhRjcVG05j6WISIiIqLNHkgwDQQjHVbcg5ell3pDwNUxEJ40KBWMoOguMCzSVSf9K1yUhtaiaTJq2/OydfWS53a7rgtA6M5wNLlmPcEIurVCP6tnucSkD8zzRge4mKP0vYde7EIfTEuBh0iZmnTSp56dviarKb96k2CU7EM73c+TI8x2TC2uakj33rp/9qjDuqLpGG4owU77UdeZqGUzfY1ZkncMY6d6IkzHFkLJyM+dSX+Fcf1YiByvDtsuIjh3EaJoV/nVWPs8B/cimmJsFfsn+fVTe03bfSxDRERERBs9efr06cv6wm2ePXuG58+fV5a9ePGi8n/aRoOztAFLaX6d0yMkmz683qI9gKc7g8eLiIiIiB6zBzMyTfdNLa18p7R8OhweLyIiIiKiMgbTdEsCXMyPMMxT3IeAa2HMHNM7iseLiIiIiKiMad5EREREREREHXFkmoiIiIiIiKgjBtNEREREREREHTGYPoBXP/uH+NTvfR6v1r94BGTTx9Ivvf+biIiIiIjoAXgwwfSrn/1DfOrtL+Np/YtD+cyXN6//3T/CX37jCu/Xlx+KbMLP3tW7XGK59OGY2mEC3KsFwsXVrc34rDnl7W74dHk39gMma07RR3wHTa+qfpxlNDjLZfHO8p0l9az1v+USy6WDrtW3t/nwZe48zXkQ+/nulLmb54U4DY6/3HKjd3MZWdbg+H7RVt+Hk7/q4H57OXgLH7zzBfzonS/gR//2Lbwsb5bcwwfvfAEfDErLALz80q/hR+/8WrUsEdEj8WCC6bvs/f/4RfzJV96uLz640FKgKAoUfYZVz4bXcJGwb1EwxWh6ey/SDkbpNisKFN1FjBiuXlp2p1/yLcP0l/CbrnT3STYxsSUsLB2KokCfAYbnVy+eH3OZvQgwyvpc/tHhxgDCOTr1QpE2H7LMQyWy7Y+5zF7s8bwQJsP0bahSfXlZWxkNZ54NKV7Ayv6WjGeA7d387+qbNngLH9gfxo/9yu/ib73xu3jl94EP/qA9SH75uV/DByrwyq/8Szy5rbvmRES3iMH0jZLx6nH2qX93i6IA04GFUDJw1vHWvyw3/1VdXy5DlrNP7au7SpbzmwuypkHTtPvT9mvQzgxI4QzTILkSioJzuLGE3mmx8Y+5zI2RT9GTYrjn3UIGkTYfssxDJbLtj7nMjdnxvBClOR4MKYTrxvWvctvKrFwdg9EU6e4BogDnbgypd3rjN6hvzkfx8ldP8MQN8qD4if+f8cq7H8bf/IOP1gsDWSBtMJAmosft0QXTr372y3jj7T/Gp97+Y3zq7T/Ez322/qdPxtNKmT/GG7/x5trzzpV6fu/LePqJWgEAT3/jX+P1L6afz9WfmX4TP/f2H+PnPvMmfu732trTsK7PtqSUCwswDwG1X42mZc2E72dpdj6cyp12DWeet57apznwvLNKSp7mePC89DPZMAIum0kaXZoq5zvrqeft7dknGebEw8TUYPpLePYQw6ENz6umGoq0R6RMuyz10YMhAZLhFemEtZ0vm6VUzJ3WJeNYAuLVZWlZhItF+cLwMZdJHacpny37uetx184MSPECF7WL0PZ6RNp8yDL71b7tWWqxwLEonxe+A63zzUyRbX/MZVJ35rwAABla5fdh89+Uy1UIVx/hora8rL1MgOn0IUaOH8HffALA1fdKy74H/Cnw8ugjpWWJJJD+MJ5YDKSJ6HF7VMH0q5/9Q7z+5s/gLz//83j+5s/j+ef/CH/7zX+NN8oB7Gd+Cf8T5vj2m1mZ38Jf/p3fxuu/8ebmev75Ch9/8+8VdaS+/8+S77/5dvPdbQD4qbf6+P/+eVYO+Kk3/298onzh95kvC61rF5erGJCOi4sNzYFnG4hnSWqfoi8gGeXguTkA1/rqWkpell6tb7izD83B0jOAbF2KgvH8GKfViHxLe/ZPMoY4mulQlAEGAwWKfl5sl0h7RMpslaU+JumOsVvso3Jaumz68AwJiyzVMF1Xt1TDExxJQHwVFc+Vrv34Yy6TUI0hVuOW/dz5uGvoq0C8uKjOJ7C1HpE2H7LMHm3d9oQ67GOeHgvdBVRjUkk/XjsvxisMDbVchQCRbX/MZRJ357wAoJ2ijznG2e9K3cJCsuHVVhZNR9gWC4uUqZJx2pPW232fyBtuz6/+AviZp3hZXtZ/Kwmk3a/gFb/8BRHR4/OIgmkZT39Bwg/f/qd49ypddPVFfPvtGD/+C79UjBqnzzfnk4VdvY13v/p14Bf66Ujw5np28cNv/D/4flrP+//pj/BDSPjx/DktGZ946+/tbV3tZJhDFQgtjLLctWiKsRtDHRYjy0ESTZdGa5OLn3DeJSWvYV0AomCK4vHqhjIN7dm7eIHzUpsQZf8WaY9ImX1JL97ccXHRl65rbfSoEwn5vRzpCCfVL1OPr0z7fu5+3GVzCBUhZpUr9u71tLW5cMgyuxLf9nhxnqfXRhcLxJBwlDdm83lxPSLb/vjKNO3nWzsv0vk58p+MAkxn9b9XN0NzPBhwMe4Wgd9bL9UTPHkXeGn8YjXIJiJ6hB5RMP2/4Mc/DvyPd6t/7N5/90+Bjx+VUrBlfOI3/rCS5v2pUXkkuKWeHVTqubrC/yh/ued1tUtHIyqpfUB0FVcvoII5QqjIB6e1PlSE6BRLp+tqD8AF27Nnm0cWRNojUmZfSqNHJddaVzCCogyKi+N4heqWPN4y7fu563FPAr56Nkfnera0GThwmWsR3/bKsYiuUA2TW86LXYls+yMt07ifb+28kGE6fiXNe2l3zUjoTjZ92GoIazDd8Lfj4XnifgWv/MOv4QlO8MGXPln/mojoUXlEwbQIGZ/4vX+Nv/N3/gh/nqVVv/nzeO58vV7wQThJrjorFwCV53MbL0bSVO90RKApxXuftrfnsETaI1Lm7rhEku3fNE6UecxlxAkfd/kUSczQfNa01yPS5kOW2a/2bT8kkW1/zGXECR/Ta50XMkzfgyEtMCu/rcEKS2X2L3mkIIalj27sb+DBRN+vL0kcfRj40+/jSXnZ1fcAfAuvWJeA+strr8oiInpMHlEw/d/wwz8H/vYnqhcIr37iZ4A/X6Vp3clI8F9+9Yt56nVeJtdSz97d5Lrq6dnJBVT++qzKp3qhEJy7iKUeTuV6HaKSddWfva4Sb89hiLRHpMy+NF/wysnMQesjTBtFSAZ4yuNE9ef/HnOZRPt+7nbckwmWXKxPVixSj0ibD1mm/JUG0zE3Pl/bTmTbRbScF52IbPtjLpNo3M+3cl6k2U6z0gzbOx13cUkgDbj6qLLOXa2/EWPdvso0ew8/9i6A4/LM3R8FfgZ4snqvtKzE/ypeCYGX9ltM9yaiR+sRBdMRvv+NGD9enuDr+PN47U0JP/zGv0uD6SR4/an/rZh5+9XPfBmvvVn+gxzh3a9+vbGeTd7/T3+EH378f8fTz6SvyaoX2Ki0rs+kfyC3rEuIrCXv0KxcuESYzkKodnWyGVkz4Zi1oDe6wCKW0Jskz7e1xdLRxSIJvLX0NVnJ0vRZNhtOaWWyZqJYVYf2HIRIe0TKdJFe1DY+A53OrluefEk2MTHWL3i3Cc5dxOoQZtpoWTuDIcVYlKbTfcxlADTu53CWpXV2Oe4bJlgChOsRafMhy2S0MxuGasDeNHt/K7Ft3y6pp+l4dSWy7Y+5DO7UeZHdoC36nqw5G4578rcou1Vw0vj6xvYyRSBdSoG/Bs1ZwvO8tbc1lO2rzGbfw5Pfv8RLQ8vfK/1y8Iv44BN/gR/79+UZvque/DrTvYnocXvy9OnTzjcUnz17hufPn1eWvXjxovL/Q0tm2G76wwn88O3/A+98JfmL9+pnv4zX3vx7+HEAQIy/fPuf4k/S7wAAx2/i5z732/ipj6c/+42v4Nv/9Qivj4DLN/8vZIlQlXr+/Ou4/AZw8ma1TFml/Dd+C8//GfBzb/824Pw8/uQ/ZqXebFjWsK6vAie19rSSTfiegWLvxAjdGc7Lk7WkZM3E2dCAmhaOQxez8+rdfuQXExJiV8dgy9WEbDqYGGqy/tAqZqSWTTiT8rosjEfVNom2R4hswvd6WDReACVpgr1F+/aItEekjLDaPqrsv/q+RYzQHWPU0v5NZM3BxE7riUO44/XZbB9nGQ3O0gZcC+jZ6XFo3s8ix13kIlyontY2H74MAEDW4JwNoUoL6Ds+P9q+7emxsBQUp0DTstp5EYewFoBtAFbDiGgbkW1/nGXu4Hkha3AmWVuS78fzI3h29bhrzhLrmeZhhzLJtq99DazVIypbX9vf032V2ebl597C3xgnyUjzu5d45QtfLV59JffwwR/8r4D1u9VZvAdv4Uf2CZ7UlxMRPQIPJph+TF797B/i9V/4I3zzn3yxmHWciOi2aQ6W/Xnlhg8RERHRQ/WI0rzvqzfxid/4PJ7mKeVv4qcrqelERHeAbMIfSnDXH3olIiIiepAYTN95b+P7//UIH/9c+pquL/4q8PZv4dvl1HQiolslwzw7wmy8OU2XiIiI6KFhmjcRERERERFRRxyZJiIiIiIiIuqIwTQRERERERFRR482mJZNH0t/l/ehEhERERER0WN3Y8G0s1zCN5tDVdn0sVw60OpfXIfmYLn0sWGV664WCBdXO70LdW80B8vlsvnjaMnsuJXlPhxTq9wA0JyGn63XQ1tocJZLXH9XJfWsHYPlcqf+LmtOcfx9p7FvH7IMEREREREVbiyYXsWAdHRSX1yIV7isLzugKJhiNL0Lr3AJYSkKlPqn9J7W0EqX6TOseja80oh6MCr9jO4iRgxXb67nsGSY/uYbKuL2Vc8hBBjVj6Oiw40BhHN0OhKyiYktYWHpUBQF+gwwvNrNokOWISIiIiKiihsLpq/i+pLCyZEExB1HhWU5DyBlTYOmaZB3utiXIcvZp/7dHRcFmA4shJKBs67DnHQ75FP0pLjzu3e1MwNSOMM0SM6SKDiHG0vonRad9pBliIiIiIio6saC6ctVDEjHSQCcpjMnabQyjiUgXhXj0rJZSjFd+nDWhsRkmBMPE1OD6S/h2UMMhzY8ry11NhnRXDr1tGgPnpd+JvVnprN0Xw2O39aeWpt9B5rp7JTK212AeQio/RtYk6zB8f0iNdl3YGoN266Z8DfunyzV2YMhAZLhFfV1yqMWr2d7/xF0LHDcW7d9nXZmQIoXuKjdOWqvZ/0cASJcLGJIvdO0zx6yDBERERER1d1YMB1dxYB0hBMA8rEEoBoAxldJdCGbPjxDwiJLTdYXkAyvMa1XMoY4mulQlAEGAwWKfr4hdVaD43voxRaUUVAZAc/SonV389C5OuxjPs7KAaoxqaa8ak61zeMVhoZaKnCzKjcq9kaGObGhxjPoWYryeA70T6s3CDQHnm0gniUpwdnxKuLbLNU5SW+O3bRc55RzsXq69J9tVGOIVXrcG+vZuu11GvoqEC8uqlkYW+s5QZK8EaU3ohys39M4ZBkiIiIiIqq7sWAalysk4aqM056E0HURS8eQcYIjKUYyEJZ8F7tjTLNoI5pi7G4YFYsXOE9TUQEAUUOi+IkGZ2lDii0MOgVvhXhxjmw10cUCMSQUj3/LMIdqY5t3o8LOR1WLkcodYsFrSoOq1WUR+EUBpqNp6YZFsu0ILYzyHZRsuzqsj/IfQsf+s0V7Pd23XTaHUBFilleKneoBJBzn/0xuUK07ZBkiIiIiIrq5YDq6QgwJx/IJjqQQ8+kVYukIJ/IxknFqVEfFKj9ajGqXrY3wrZFg2DZUAPF8t0AapVFzINuOspY276RpArJBEdQdTIB5GKfp1D58J0nxrgZ3RcBdtul43byWY7FDe9rr6brtSaC/PvFYx3qCUbU/NE3cd8gyREREREQE3GgwjUusYglHp8eQ4hUu0/8fnx5BQoxa3LI3satDd2Oo9m2M7h7GThO4CQhGAyiKDstaYAEJhu3Ba8hhrjy/vFxiaR8uxf22CW+7fIoklm6+qdNez2UyG/5xWwc+ZBkiIiIiIqq7wWA6wlUMSL0epPgKESJcLIBeTyqNeDVfyMvJjEg7jIrFWFxEiKYDWKEEY22CsX1oafNBJM/hbgrSri9CEEwxHQ2S58rVfumZ6WTb81d1VT6jDc+v36SWY7FD/2mvp9u2JxOPuVifxFuknvTcqbxaLk1pz7MzDlmGiIiIiIjqbjCYTibKkiQpD/yiq+T/xahqOmtweYIv2cTEuP6FfDBKXiHVNLIKpM9CSz2caulrsuoFNoownYVJm7OZmtI23zhZg+nbUBuDtOvSYDpmafKpNE25EpQm267a1UmqZM2EY9b3c3Yzpfuzy1Vt9ey3/zTVE86meV8V3/YNE48BwvUE5y5idZj3MVk7gyElN4tuowwREREREVXdaDCdyCYbKyYlKz8vGk2TEdCel6a7ej3Ero7BtR8aDjCyQkC1m2dbTid96tnpa7IaC20QjJI222mq7uQIMyusl9ob1c72zRBHCwv6IAvw9inAxRzoT7LUYw+92F1fVzCCbq1K5ZaY9IH5xXp0H5y7CGHAy1KZu+zjkrZ69tl/QneGo2y70noqc9gJbnsy8VhLMCpSTzTF2Cr6mDcEXL32LP0hyxARERERUcWTp0+fvqwv3ObZs2d4/vx5ZdmLFy8q/39sZNOH11usB59ERERERET04BxgZPohqqVEyxrOdkwtJiIiIiIiovuHwfROAlzMjzDMU4KHgGthzLxYIiIiIiKiR4Fp3kREREREREQdcWSaiIiIiIiIqCMG00REREREREQdMZgmojvr9dc+jT/79Gt4vf4FEREREdEtO0wwrTnJRF2+iWwC7Faag+XSQetbiUXKbCCb/s7vPKYS2YTfcFxlWYPj+/k7lJe+Dyef+nyd5pTLNveRtjKy5iTtWC6x9B2YDRUcsgzueh+7xrkj6tkbn8af9fvJ5zrB8F+9h/l7f4Vvlpd97I2i7n4ff/bGx8rfXt/H3sCf9d/As/ry68p+DzZ9HK04n/KPD8fUKn1dcxp+tl6PiLV1lT7Z+dVYxodT7vQiZUQ01lNrDzQ4y6ZtrC6XzdLvitLHr7RJhub4pXUmv6OyEuL7ub0eIiIietgOEkxrfRWIY8RSD6e8yrjjGi4OGy+MZZgTA1J9MTSceTakeAFLV6AoCpTxDLC92sVsVtyBrQJuVrbpPd1tZWQTE1vCwtKhKAr0GWB4fjXIPWQZAj72Br74EeBfPJ/jp+dz/PR/+XY1GO7gm9/9Nv7Rt79bXfjdd5J653N8/r3qV3dfCEtJ+3H5MwqKEla6TJ9h1bPhlW4eBaPSz+guYsTFeVGrR0S+rvKndg6Wy+jWApKxfi6LlBHR3p4AIysEVBvleFo2h1ARwkq3PZoOkp+zQqC0fwalty1ojgdbWmCW7Tt9Acn2cJbWK7qft9VDRERED9sBgmkZxxIQL2aIIeHopP79HSQXIwuypkHTNMjdrwvvIQ3O0sMQM4y3XRhrZzBiC1ZYXQwAK1fHYDRFkF27RgHO3RhS73TDiE2Mq7UIuq65jHZmQApnmKYri4JzuLGEXumuzSHLUOav8d9+UF/WxYfw+oeyT/27RyIKMB1YCCXjzgRnUTDFuPVcFiuzs2AEKwTUYTF6PjEkhNYI4rcRNPRVIJyVf0dNMdBdrGol2+2rHiIiIrqvbj6Ylk/Rk2IsLgLMQ0Dtr18VymY1dVY7rpcQK7MfMsyJh4mpwfSX8OwhhkMbnldOi5WhlduzXMJ3yumYSdqh76dlfAdmXr46klnZrg2jwO1lknU5pgbH31QGwFrqtQOzlnqtOTbU0MJgFOQjU1EwxSxE7cJYg2NLcM+bLl8DTAXet52nYtoqABV23q5iFG57mfRGzeqyVHOEi0X5Qv6QZfYlPabalmO6tW80lNlw7siaCX/LurZ5/bU0tfuTHwHwEXyxMc37Q3j22hv4eilN++tvfGwtDfzZG5/C1z6Vfl7fPU389Y+9hq9/OlvXp/GvXluPzF8vt+fTb+DZT9ZLJPL+uJZmfJM2/958rIJRcoNhYsrpDS4LnQbk5eOGjJokEJ7eRj1ERER0b914MC2f9iDFC1xEQJBcFVae1ZRNH54hYZGnBK8wNNRSCbEyXUTTMfQtV1+SMcTRTIeiDDAYKFD082LkQztFH/N89FbRLSwkG179IntxjoFiIZRUGEdzDBQdbizBSIeZ1rZLXx8FFikDAKoxxGq8qYwMc2JDjWfQszaP50D/tDgWsomhGucBcvFssI8+4qwUkAbdkjuGQMycknHakxAvLoogvZKKWUp9LaWYbi9zgiMJiK+i4jngtRjwkGUKIn1sG3XYxzw9proLqMakdiNme99YK9N07mgOPNtAPEvS17N66t15m29++78k6dffeg/Ae/h8mopdSfP+2P+MX8L38OvZd8+/hf/wE5/E12rPPf+bd5Lvfzl+v7K8k4+9ga99UsJ3vvM8Xdd7+FnpU/hXpVW9/tqn8TXpJ/AfspT0b76PfyJ9pFzLrbtcxYB0vOcbNjtKR4LL5/IakTLXkma6GB5stUjvFhZdYBEDqp3c8DQ1rfVc3mhf9RAREdG9dcPBdBJEIb5KLqouV4ihohhkSYOscmAWJSmCBZEyXUXbL/LiBc7z3D0AUenfwRSjaTF6iyjAdLZ+oyC+igBcYpU3NcJV/u/N21UeDd1eJtFeJg0EV5fVNo+mxQ2CkyNIWSq1bGJiq4gtHYoyxkoqjb9oDmw1xEw8kobmeDDgYtzhZ3YjIR90lY7Q/ETBocoI9LEt4sV5nj4aXSxqj0mI9I3NZQoyzKEKhBZG+cqSMnkq7T6lz0DnwfUPvovf+c57wEc+uucJvz6E3/zZjwDvfQv/6LtpvvkPvo1fj99H/2ezke4PQfvIq/hO/E38TpaSnpZpEk0H0HW983PJVaUMi1JGwQ6JAHuh2vW21CfqqpXxeogtvfL8sWgZESLtQX4+AIhXKOeKiIkwHeiw3BCACsO2YXtp1ka9aKt91UNERET31c0G0/IpehIQztOLz+xOfh5Nl0b7SqIi4hQss3/toyoyzMokXVkq8maV9GDpGHLbduXBmUiZRHuZAPMwGclZLn34TpLiXb5ElZMc5uTC9OQIEkLMgwhZKnNCg2OrnZ5PlE0/GT1qmlhsn4IRFGVQBI1NF9mHLLMHlWMaXdXyA0T6RkuZXHGjpaypj+3Hh/Cbb3y6kuadpIXv24dw/CrwnferD25/86/+Gnj1Vfzdcpm/aiizQVS+qbaTpgnISn3pwJom/KoHwUUZHVYoQbXP1oJFkTIiRNqTZNoYkMIwT/fuLkIwHSVZR4oC3XIRSyrsrukYe6uHiIiI7qMbDabl0x6kymiDB0PC2gju/SLD9D0Y5RlclSwV+e4KRoPkQtdaYAEJhu2tp6Vvo/WhAlCHPnw/+dgqAMnAxPfX0oKTFOMYli4efHeTjPpLx20X04csc38lN1rEbw7t5kP4zU9/Cv/nT7yH38vSqvO08Jvxs9Knqq/RupHA/WadJHdEbvZmlJAoeV4ZKoYbA1iRMtekncGQYrjnozTde7fAvSybNO266fT7qoeIiIjuhxsNppOLQLd4TjcPOiUkMUlzgCIfl6d1ESlzSMlIXmUG153a07Jd+UinSJmESBkgQhBMMR0NoLtx5aZGZSQyT8eX81RhAMDlOSzLgjWbYZZ+3BhAHGIxm+G8tLIkkAZcfVTZT/uVpM1LlSni689nH7LMIYn0jZYyuaRM04igouz7JkgyEjz/zrfxb0qDwa//5E+UC+3JD3D1PjD/Vilozz/v4N+UyvzsT1YnJdvYHlmD6bQ/K79/6YzRWXbPrcueV24LYEXK7CrJjskeXYimY7hx15FgDeZeAv191UNERET31Q0G08lF4FqgEcwRInudUITpLIRUnlgpnbymIFLmkJLgQ+2XZp3WnB3ak84E3bBd5QBue5lEexkNpmOWgoDsWfZSsF1+nj2aYmyFkGwPy+UER3GaFhxFCIKg8kkyhle4CIL8sfIikL759NXg3EWsDvOZyeV01GpxUaz4kGUOR6RviJw7SRnVrgaJsmbCMbsEKCKS4LX/0WJ27tc/9ga+JL1aK1f45n9/D9959SPQPpa+Jqv2/f/7/vvJ89Zrk3T/AL/znffQ/+Qble9e/9hr+FevZTOQJWV+Vnodv5mV+dBrG9ujndkwVBX2od5TJWswfRtq7KJx4vxbkjyv3D7yLFJmF5pjQ0V5zoak/9bfPb3NkeFV3sAga/VzR8y+6iEiIqL76eaCaa0PFU2BRvKql3ySpGAE3Y3R89L00skRZm4tZVqkzMFEmI6TV7N4aUrspL/CeIc072iajBDn2+X1ELvViXtEygBA6M5wNNlUJsDFHOhn3y899GIXevk55ih5BVY26VQUjDBQFCjKAKPRoDLLdjsNZ4YEQIKRtTn/3MDEPNEUYytGz07SlL1hQxB/yDIHJNQ3RM6dYATdWpX6xxKTPjC/2HcE9wP8zje/hflPSPhamnb9pY++j19vS/P+wbfx6/Ff4+9/Mn1NVm3W729++5v4F+/9BL74qaS+r5dfffXdd/DL33ofv/R6keb9pY8C/+6/f7daJv5r/P305//s9Vfxe3Fze4K5iziOb3yUOH8sxhviaGFVz9M9a5rwq/x6ukbp74r6JIgVImUatLZHNpHMlVfLmMjePW0nv1+qr9Qrfg8VE5kFOLdcxNIw/x3u2Q3nzlb7qoeIiIjuqydPnz59WV+4zbNnz/D8+fPKshcvXlT+T4eiwVnagKV0e9dqo/R5cISwxjeZnk1ERERERHS/3dzINN1D6ateFsCwNErZ9GoaIiIiIiKix4zBNNVUX/XS/GoaIiIiIiKix41p3kRED0by2Ef7i81CWHufqX2Tu9YeIiIiov1hME1ERERERETUEdO8iYiIiIiIiDpiME0Phmz621/rQ3TD2A+v7zHvQ1nTKu98J7qTZA0aOyoR0WMPpmWY/hJLp8vbjzU4yyU6/cidtMu23wGas/l91VcLhIur3d7JqzlYLn3cn4nLH0o/vKduqh8+Jje1D2/7XG7brm1kExO7jx03/PZ/J5S3XXOq7ws/QMNkzYGfv5/c2bkPiNRz38rk71+vfOrniQzNKZVrqCcXAX17svl7IqJH4h4F00nwt9fXNMmn6Ekx3PNHOPXNndj2/R7TKJhiNL3N7cnsd7vujoe6Xft1d/rhIe23bzzOfQhoZwakcP4wJmMLRvkbIayw/uUNkE1MbAkLS4eiKNBngOHVg0UBIvXcxzIAELvQ02OSfAYov6xDczzYagxLT77XZyv0muoBAAQ4dwHj7OZvkhAR3WX3KJjev+TCZVb5Y/JYbNx2Wc5TK2VNg6ZpkBv/kN4lMmQ5+9S/o4O6l/1nX+5YP7yXx+KO7cNDkk0M1du+wXl/5X/TguSPWhScw40l9E67dSSReu5jme009FUgds+RVoMomGLcEjBHFwvE6nBDsE1E9DjcbDAta3D8WspQwzM2smbC94u0I6fymzlJXVsuPRgSIBleUd910sbaLlxkE07eniV8R2t4dk8rlam3OSGbpbSrpjJ73D+Otr09uY3bLsOceJiYGkx/Cc8eYji04XnVlMWt27W1jPgxrdTjO9COK18D6d10z0s/k4bnLAX3c1WRBr+tZGHH7VrbPx0cbz/uIutqLyO6XfvoP8m6fD8t4zsw8/KbRkiaiNfTfn6lZfbRDyFDq2z7pt8tKFIyd/4dt49jIVJGtG/saR8e7FwWX5fIdomQT3uQEOOqfoMTKH7Pm9vP9+1/m7b1Q/G/KXvbdoFzsJ2MYwmIV5elZREuFjGk3mmxbU2PAFSWidRzH8uIi5s6oHTcXE90gUXnoJ2I6GG5wWBahjmxocazIq1oPAf6p9VnyTQHnm0gniXpSYq+gGR4pee+AowUBYqiw42B2E3LKQqUUT0YFLdxZFZzsPQMIGuPomA8P8Zp7ZpWHfYxH6epUC6gGtVnh2TTh2dIWKTpUtl2FWmQ+9o/iW3tKdu47SnJGOJopkNRBhgMFCj6eZ52uH27RMqIHdO1esYrDI31N9YGo2y74/pX4vu5QoPje+jFFpRR0OHxxR23a23/iFONIVbpcW+qR2Rd28uIbVfmuv0HALA4x0CxEEoqjKM5BooON5Y2jpBstK0egfNrrc079UMA2in6mGOc7TvdwkKy4dVP5j267rHYXkasb6zVs9M+POS5LLYu0e0ScXIkAVtSvLed7xD5WyDYD7fVs7dtFzgHtzvBkZQGgtlz202/ToMRdBcw8ptKGhxbReyO07+HIvXcxzIpyYCX3/zw4TQUlI7Xl20W4SoGpKOT+hdERI/GDQbT6S/41WVxARMFmI6mpYsFGeZQBUILozyvaIqxG0MdNoxK7EvbyGy9PWmqU/3xvXhRSoW6WCCGhOLviYzTnlT6A11sV3GneL/7p709JRu3vSRe4Ly0/Yiyf4tsl0gZEZvr6UZkP5ecaHCWNqTYwqAhULy+zdvVbf8k2usRWZdImY6u1X8SyejIJVb54U4u2rpqr0fk/Nrc5s7S54Ar/XAWAmp/LRiMpgPout54s6KTax0LkTIiNtfTzSHPZZF17Wu7AKSji9s0rat+LLb+LRDsh+317GvbRc7BXUjIB8mlI5Q3P5qO4cYqbMeE6dtQQwuDfCPqNtdTuCdlrhZw02eqFUWBPouh2tWBi3kISMZZHozLmomJIbWsK7Vp5JqI6BG4wWA6wDyM07Q/H76TpMhVf+EWFyxlUXKrs/2X9zVsHplN2hPOt194VVKhoitULyFKd4pLqtu13/3T3p7C5m0vxIuLDSM4ItslUkZESz2diOznjATDtqECiAX6wG5atqvT/km01yOyLpEy3Vyv/6yr9P9rXLSt1yNyfrW0uTMZpuNX0muX9uaRvCgPfHd3vWMhUkZESz2d7Pdc1pzScVgua6/iElnXvrZLXOO6Ov8tEOuH7fXsa9tFzsGOglF1Yq14hVrtmA4shKoBQwphbbrRsrWe+1UmGRQojlcUjGCFqNy0CEY6rFCC7SX9YtIHZm7cvK7UZXGnkojoUbrBYBoIRgMoig7LWmABCYbtraWSAbXn7Db8Yd8b2cRQFQuYb9rB988d2vZDEt3PQJKmqrsxVLvL87l0n+3t/Golw/Q9GNICsywtVlGgHGSa44djn+dyllKefwbTyo2HLuu6P+5mP7z+OZhknwinKGt9JGuQUP0RkXruY5lml6v6TYso7fdJvxiMpsBRe8rEyZbviYgeuhsNphMRgmCK6WiQPAdXSSVL/giEVu2iRlGgKKPm1L1rkk97kGIXzVnOSXvU/nUvmJr/uMnJLCFrd8kPtX/at12EyHaJlBHRUs9O2vZzJsbiIkI0HcAKJRhNEyBdW8t2ddo/ifZ6RNYlUmZfDrkuESLnV0ubO0lG4MLZNE+dRVs9sgbTaXn28dpatmvvfaOlnp0c8lxuW9c+tyt9/GBL5kXjujodi479cKN9bbvIOSii6dndNBV9LTsje05arz0/DcF67mOZZidJWkBL/0ln+N5YT/p4QrzjO+GJiB6AGwymNZiOWboYTH65V39xR5jOQqh29aJR1kw4Zv3yKP2D0elZvToNZ4aEcFYdgSgk7YFqVybmkDUTa81plc6kWZ6wRU6ePSr+KO17/2yzbdtFiGyXSJlM2zFNtr2pnk2iiwViqYdTLX21DiC4n9cFIwuhZOw4EtW+XeL7Z7umeopjLLIukTKZtu0S0WVdhyByfu2rHyZBg9ovgjpZczbWo53ZMFQVdtcJ14SJHAuRMpm2vrGvfXjIc1lkXd23q00wD7emNjeta/1YtOnWDzfrtu2XyUobbg6JnINignM3eU1TWpGsncGQkpsqBbnynHT+/HQpxV+knvtXpt6fk+M+VJMbK3lNmlm69pGhOTZUhJhtfC4svTnzyLLdiIjKbjCYDnAxB/qTLHXLQy92oddS6RCMoFurUrnkOZ35xfov5+DcRYjSbJSdLo4A2RxC3TYyG4yg6C4wLNLOJv0rNDSnVTRNRjJ66bNHS6+H2NVLE53sf/+0Edp2Adu3S6xMpvWYBqNqPZMjzNyWdMR04pqenb5ax9HE9/OaACMru7FS/267tu3qsn+2Cd0ZjrJtS+spPwIosi6RMpm27RLRZV0HIXJ+7aUfRpiO06AuX88K4w3ptcHcRRzHN3qRKnIsRMpkWvvGXvbhIc9lwXV13a42wRwhVLQlRjWd703HYrNu/bBVh22PpmO4pWdxKzOQi5yDIqIpxlbSZ5bLJbwh4Oql54eRvHqt+px0+vy0ZGCStUmgnvtXJsDF/AjD0j72hsDCqv69QHCBeX+SlvEwhAtLb8kQ0PpQEeIGf00REd15T54+ffqyvnCbZ8+e4fnz55VlL168qPz/7klmdoWlVP94PAqPeduJiO4H2fTh9RbrQTt/h9MdpDlLDFddb+gQET0sNzgyfdck70N9nBcij3nbiYjuh2g6QygZuLHsfqJ9kU0M1bYUcCKix+ERBdNERER3GW980j0RTTHoNEkcEdHDxGCaiIjoTmOQTUREdBcxmCYiIiIiIiLqiME0ERERERERUUcMpomIiIiIiIg6YjBNRERERERE1NGTf/yP/3Hn90wTERERERERPWZPnj59ymCaiIiIiIiIqAOmeRMRERERERF1xGCaiIiIiIiIqCMG00REREREREQd/f/eWCB03LM1jQAAAABJRU5ErkJggg=="/>
          <p:cNvSpPr>
            <a:spLocks noChangeAspect="1" noChangeArrowheads="1"/>
          </p:cNvSpPr>
          <p:nvPr/>
        </p:nvSpPr>
        <p:spPr bwMode="auto">
          <a:xfrm>
            <a:off x="1708354" y="216502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12420" y="467756"/>
            <a:ext cx="6096000" cy="1491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" dirty="0"/>
              <a:t>Starting kernel ...</a:t>
            </a:r>
          </a:p>
          <a:p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unable to read </a:t>
            </a:r>
            <a:r>
              <a:rPr lang="en-US" sz="300" dirty="0" err="1"/>
              <a:t>ssr</a:t>
            </a:r>
            <a:endParaRPr lang="en-US" sz="300" dirty="0"/>
          </a:p>
          <a:p>
            <a:r>
              <a:rPr lang="en-US" sz="300" dirty="0"/>
              <a:t>[    0.000000] Booting Linux on physical CPU 0x0000000000 [0x410fd034]</a:t>
            </a:r>
          </a:p>
          <a:p>
            <a:r>
              <a:rPr lang="en-US" sz="300" dirty="0"/>
              <a:t>[    0.000000] Linux version 6.6.137 (</a:t>
            </a:r>
            <a:r>
              <a:rPr lang="en-US" sz="300" dirty="0" err="1"/>
              <a:t>quanganh@quanganh</a:t>
            </a:r>
            <a:r>
              <a:rPr lang="en-US" sz="300" dirty="0"/>
              <a:t>) (aarch64-openwrt-linux-musl-gcc (</a:t>
            </a:r>
            <a:r>
              <a:rPr lang="en-US" sz="300" dirty="0" err="1"/>
              <a:t>OpenWrt</a:t>
            </a:r>
            <a:r>
              <a:rPr lang="en-US" sz="300" dirty="0"/>
              <a:t> GCC 13.3.0 r29166-14a27ac99d) 13.3.0, GNU </a:t>
            </a:r>
            <a:r>
              <a:rPr lang="en-US" sz="300" dirty="0" err="1"/>
              <a:t>ld</a:t>
            </a:r>
            <a:r>
              <a:rPr lang="en-US" sz="300" dirty="0"/>
              <a:t> (GNU </a:t>
            </a:r>
            <a:r>
              <a:rPr lang="en-US" sz="300" dirty="0" err="1"/>
              <a:t>Binutils</a:t>
            </a:r>
            <a:r>
              <a:rPr lang="en-US" sz="300" dirty="0"/>
              <a:t>) 2.42) #0 SMP Sat May  2 23:38:48 20</a:t>
            </a:r>
          </a:p>
          <a:p>
            <a:r>
              <a:rPr lang="en-US" sz="300" dirty="0"/>
              <a:t>[    0.000000] Machine model: </a:t>
            </a:r>
            <a:r>
              <a:rPr lang="en-US" sz="300" dirty="0" err="1"/>
              <a:t>Bananapi</a:t>
            </a:r>
            <a:r>
              <a:rPr lang="en-US" sz="300" dirty="0"/>
              <a:t> BPI-R3</a:t>
            </a:r>
          </a:p>
          <a:p>
            <a:r>
              <a:rPr lang="en-US" sz="300" dirty="0"/>
              <a:t>[    0.000000] OF: reserved mem: 0x0000000042ff0000..0x0000000042ffffff (64 KiB) map non-reusable ramoops@42ff0000</a:t>
            </a:r>
          </a:p>
          <a:p>
            <a:r>
              <a:rPr lang="en-US" sz="300" dirty="0"/>
              <a:t>[    0.000000] OF: reserved mem: 0x0000000043000000..0x000000004302ffff (192 KiB) </a:t>
            </a:r>
            <a:r>
              <a:rPr lang="en-US" sz="300" dirty="0" err="1"/>
              <a:t>nomap</a:t>
            </a:r>
            <a:r>
              <a:rPr lang="en-US" sz="300" dirty="0"/>
              <a:t> non-reusable secmon@43000000</a:t>
            </a:r>
          </a:p>
          <a:p>
            <a:r>
              <a:rPr lang="en-US" sz="300" dirty="0"/>
              <a:t>[    0.000000] OF: reserved mem: 0x000000004fc00000..0x000000004fcfffff (1024 KiB) </a:t>
            </a:r>
            <a:r>
              <a:rPr lang="en-US" sz="300" dirty="0" err="1"/>
              <a:t>nomap</a:t>
            </a:r>
            <a:r>
              <a:rPr lang="en-US" sz="300" dirty="0"/>
              <a:t> non-reusable wmcpu-reserved@4fc00000</a:t>
            </a:r>
          </a:p>
          <a:p>
            <a:r>
              <a:rPr lang="en-US" sz="300" dirty="0"/>
              <a:t>[    0.000000] OF: reserved mem: 0x000000004fd00000..0x000000004fd3ffff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wo-emi@4fd00000</a:t>
            </a:r>
          </a:p>
          <a:p>
            <a:r>
              <a:rPr lang="en-US" sz="300" dirty="0"/>
              <a:t>[    0.000000] OF: reserved mem: 0x000000004fd40000..0x000000004fd7ffff (256 KiB) </a:t>
            </a:r>
            <a:r>
              <a:rPr lang="en-US" sz="300" dirty="0" err="1"/>
              <a:t>nomap</a:t>
            </a:r>
            <a:r>
              <a:rPr lang="en-US" sz="300" dirty="0"/>
              <a:t> non-reusable wo-emi@4fd40000</a:t>
            </a:r>
          </a:p>
          <a:p>
            <a:r>
              <a:rPr lang="en-US" sz="300" dirty="0"/>
              <a:t>[    0.000000] OF: reserved mem: 0x000000004fd80000..0x000000004ffbffff (2304 KiB) </a:t>
            </a:r>
            <a:r>
              <a:rPr lang="en-US" sz="300" dirty="0" err="1"/>
              <a:t>nomap</a:t>
            </a:r>
            <a:r>
              <a:rPr lang="en-US" sz="300" dirty="0"/>
              <a:t> non-reusable wo-data@4fd80000</a:t>
            </a:r>
          </a:p>
          <a:p>
            <a:r>
              <a:rPr lang="en-US" sz="300" dirty="0"/>
              <a:t>[    0.000000] Zone ranges:</a:t>
            </a:r>
          </a:p>
          <a:p>
            <a:r>
              <a:rPr lang="en-US" sz="300" dirty="0"/>
              <a:t>[    0.000000]   DMA      [mem 0x0000000040000000-0x00000000bfffffff]</a:t>
            </a:r>
          </a:p>
          <a:p>
            <a:r>
              <a:rPr lang="en-US" sz="300" dirty="0"/>
              <a:t>[    0.000000]   DMA32    empty</a:t>
            </a:r>
          </a:p>
          <a:p>
            <a:r>
              <a:rPr lang="en-US" sz="300" dirty="0"/>
              <a:t>[    0.000000]   Normal   empty</a:t>
            </a:r>
          </a:p>
          <a:p>
            <a:r>
              <a:rPr lang="en-US" sz="300" dirty="0"/>
              <a:t>[    0.000000] Movable zone start for each node</a:t>
            </a:r>
          </a:p>
          <a:p>
            <a:r>
              <a:rPr lang="en-US" sz="300" dirty="0"/>
              <a:t>[    0.000000] Early memory node ranges</a:t>
            </a:r>
          </a:p>
          <a:p>
            <a:r>
              <a:rPr lang="en-US" sz="300" dirty="0"/>
              <a:t>[    0.000000]   node   0: [mem 0x0000000040000000-0x0000000042ffffff]</a:t>
            </a:r>
          </a:p>
          <a:p>
            <a:r>
              <a:rPr lang="en-US" sz="300" dirty="0"/>
              <a:t>[    0.000000]   node   0: [mem 0x0000000043000000-0x000000004302ffff]</a:t>
            </a:r>
          </a:p>
          <a:p>
            <a:r>
              <a:rPr lang="en-US" sz="300" dirty="0"/>
              <a:t>[    0.000000]   node   0: [mem 0x0000000043030000-0x000000004fbfffff]</a:t>
            </a:r>
          </a:p>
          <a:p>
            <a:r>
              <a:rPr lang="en-US" sz="300" dirty="0"/>
              <a:t>[    0.000000]   node   0: [mem 0x000000004fc00000-0x000000004ffbffff]</a:t>
            </a:r>
          </a:p>
          <a:p>
            <a:r>
              <a:rPr lang="en-US" sz="300" dirty="0"/>
              <a:t>[    0.000000]   node   0: [mem 0x000000004ffc0000-0x00000000bfffffff]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Initmem</a:t>
            </a:r>
            <a:r>
              <a:rPr lang="en-US" sz="300" dirty="0"/>
              <a:t> setup node 0 [mem 0x0000000040000000-0x00000000bfffffff]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probing for conduit method from DT.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PSCIv1.1 detected in firmware.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Using standard PSCI v0.2 function IDs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MIGRATE_INFO_TYPE not supported.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psci</a:t>
            </a:r>
            <a:r>
              <a:rPr lang="en-US" sz="300" dirty="0"/>
              <a:t>: SMC Calling Convention v1.4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percpu</a:t>
            </a:r>
            <a:r>
              <a:rPr lang="en-US" sz="300" dirty="0"/>
              <a:t>: Embedded 18 pages/</a:t>
            </a:r>
            <a:r>
              <a:rPr lang="en-US" sz="300" dirty="0" err="1"/>
              <a:t>cpu</a:t>
            </a:r>
            <a:r>
              <a:rPr lang="en-US" sz="300" dirty="0"/>
              <a:t> s35048 r8192 d30488 u73728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s35048 r8192 d30488 u73728 </a:t>
            </a:r>
            <a:r>
              <a:rPr lang="en-US" sz="300" dirty="0" err="1"/>
              <a:t>alloc</a:t>
            </a:r>
            <a:r>
              <a:rPr lang="en-US" sz="300" dirty="0"/>
              <a:t>=18*4096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pcpu-alloc</a:t>
            </a:r>
            <a:r>
              <a:rPr lang="en-US" sz="300" dirty="0"/>
              <a:t>: [0] 0 [0] 1 [0] 2 [0] 3</a:t>
            </a:r>
          </a:p>
          <a:p>
            <a:r>
              <a:rPr lang="en-US" sz="300" dirty="0"/>
              <a:t>[    0.000000] Detected VIPT I-cache on CPU0</a:t>
            </a:r>
          </a:p>
          <a:p>
            <a:r>
              <a:rPr lang="en-US" sz="300" dirty="0"/>
              <a:t>[    0.000000] CPU features: detected: GIC system register CPU interface</a:t>
            </a:r>
          </a:p>
          <a:p>
            <a:r>
              <a:rPr lang="en-US" sz="300" dirty="0"/>
              <a:t>[    0.000000] CPU features: kernel page table isolation disabled by kernel configuration</a:t>
            </a:r>
          </a:p>
          <a:p>
            <a:r>
              <a:rPr lang="en-US" sz="300" dirty="0"/>
              <a:t>[    0.000000] alternatives: applying boot alternatives</a:t>
            </a:r>
          </a:p>
          <a:p>
            <a:r>
              <a:rPr lang="en-US" sz="300" dirty="0"/>
              <a:t>[    0.000000] Kernel command line: root=/dev/fit0 </a:t>
            </a:r>
            <a:r>
              <a:rPr lang="en-US" sz="300" dirty="0" err="1"/>
              <a:t>rootwait</a:t>
            </a:r>
            <a:endParaRPr lang="en-US" sz="300" dirty="0"/>
          </a:p>
          <a:p>
            <a:r>
              <a:rPr lang="en-US" sz="300" dirty="0"/>
              <a:t>[    0.000000] </a:t>
            </a:r>
            <a:r>
              <a:rPr lang="en-US" sz="300" dirty="0" err="1"/>
              <a:t>Dentry</a:t>
            </a:r>
            <a:r>
              <a:rPr lang="en-US" sz="300" dirty="0"/>
              <a:t> cache hash table entries: 262144 (order: 9, 2097152 bytes, linear)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Inode</a:t>
            </a:r>
            <a:r>
              <a:rPr lang="en-US" sz="300" dirty="0"/>
              <a:t>-cache hash table entries: 131072 (order: 8, 1048576 bytes, linear)</a:t>
            </a:r>
          </a:p>
          <a:p>
            <a:r>
              <a:rPr lang="en-US" sz="300" dirty="0"/>
              <a:t>[    0.000000] Built 1 </a:t>
            </a:r>
            <a:r>
              <a:rPr lang="en-US" sz="300" dirty="0" err="1"/>
              <a:t>zonelists</a:t>
            </a:r>
            <a:r>
              <a:rPr lang="en-US" sz="300" dirty="0"/>
              <a:t>, mobility grouping on.  Total pages: 516096</a:t>
            </a:r>
          </a:p>
          <a:p>
            <a:r>
              <a:rPr lang="en-US" sz="300" dirty="0"/>
              <a:t>[    0.000000] mem auto-</a:t>
            </a:r>
            <a:r>
              <a:rPr lang="en-US" sz="300" dirty="0" err="1"/>
              <a:t>init</a:t>
            </a:r>
            <a:r>
              <a:rPr lang="en-US" sz="300" dirty="0"/>
              <a:t>: </a:t>
            </a:r>
            <a:r>
              <a:rPr lang="en-US" sz="300" dirty="0" err="1"/>
              <a:t>stack:off</a:t>
            </a:r>
            <a:r>
              <a:rPr lang="en-US" sz="300" dirty="0"/>
              <a:t>, heap </a:t>
            </a:r>
            <a:r>
              <a:rPr lang="en-US" sz="300" dirty="0" err="1"/>
              <a:t>alloc:off</a:t>
            </a:r>
            <a:r>
              <a:rPr lang="en-US" sz="300" dirty="0"/>
              <a:t>, heap </a:t>
            </a:r>
            <a:r>
              <a:rPr lang="en-US" sz="300" dirty="0" err="1"/>
              <a:t>free:off</a:t>
            </a:r>
            <a:endParaRPr lang="en-US" sz="300" dirty="0"/>
          </a:p>
          <a:p>
            <a:r>
              <a:rPr lang="en-US" sz="300" dirty="0"/>
              <a:t>[    0.000000] software IO TLB: SWIOTLB bounce buffer size adjusted to 2MB</a:t>
            </a:r>
          </a:p>
          <a:p>
            <a:r>
              <a:rPr lang="en-US" sz="300" dirty="0"/>
              <a:t>[    0.000000] software IO TLB: area </a:t>
            </a:r>
            <a:r>
              <a:rPr lang="en-US" sz="300" dirty="0" err="1"/>
              <a:t>num</a:t>
            </a:r>
            <a:r>
              <a:rPr lang="en-US" sz="300" dirty="0"/>
              <a:t> 4.</a:t>
            </a:r>
          </a:p>
          <a:p>
            <a:r>
              <a:rPr lang="en-US" sz="300" dirty="0"/>
              <a:t>[    0.000000] software IO TLB: mapped [mem 0x00000000bf67f000-0x00000000bf87f000] (2MB)</a:t>
            </a:r>
          </a:p>
          <a:p>
            <a:r>
              <a:rPr lang="en-US" sz="300" dirty="0"/>
              <a:t>[    0.000000] Memory: 2037268K/2097152K available (8832K kernel code, 996K </a:t>
            </a:r>
            <a:r>
              <a:rPr lang="en-US" sz="300" dirty="0" err="1"/>
              <a:t>rwdata</a:t>
            </a:r>
            <a:r>
              <a:rPr lang="en-US" sz="300" dirty="0"/>
              <a:t>, 2576K </a:t>
            </a:r>
            <a:r>
              <a:rPr lang="en-US" sz="300" dirty="0" err="1"/>
              <a:t>rodata</a:t>
            </a:r>
            <a:r>
              <a:rPr lang="en-US" sz="300" dirty="0"/>
              <a:t>, 448K </a:t>
            </a:r>
            <a:r>
              <a:rPr lang="en-US" sz="300" dirty="0" err="1"/>
              <a:t>init</a:t>
            </a:r>
            <a:r>
              <a:rPr lang="en-US" sz="300" dirty="0"/>
              <a:t>, 292K </a:t>
            </a:r>
            <a:r>
              <a:rPr lang="en-US" sz="300" dirty="0" err="1"/>
              <a:t>bss</a:t>
            </a:r>
            <a:r>
              <a:rPr lang="en-US" sz="300" dirty="0"/>
              <a:t>, 59884K reserved, 0K </a:t>
            </a:r>
            <a:r>
              <a:rPr lang="en-US" sz="300" dirty="0" err="1"/>
              <a:t>cma</a:t>
            </a:r>
            <a:r>
              <a:rPr lang="en-US" sz="300" dirty="0"/>
              <a:t>-reserved)</a:t>
            </a:r>
          </a:p>
          <a:p>
            <a:r>
              <a:rPr lang="en-US" sz="300" dirty="0"/>
              <a:t>[    0.000000] SLUB: </a:t>
            </a:r>
            <a:r>
              <a:rPr lang="en-US" sz="300" dirty="0" err="1"/>
              <a:t>HWalign</a:t>
            </a:r>
            <a:r>
              <a:rPr lang="en-US" sz="300" dirty="0"/>
              <a:t>=64, Order=0-3, </a:t>
            </a:r>
            <a:r>
              <a:rPr lang="en-US" sz="300" dirty="0" err="1"/>
              <a:t>MinObjects</a:t>
            </a:r>
            <a:r>
              <a:rPr lang="en-US" sz="300" dirty="0"/>
              <a:t>=0, CPUs=4, Nodes=1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Hierarchical RCU implementation.</a:t>
            </a:r>
          </a:p>
          <a:p>
            <a:r>
              <a:rPr lang="en-US" sz="300" dirty="0"/>
              <a:t>[    0.000000]  Tracing variant of Tasks RCU enabled.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RCU calculated value of scheduler-enlistment delay is 10 jiffies.</a:t>
            </a:r>
          </a:p>
          <a:p>
            <a:r>
              <a:rPr lang="en-US" sz="300" dirty="0"/>
              <a:t>[    0.000000] NR_IRQS: 64, </a:t>
            </a:r>
            <a:r>
              <a:rPr lang="en-US" sz="300" dirty="0" err="1"/>
              <a:t>nr_irqs</a:t>
            </a:r>
            <a:r>
              <a:rPr lang="en-US" sz="300" dirty="0"/>
              <a:t>: 64, </a:t>
            </a:r>
            <a:r>
              <a:rPr lang="en-US" sz="300" dirty="0" err="1"/>
              <a:t>preallocated</a:t>
            </a:r>
            <a:r>
              <a:rPr lang="en-US" sz="300" dirty="0"/>
              <a:t> </a:t>
            </a:r>
            <a:r>
              <a:rPr lang="en-US" sz="300" dirty="0" err="1"/>
              <a:t>irqs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0.000000] GICv3: GIC: Using split EOI/Deactivate mode</a:t>
            </a:r>
          </a:p>
          <a:p>
            <a:r>
              <a:rPr lang="en-US" sz="300" dirty="0"/>
              <a:t>[    0.000000] GICv3: 640 SPIs implemented</a:t>
            </a:r>
          </a:p>
          <a:p>
            <a:r>
              <a:rPr lang="en-US" sz="300" dirty="0"/>
              <a:t>[    0.000000] GICv3: 0 Extended SPIs implemented</a:t>
            </a:r>
          </a:p>
          <a:p>
            <a:r>
              <a:rPr lang="en-US" sz="300" dirty="0"/>
              <a:t>[    0.000000] Root IRQ handler: </a:t>
            </a:r>
            <a:r>
              <a:rPr lang="en-US" sz="300" dirty="0" err="1"/>
              <a:t>gic_handle_irq</a:t>
            </a:r>
            <a:endParaRPr lang="en-US" sz="300" dirty="0"/>
          </a:p>
          <a:p>
            <a:r>
              <a:rPr lang="en-US" sz="300" dirty="0"/>
              <a:t>[    0.000000] GICv3: GICv3 features: 16 PPIs</a:t>
            </a:r>
          </a:p>
          <a:p>
            <a:r>
              <a:rPr lang="en-US" sz="300" dirty="0"/>
              <a:t>[    0.000000] GICv3: CPU0: found redistributor 0 region 0:0x000000000c080000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rcu</a:t>
            </a:r>
            <a:r>
              <a:rPr lang="en-US" sz="300" dirty="0"/>
              <a:t>: </a:t>
            </a:r>
            <a:r>
              <a:rPr lang="en-US" sz="300" dirty="0" err="1"/>
              <a:t>srcu_init</a:t>
            </a:r>
            <a:r>
              <a:rPr lang="en-US" sz="300" dirty="0"/>
              <a:t>: Setting </a:t>
            </a:r>
            <a:r>
              <a:rPr lang="en-US" sz="300" dirty="0" err="1"/>
              <a:t>srcu_struct</a:t>
            </a:r>
            <a:r>
              <a:rPr lang="en-US" sz="300" dirty="0"/>
              <a:t> sizes based on contention.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arch_timer</a:t>
            </a:r>
            <a:r>
              <a:rPr lang="en-US" sz="300" dirty="0"/>
              <a:t>: cp15 timer(s) running at 13.00MHz (</a:t>
            </a:r>
            <a:r>
              <a:rPr lang="en-US" sz="300" dirty="0" err="1"/>
              <a:t>phys</a:t>
            </a:r>
            <a:r>
              <a:rPr lang="en-US" sz="300" dirty="0"/>
              <a:t>).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clocksource</a:t>
            </a:r>
            <a:r>
              <a:rPr lang="en-US" sz="300" dirty="0"/>
              <a:t>: </a:t>
            </a:r>
            <a:r>
              <a:rPr lang="en-US" sz="300" dirty="0" err="1"/>
              <a:t>arch_sys_counter</a:t>
            </a:r>
            <a:r>
              <a:rPr lang="en-US" sz="300" dirty="0"/>
              <a:t>: mask: 0xffffffffffffff </a:t>
            </a:r>
            <a:r>
              <a:rPr lang="en-US" sz="300" dirty="0" err="1"/>
              <a:t>max_cycles</a:t>
            </a:r>
            <a:r>
              <a:rPr lang="en-US" sz="300" dirty="0"/>
              <a:t>: 0x2ff89eacb, </a:t>
            </a:r>
            <a:r>
              <a:rPr lang="en-US" sz="300" dirty="0" err="1"/>
              <a:t>max_idle_ns</a:t>
            </a:r>
            <a:r>
              <a:rPr lang="en-US" sz="300" dirty="0"/>
              <a:t>: 440795202429 ns</a:t>
            </a:r>
          </a:p>
          <a:p>
            <a:r>
              <a:rPr lang="en-US" sz="300" dirty="0"/>
              <a:t>[    0.000000] </a:t>
            </a:r>
            <a:r>
              <a:rPr lang="en-US" sz="300" dirty="0" err="1"/>
              <a:t>sched_clock</a:t>
            </a:r>
            <a:r>
              <a:rPr lang="en-US" sz="300" dirty="0"/>
              <a:t>: 56 bits at 13MHz, resolution 76ns, wraps every 4398046511101ns</a:t>
            </a:r>
          </a:p>
          <a:p>
            <a:r>
              <a:rPr lang="en-US" sz="300" dirty="0"/>
              <a:t>[    0.000064] Calibrating delay loop (skipped), value calculated using timer frequency.. 26.00 </a:t>
            </a:r>
            <a:r>
              <a:rPr lang="en-US" sz="300" dirty="0" err="1"/>
              <a:t>BogoMIPS</a:t>
            </a:r>
            <a:r>
              <a:rPr lang="en-US" sz="300" dirty="0"/>
              <a:t> (</a:t>
            </a:r>
            <a:r>
              <a:rPr lang="en-US" sz="300" dirty="0" err="1"/>
              <a:t>lpj</a:t>
            </a:r>
            <a:r>
              <a:rPr lang="en-US" sz="300" dirty="0"/>
              <a:t>=130000)</a:t>
            </a:r>
          </a:p>
          <a:p>
            <a:r>
              <a:rPr lang="en-US" sz="300" dirty="0"/>
              <a:t>[    0.000070] </a:t>
            </a:r>
            <a:r>
              <a:rPr lang="en-US" sz="300" dirty="0" err="1"/>
              <a:t>pid_max</a:t>
            </a:r>
            <a:r>
              <a:rPr lang="en-US" sz="300" dirty="0"/>
              <a:t>: default: 32768 minimum: 301</a:t>
            </a:r>
          </a:p>
          <a:p>
            <a:r>
              <a:rPr lang="en-US" sz="300" dirty="0"/>
              <a:t>[    0.002055] Mount-cache hash table entries: 4096 (order: 3, 32768 bytes, linear)</a:t>
            </a:r>
          </a:p>
          <a:p>
            <a:r>
              <a:rPr lang="en-US" sz="300" dirty="0"/>
              <a:t>[    0.002067] </a:t>
            </a:r>
            <a:r>
              <a:rPr lang="en-US" sz="300" dirty="0" err="1"/>
              <a:t>Mountpoint</a:t>
            </a:r>
            <a:r>
              <a:rPr lang="en-US" sz="300" dirty="0"/>
              <a:t>-cache hash table entries: 4096 (order: 3, 32768 bytes, linear)</a:t>
            </a:r>
          </a:p>
          <a:p>
            <a:r>
              <a:rPr lang="en-US" sz="300" dirty="0"/>
              <a:t>[    0.003631] </a:t>
            </a:r>
            <a:r>
              <a:rPr lang="en-US" sz="300" dirty="0" err="1"/>
              <a:t>cacheinfo</a:t>
            </a:r>
            <a:r>
              <a:rPr lang="en-US" sz="300" dirty="0"/>
              <a:t>: Unable to detect cache hierarchy for CPU 0</a:t>
            </a:r>
          </a:p>
          <a:p>
            <a:r>
              <a:rPr lang="en-US" sz="300" dirty="0"/>
              <a:t>[    0.004016] RCU Tasks Trace: Setting shift to 2 and </a:t>
            </a:r>
            <a:r>
              <a:rPr lang="en-US" sz="300" dirty="0" err="1"/>
              <a:t>lim</a:t>
            </a:r>
            <a:r>
              <a:rPr lang="en-US" sz="300" dirty="0"/>
              <a:t> to 1 </a:t>
            </a:r>
            <a:r>
              <a:rPr lang="en-US" sz="300" dirty="0" err="1"/>
              <a:t>rcu_task_cb_adjust</a:t>
            </a:r>
            <a:r>
              <a:rPr lang="en-US" sz="300" dirty="0"/>
              <a:t>=1 </a:t>
            </a:r>
            <a:r>
              <a:rPr lang="en-US" sz="300" dirty="0" err="1"/>
              <a:t>rcu_task_cpu_ids</a:t>
            </a:r>
            <a:r>
              <a:rPr lang="en-US" sz="300" dirty="0"/>
              <a:t>=4.</a:t>
            </a:r>
          </a:p>
          <a:p>
            <a:r>
              <a:rPr lang="en-US" sz="300" dirty="0"/>
              <a:t>[    0.004121] </a:t>
            </a:r>
            <a:r>
              <a:rPr lang="en-US" sz="300" dirty="0" err="1"/>
              <a:t>rcu</a:t>
            </a:r>
            <a:r>
              <a:rPr lang="en-US" sz="300" dirty="0"/>
              <a:t>: Hierarchical SRCU implementation.</a:t>
            </a:r>
          </a:p>
          <a:p>
            <a:r>
              <a:rPr lang="en-US" sz="300" dirty="0"/>
              <a:t>[    0.004123] </a:t>
            </a:r>
            <a:r>
              <a:rPr lang="en-US" sz="300" dirty="0" err="1"/>
              <a:t>rcu</a:t>
            </a:r>
            <a:r>
              <a:rPr lang="en-US" sz="300" dirty="0"/>
              <a:t>:     Max phase no-delay instances is 1000.</a:t>
            </a:r>
          </a:p>
          <a:p>
            <a:r>
              <a:rPr lang="en-US" sz="300" dirty="0"/>
              <a:t>[    0.004442] </a:t>
            </a:r>
            <a:r>
              <a:rPr lang="en-US" sz="300" dirty="0" err="1"/>
              <a:t>smp</a:t>
            </a:r>
            <a:r>
              <a:rPr lang="en-US" sz="300" dirty="0"/>
              <a:t>: Bringing up secondary CPUs ...</a:t>
            </a:r>
          </a:p>
          <a:p>
            <a:r>
              <a:rPr lang="en-US" sz="300" dirty="0"/>
              <a:t>[    0.004702] Detected VIPT I-cache on CPU1</a:t>
            </a:r>
          </a:p>
          <a:p>
            <a:r>
              <a:rPr lang="en-US" sz="300" dirty="0"/>
              <a:t>[    0.004739] GICv3: CPU1: found redistributor 1 region 0:0x000000000c0a0000</a:t>
            </a:r>
          </a:p>
          <a:p>
            <a:r>
              <a:rPr lang="en-US" sz="300" dirty="0"/>
              <a:t>[    0.004767] CPU1: Booted secondary processor 0x0000000001 [0x410fd034]</a:t>
            </a:r>
          </a:p>
          <a:p>
            <a:r>
              <a:rPr lang="en-US" sz="300" dirty="0"/>
              <a:t>[    0.005063] Detected VIPT I-cache on CPU2</a:t>
            </a:r>
          </a:p>
          <a:p>
            <a:r>
              <a:rPr lang="en-US" sz="300" dirty="0"/>
              <a:t>[    0.005086] GICv3: CPU2: found redistributor 2 region 0:0x000000000c0c0000</a:t>
            </a:r>
          </a:p>
          <a:p>
            <a:r>
              <a:rPr lang="en-US" sz="300" dirty="0"/>
              <a:t>[    0.005096] CPU2: Booted secondary processor 0x0000000002 [0x410fd034]</a:t>
            </a:r>
          </a:p>
          <a:p>
            <a:r>
              <a:rPr lang="en-US" sz="300" dirty="0"/>
              <a:t>[    0.005357] Detected VIPT I-cache on CPU3</a:t>
            </a:r>
          </a:p>
          <a:p>
            <a:r>
              <a:rPr lang="en-US" sz="300" dirty="0"/>
              <a:t>[    0.005376] GICv3: CPU3: found redistributor 3 region 0:0x000000000c0e0000</a:t>
            </a:r>
          </a:p>
          <a:p>
            <a:r>
              <a:rPr lang="en-US" sz="300" dirty="0"/>
              <a:t>[    0.005386] CPU3: Booted secondary processor 0x0000000003 [0x410fd034]</a:t>
            </a:r>
          </a:p>
          <a:p>
            <a:r>
              <a:rPr lang="en-US" sz="300" dirty="0"/>
              <a:t>[    0.005414] </a:t>
            </a:r>
            <a:r>
              <a:rPr lang="en-US" sz="300" dirty="0" err="1"/>
              <a:t>smp</a:t>
            </a:r>
            <a:r>
              <a:rPr lang="en-US" sz="300" dirty="0"/>
              <a:t>: Brought up 1 node, 4 CPUs</a:t>
            </a:r>
          </a:p>
          <a:p>
            <a:r>
              <a:rPr lang="en-US" sz="300" dirty="0"/>
              <a:t>[    0.005417] SMP: Total of 4 processors activated.</a:t>
            </a:r>
          </a:p>
          <a:p>
            <a:r>
              <a:rPr lang="en-US" sz="300" dirty="0"/>
              <a:t>[    0.005420] CPU features: detected: 32-bit EL0 Support</a:t>
            </a:r>
          </a:p>
          <a:p>
            <a:r>
              <a:rPr lang="en-US" sz="300" dirty="0"/>
              <a:t>[    0.005422] CPU features: detected: CRC32 instructions</a:t>
            </a:r>
          </a:p>
          <a:p>
            <a:r>
              <a:rPr lang="en-US" sz="300" dirty="0"/>
              <a:t>[    0.005450] CPU features: emulated: Privileged Access Never (PAN) using TTBR0_EL1 switching</a:t>
            </a:r>
          </a:p>
          <a:p>
            <a:r>
              <a:rPr lang="en-US" sz="300" dirty="0"/>
              <a:t>[    0.005452] CPU: All CPU(s) started at EL2</a:t>
            </a:r>
          </a:p>
          <a:p>
            <a:r>
              <a:rPr lang="en-US" sz="300" dirty="0"/>
              <a:t>[    0.005454] alternatives: applying system-wide alternatives</a:t>
            </a:r>
          </a:p>
          <a:p>
            <a:r>
              <a:rPr lang="en-US" sz="300" dirty="0"/>
              <a:t>[    0.008551] </a:t>
            </a:r>
            <a:r>
              <a:rPr lang="en-US" sz="300" dirty="0" err="1"/>
              <a:t>clocksource</a:t>
            </a:r>
            <a:r>
              <a:rPr lang="en-US" sz="300" dirty="0"/>
              <a:t>: jiffies: mask: 0xffffffff </a:t>
            </a:r>
            <a:r>
              <a:rPr lang="en-US" sz="300" dirty="0" err="1"/>
              <a:t>max_cycles</a:t>
            </a:r>
            <a:r>
              <a:rPr lang="en-US" sz="300" dirty="0"/>
              <a:t>: 0xffffffff, </a:t>
            </a:r>
            <a:r>
              <a:rPr lang="en-US" sz="300" dirty="0" err="1"/>
              <a:t>max_idle_ns</a:t>
            </a:r>
            <a:r>
              <a:rPr lang="en-US" sz="300" dirty="0"/>
              <a:t>: 19112604462750000 ns</a:t>
            </a:r>
          </a:p>
          <a:p>
            <a:r>
              <a:rPr lang="en-US" sz="300" dirty="0"/>
              <a:t>[    0.008567] </a:t>
            </a:r>
            <a:r>
              <a:rPr lang="en-US" sz="300" dirty="0" err="1"/>
              <a:t>futex</a:t>
            </a:r>
            <a:r>
              <a:rPr lang="en-US" sz="300" dirty="0"/>
              <a:t> hash table entries: 1024 (order: 4, 65536 bytes, linear)</a:t>
            </a:r>
          </a:p>
          <a:p>
            <a:r>
              <a:rPr lang="en-US" sz="300" dirty="0"/>
              <a:t>[    0.009473] </a:t>
            </a:r>
            <a:r>
              <a:rPr lang="en-US" sz="300" dirty="0" err="1"/>
              <a:t>pinctrl</a:t>
            </a:r>
            <a:r>
              <a:rPr lang="en-US" sz="300" dirty="0"/>
              <a:t> core: initialized </a:t>
            </a:r>
            <a:r>
              <a:rPr lang="en-US" sz="300" dirty="0" err="1"/>
              <a:t>pinctrl</a:t>
            </a:r>
            <a:r>
              <a:rPr lang="en-US" sz="300" dirty="0"/>
              <a:t> subsystem</a:t>
            </a:r>
          </a:p>
          <a:p>
            <a:r>
              <a:rPr lang="en-US" sz="300" dirty="0"/>
              <a:t>[    0.010407] NET: Registered PF_NETLINK/PF_ROUTE protocol family</a:t>
            </a:r>
          </a:p>
          <a:p>
            <a:r>
              <a:rPr lang="en-US" sz="300" dirty="0"/>
              <a:t>[    0.010669]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 pool for atomic allocations</a:t>
            </a:r>
          </a:p>
          <a:p>
            <a:r>
              <a:rPr lang="en-US" sz="300" dirty="0"/>
              <a:t>[    0.010697]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 pool for atomic allocations</a:t>
            </a:r>
          </a:p>
          <a:p>
            <a:r>
              <a:rPr lang="en-US" sz="300" dirty="0"/>
              <a:t>[    0.010720] DMA: </a:t>
            </a:r>
            <a:r>
              <a:rPr lang="en-US" sz="300" dirty="0" err="1"/>
              <a:t>preallocated</a:t>
            </a:r>
            <a:r>
              <a:rPr lang="en-US" sz="300" dirty="0"/>
              <a:t> 256 KiB GFP_KERNEL|GFP_DMA32 pool for atomic allocations</a:t>
            </a:r>
          </a:p>
          <a:p>
            <a:r>
              <a:rPr lang="en-US" sz="300" dirty="0"/>
              <a:t>[    0.011024]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fair_share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0.011027]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bang_bang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0.011029]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step_wise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0.011031] </a:t>
            </a:r>
            <a:r>
              <a:rPr lang="en-US" sz="300" dirty="0" err="1"/>
              <a:t>thermal_sys</a:t>
            </a:r>
            <a:r>
              <a:rPr lang="en-US" sz="300" dirty="0"/>
              <a:t>: Registered thermal governor '</a:t>
            </a:r>
            <a:r>
              <a:rPr lang="en-US" sz="300" dirty="0" err="1"/>
              <a:t>user_space</a:t>
            </a:r>
            <a:r>
              <a:rPr lang="en-US" sz="300" dirty="0"/>
              <a:t>'</a:t>
            </a:r>
          </a:p>
          <a:p>
            <a:r>
              <a:rPr lang="en-US" sz="300" dirty="0"/>
              <a:t>[    0.011070] ASID allocator </a:t>
            </a:r>
            <a:r>
              <a:rPr lang="en-US" sz="300" dirty="0" err="1"/>
              <a:t>initialised</a:t>
            </a:r>
            <a:r>
              <a:rPr lang="en-US" sz="300" dirty="0"/>
              <a:t> with 65536 entries</a:t>
            </a:r>
          </a:p>
          <a:p>
            <a:r>
              <a:rPr lang="en-US" sz="300" dirty="0"/>
              <a:t>[    0.011629] </a:t>
            </a:r>
            <a:r>
              <a:rPr lang="en-US" sz="300" dirty="0" err="1"/>
              <a:t>pstore</a:t>
            </a:r>
            <a:r>
              <a:rPr lang="en-US" sz="300" dirty="0"/>
              <a:t>: Using crash dump compression: deflate</a:t>
            </a:r>
          </a:p>
          <a:p>
            <a:r>
              <a:rPr lang="en-US" sz="300" dirty="0"/>
              <a:t>[    0.011633] </a:t>
            </a:r>
            <a:r>
              <a:rPr lang="en-US" sz="300" dirty="0" err="1"/>
              <a:t>pstore</a:t>
            </a:r>
            <a:r>
              <a:rPr lang="en-US" sz="300" dirty="0"/>
              <a:t>: Registered </a:t>
            </a:r>
            <a:r>
              <a:rPr lang="en-US" sz="300" dirty="0" err="1"/>
              <a:t>ramoops</a:t>
            </a:r>
            <a:r>
              <a:rPr lang="en-US" sz="300" dirty="0"/>
              <a:t> as persistent store backend</a:t>
            </a:r>
          </a:p>
          <a:p>
            <a:r>
              <a:rPr lang="en-US" sz="300" dirty="0"/>
              <a:t>[    0.011634] </a:t>
            </a:r>
            <a:r>
              <a:rPr lang="en-US" sz="300" dirty="0" err="1"/>
              <a:t>ramoops</a:t>
            </a:r>
            <a:r>
              <a:rPr lang="en-US" sz="300" dirty="0"/>
              <a:t>: using 0x10000@0x42ff0000, </a:t>
            </a:r>
            <a:r>
              <a:rPr lang="en-US" sz="300" dirty="0" err="1"/>
              <a:t>ecc</a:t>
            </a:r>
            <a:r>
              <a:rPr lang="en-US" sz="300" dirty="0"/>
              <a:t>: 0</a:t>
            </a:r>
          </a:p>
          <a:p>
            <a:r>
              <a:rPr lang="en-US" sz="300" dirty="0"/>
              <a:t>[    0.012778] /</a:t>
            </a:r>
            <a:r>
              <a:rPr lang="en-US" sz="300" dirty="0" err="1"/>
              <a:t>soc</a:t>
            </a:r>
            <a:r>
              <a:rPr lang="en-US" sz="300" dirty="0"/>
              <a:t>/interrupt-controller@c000000: Fixed dependency cycle(s) with /</a:t>
            </a:r>
            <a:r>
              <a:rPr lang="en-US" sz="300" dirty="0" err="1"/>
              <a:t>soc</a:t>
            </a:r>
            <a:r>
              <a:rPr lang="en-US" sz="300" dirty="0"/>
              <a:t>/interrupt-controller@c000000</a:t>
            </a:r>
          </a:p>
          <a:p>
            <a:r>
              <a:rPr lang="en-US" sz="300" dirty="0"/>
              <a:t>[    0.018623] Modules: 29440 pages in range for non-PLT usage</a:t>
            </a:r>
          </a:p>
          <a:p>
            <a:r>
              <a:rPr lang="en-US" sz="300" dirty="0"/>
              <a:t>[    0.018632] Modules: 520960 pages in range for PLT usage</a:t>
            </a:r>
          </a:p>
          <a:p>
            <a:r>
              <a:rPr lang="en-US" sz="300" dirty="0"/>
              <a:t>[    0.019502] </a:t>
            </a:r>
            <a:r>
              <a:rPr lang="en-US" sz="300" dirty="0" err="1"/>
              <a:t>cryptd</a:t>
            </a:r>
            <a:r>
              <a:rPr lang="en-US" sz="300" dirty="0"/>
              <a:t>: </a:t>
            </a:r>
            <a:r>
              <a:rPr lang="en-US" sz="300" dirty="0" err="1"/>
              <a:t>max_cpu_qlen</a:t>
            </a:r>
            <a:r>
              <a:rPr lang="en-US" sz="300" dirty="0"/>
              <a:t> set to 1000</a:t>
            </a:r>
          </a:p>
          <a:p>
            <a:r>
              <a:rPr lang="en-US" sz="300" dirty="0"/>
              <a:t>[    0.020976] SCSI subsystem initialized</a:t>
            </a:r>
          </a:p>
          <a:p>
            <a:r>
              <a:rPr lang="en-US" sz="300" dirty="0"/>
              <a:t>[    0.021118] </a:t>
            </a:r>
            <a:r>
              <a:rPr lang="en-US" sz="300" dirty="0" err="1"/>
              <a:t>libata</a:t>
            </a:r>
            <a:r>
              <a:rPr lang="en-US" sz="300" dirty="0"/>
              <a:t> version 3.00 loaded.</a:t>
            </a:r>
          </a:p>
          <a:p>
            <a:r>
              <a:rPr lang="en-US" sz="300" dirty="0"/>
              <a:t>[    0.022191] </a:t>
            </a:r>
            <a:r>
              <a:rPr lang="en-US" sz="300" dirty="0" err="1"/>
              <a:t>clocksource</a:t>
            </a:r>
            <a:r>
              <a:rPr lang="en-US" sz="300" dirty="0"/>
              <a:t>: Switched to </a:t>
            </a:r>
            <a:r>
              <a:rPr lang="en-US" sz="300" dirty="0" err="1"/>
              <a:t>clocksource</a:t>
            </a:r>
            <a:r>
              <a:rPr lang="en-US" sz="300" dirty="0"/>
              <a:t> </a:t>
            </a:r>
            <a:r>
              <a:rPr lang="en-US" sz="300" dirty="0" err="1"/>
              <a:t>arch_sys_counter</a:t>
            </a:r>
            <a:endParaRPr lang="en-US" sz="300" dirty="0"/>
          </a:p>
          <a:p>
            <a:r>
              <a:rPr lang="en-US" sz="300" dirty="0"/>
              <a:t>[    0.023876] NET: Registered PF_INET protocol family</a:t>
            </a:r>
          </a:p>
          <a:p>
            <a:r>
              <a:rPr lang="en-US" sz="300" dirty="0"/>
              <a:t>[    0.023997] IP idents hash table entries: 32768 (order: 6, 262144 bytes, linear)</a:t>
            </a:r>
          </a:p>
          <a:p>
            <a:r>
              <a:rPr lang="en-US" sz="300" dirty="0"/>
              <a:t>[    0.025394] </a:t>
            </a:r>
            <a:r>
              <a:rPr lang="en-US" sz="300" dirty="0" err="1"/>
              <a:t>tcp_listen_portaddr_hash</a:t>
            </a:r>
            <a:r>
              <a:rPr lang="en-US" sz="300" dirty="0"/>
              <a:t> hash table entries: 1024 (order: 2, 16384 bytes, linear)</a:t>
            </a:r>
          </a:p>
          <a:p>
            <a:r>
              <a:rPr lang="en-US" sz="300" dirty="0"/>
              <a:t>[    0.025414] Table-perturb hash table entries: 65536 (order: 6, 262144 bytes, linear)</a:t>
            </a:r>
          </a:p>
          <a:p>
            <a:r>
              <a:rPr lang="en-US" sz="300" dirty="0"/>
              <a:t>[    0.025421] TCP established hash table entries: 16384 (order: 5, 131072 bytes, linear)</a:t>
            </a:r>
          </a:p>
          <a:p>
            <a:r>
              <a:rPr lang="en-US" sz="300" dirty="0"/>
              <a:t>[    0.025488] TCP bind hash table entries: 16384 (order: 7, 524288 bytes, linear)</a:t>
            </a:r>
          </a:p>
          <a:p>
            <a:r>
              <a:rPr lang="en-US" sz="300" dirty="0"/>
              <a:t>[    0.025828] TCP: Hash tables configured (established 16384 bind 16384)</a:t>
            </a:r>
          </a:p>
          <a:p>
            <a:r>
              <a:rPr lang="en-US" sz="300" dirty="0"/>
              <a:t>[    0.026057] MPTCP token hash table entries: 2048 (order: 4, 49152 bytes, linear)</a:t>
            </a:r>
          </a:p>
          <a:p>
            <a:r>
              <a:rPr lang="en-US" sz="300" dirty="0"/>
              <a:t>[    0.026167] UDP hash table entries: 1024 (order: 3, 32768 bytes, linear)</a:t>
            </a:r>
          </a:p>
          <a:p>
            <a:r>
              <a:rPr lang="en-US" sz="300" dirty="0"/>
              <a:t>[    0.026199] UDP-Lite hash table entries: 1024 (order: 3, 32768 bytes, linear)</a:t>
            </a:r>
          </a:p>
          <a:p>
            <a:r>
              <a:rPr lang="en-US" sz="300" dirty="0"/>
              <a:t>[    0.026368] NET: Registered PF_UNIX/PF_LOCAL protocol family</a:t>
            </a:r>
          </a:p>
          <a:p>
            <a:r>
              <a:rPr lang="en-US" sz="300" dirty="0"/>
              <a:t>[    0.026391] PCI: CLS 0 bytes, default 64</a:t>
            </a:r>
          </a:p>
          <a:p>
            <a:r>
              <a:rPr lang="en-US" sz="300" dirty="0"/>
              <a:t>[    0.027333] </a:t>
            </a:r>
            <a:r>
              <a:rPr lang="en-US" sz="300" dirty="0" err="1"/>
              <a:t>workingset</a:t>
            </a:r>
            <a:r>
              <a:rPr lang="en-US" sz="300" dirty="0"/>
              <a:t>: </a:t>
            </a:r>
            <a:r>
              <a:rPr lang="en-US" sz="300" dirty="0" err="1"/>
              <a:t>timestamp_bits</a:t>
            </a:r>
            <a:r>
              <a:rPr lang="en-US" sz="300" dirty="0"/>
              <a:t>=46 </a:t>
            </a:r>
            <a:r>
              <a:rPr lang="en-US" sz="300" dirty="0" err="1"/>
              <a:t>max_order</a:t>
            </a:r>
            <a:r>
              <a:rPr lang="en-US" sz="300" dirty="0"/>
              <a:t>=19 </a:t>
            </a:r>
            <a:r>
              <a:rPr lang="en-US" sz="300" dirty="0" err="1"/>
              <a:t>bucket_order</a:t>
            </a:r>
            <a:r>
              <a:rPr lang="en-US" sz="300" dirty="0"/>
              <a:t>=0</a:t>
            </a:r>
          </a:p>
          <a:p>
            <a:r>
              <a:rPr lang="en-US" sz="300" dirty="0"/>
              <a:t>[    0.030545] </a:t>
            </a:r>
            <a:r>
              <a:rPr lang="en-US" sz="300" dirty="0" err="1"/>
              <a:t>squashfs</a:t>
            </a:r>
            <a:r>
              <a:rPr lang="en-US" sz="300" dirty="0"/>
              <a:t>: version 4.0 (2009/01/31) Phillip </a:t>
            </a:r>
            <a:r>
              <a:rPr lang="en-US" sz="300" dirty="0" err="1"/>
              <a:t>Lougher</a:t>
            </a:r>
            <a:endParaRPr lang="en-US" sz="300" dirty="0"/>
          </a:p>
          <a:p>
            <a:r>
              <a:rPr lang="en-US" sz="300" dirty="0"/>
              <a:t>[    0.030550] jffs2: version 2.2 (NAND) (SUMMARY) (LZMA) (RTIME) (CMODE_PRIORITY) (c) 2001-2006 Red Hat, Inc.</a:t>
            </a:r>
          </a:p>
          <a:p>
            <a:r>
              <a:rPr lang="en-US" sz="300" dirty="0"/>
              <a:t>[    0.068613]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0.068634] mtk-pcie-gen3 11280000.pcie: Parsing ranges property...</a:t>
            </a:r>
          </a:p>
          <a:p>
            <a:r>
              <a:rPr lang="en-US" sz="300" dirty="0"/>
              <a:t>[    0.068643] mtk-pcie-gen3 11280000.pcie:      MEM 0x0020000000..0x002fffffff -&gt; 0x0020000000</a:t>
            </a:r>
          </a:p>
          <a:p>
            <a:r>
              <a:rPr lang="en-US" sz="300" dirty="0"/>
              <a:t>[    0.068750] /</a:t>
            </a:r>
            <a:r>
              <a:rPr lang="en-US" sz="300" dirty="0" err="1"/>
              <a:t>soc</a:t>
            </a:r>
            <a:r>
              <a:rPr lang="en-US" sz="300" dirty="0"/>
              <a:t>/pcie@11280000: Failed to get </a:t>
            </a:r>
            <a:r>
              <a:rPr lang="en-US" sz="300" dirty="0" err="1"/>
              <a:t>clk</a:t>
            </a:r>
            <a:r>
              <a:rPr lang="en-US" sz="300" dirty="0"/>
              <a:t> index: 0 ret: -517</a:t>
            </a:r>
          </a:p>
          <a:p>
            <a:r>
              <a:rPr lang="en-US" sz="300" dirty="0"/>
              <a:t>[    0.068759] mtk-pcie-gen3 11280000.pcie: failed to get clocks</a:t>
            </a:r>
          </a:p>
          <a:p>
            <a:r>
              <a:rPr lang="en-US" sz="300" dirty="0"/>
              <a:t>[    0.071858] Serial: 8250/16550 driver, 3 ports, IRQ sharing disabled</a:t>
            </a:r>
          </a:p>
          <a:p>
            <a:r>
              <a:rPr lang="en-US" sz="300" dirty="0"/>
              <a:t>[    0.072862] </a:t>
            </a:r>
            <a:r>
              <a:rPr lang="en-US" sz="300" dirty="0" err="1"/>
              <a:t>printk</a:t>
            </a:r>
            <a:r>
              <a:rPr lang="en-US" sz="300" dirty="0"/>
              <a:t>: console [ttyS0] disabled</a:t>
            </a:r>
          </a:p>
          <a:p>
            <a:r>
              <a:rPr lang="en-US" sz="300" dirty="0"/>
              <a:t>[    0.093220] 11002000.serial: ttyS0 at MMIO 0x11002000 (</a:t>
            </a:r>
            <a:r>
              <a:rPr lang="en-US" sz="300" dirty="0" err="1"/>
              <a:t>irq</a:t>
            </a:r>
            <a:r>
              <a:rPr lang="en-US" sz="300" dirty="0"/>
              <a:t> = 116, </a:t>
            </a:r>
            <a:r>
              <a:rPr lang="en-US" sz="300" dirty="0" err="1"/>
              <a:t>base_baud</a:t>
            </a:r>
            <a:r>
              <a:rPr lang="en-US" sz="300" dirty="0"/>
              <a:t> = 2500000) is a ST16650V2</a:t>
            </a:r>
          </a:p>
          <a:p>
            <a:r>
              <a:rPr lang="en-US" sz="300" dirty="0"/>
              <a:t>[    0.093259] </a:t>
            </a:r>
            <a:r>
              <a:rPr lang="en-US" sz="300" dirty="0" err="1"/>
              <a:t>printk</a:t>
            </a:r>
            <a:r>
              <a:rPr lang="en-US" sz="300" dirty="0"/>
              <a:t>: console [ttyS0] enabled</a:t>
            </a:r>
          </a:p>
          <a:p>
            <a:r>
              <a:rPr lang="en-US" sz="300" dirty="0"/>
              <a:t>[    0.927664] 11003000.serial: ttyS1 at MMIO 0x11003000 (</a:t>
            </a:r>
            <a:r>
              <a:rPr lang="en-US" sz="300" dirty="0" err="1"/>
              <a:t>irq</a:t>
            </a:r>
            <a:r>
              <a:rPr lang="en-US" sz="300" dirty="0"/>
              <a:t> = 117,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0.957686] 11004000.serial: ttyS2 at MMIO 0x11004000 (</a:t>
            </a:r>
            <a:r>
              <a:rPr lang="en-US" sz="300" dirty="0" err="1"/>
              <a:t>irq</a:t>
            </a:r>
            <a:r>
              <a:rPr lang="en-US" sz="300" dirty="0"/>
              <a:t> = 118, </a:t>
            </a:r>
            <a:r>
              <a:rPr lang="en-US" sz="300" dirty="0" err="1"/>
              <a:t>base_baud</a:t>
            </a:r>
            <a:r>
              <a:rPr lang="en-US" sz="300" dirty="0"/>
              <a:t> = 1625000) is a ST16650V2</a:t>
            </a:r>
          </a:p>
          <a:p>
            <a:r>
              <a:rPr lang="en-US" sz="300" dirty="0"/>
              <a:t>[    0.967607] </a:t>
            </a:r>
            <a:r>
              <a:rPr lang="en-US" sz="300" dirty="0" err="1"/>
              <a:t>mtk_rng</a:t>
            </a:r>
            <a:r>
              <a:rPr lang="en-US" sz="300" dirty="0"/>
              <a:t> 1020f000.rng: registered RNG driver</a:t>
            </a:r>
          </a:p>
          <a:p>
            <a:r>
              <a:rPr lang="en-US" sz="300" dirty="0"/>
              <a:t>[    0.975601] loop: module loaded</a:t>
            </a:r>
          </a:p>
          <a:p>
            <a:r>
              <a:rPr lang="en-US" sz="300" dirty="0"/>
              <a:t>[    0.980337] </a:t>
            </a:r>
            <a:r>
              <a:rPr lang="en-US" sz="300" dirty="0" err="1"/>
              <a:t>spi-nand</a:t>
            </a:r>
            <a:r>
              <a:rPr lang="en-US" sz="300" dirty="0"/>
              <a:t> spi0.0: </a:t>
            </a:r>
            <a:r>
              <a:rPr lang="en-US" sz="300" dirty="0" err="1"/>
              <a:t>Winbond</a:t>
            </a:r>
            <a:r>
              <a:rPr lang="en-US" sz="300" dirty="0"/>
              <a:t> SPI NAND was found.</a:t>
            </a:r>
          </a:p>
          <a:p>
            <a:r>
              <a:rPr lang="en-US" sz="300" dirty="0"/>
              <a:t>[    0.985673] </a:t>
            </a:r>
            <a:r>
              <a:rPr lang="en-US" sz="300" dirty="0" err="1"/>
              <a:t>spi-nand</a:t>
            </a:r>
            <a:r>
              <a:rPr lang="en-US" sz="300" dirty="0"/>
              <a:t> spi0.0: 128 </a:t>
            </a:r>
            <a:r>
              <a:rPr lang="en-US" sz="300" dirty="0" err="1"/>
              <a:t>MiB</a:t>
            </a:r>
            <a:r>
              <a:rPr lang="en-US" sz="300" dirty="0"/>
              <a:t>, block size: 128 KiB, page size: 2048, OOB size: 64</a:t>
            </a:r>
          </a:p>
          <a:p>
            <a:r>
              <a:rPr lang="en-US" sz="300" dirty="0"/>
              <a:t>[    0.993976] 2 fixed-partitions partitions found on MTD device spi0.0</a:t>
            </a:r>
          </a:p>
          <a:p>
            <a:r>
              <a:rPr lang="en-US" sz="300" dirty="0"/>
              <a:t>[    1.000325]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1.007253] OF: Bad cell count for /</a:t>
            </a:r>
            <a:r>
              <a:rPr lang="en-US" sz="300" dirty="0" err="1"/>
              <a:t>soc</a:t>
            </a:r>
            <a:r>
              <a:rPr lang="en-US" sz="300" dirty="0"/>
              <a:t>/spi@1100a000/spi_nand@0/partitions</a:t>
            </a:r>
          </a:p>
          <a:p>
            <a:r>
              <a:rPr lang="en-US" sz="300" dirty="0"/>
              <a:t>[    1.014334] Creating 2 MTD partitions on "spi0.0":</a:t>
            </a:r>
          </a:p>
          <a:p>
            <a:r>
              <a:rPr lang="en-US" sz="300" dirty="0"/>
              <a:t>[    1.019115] 0x000000200000-0x000008000000 : "</a:t>
            </a:r>
            <a:r>
              <a:rPr lang="en-US" sz="300" dirty="0" err="1"/>
              <a:t>ubi</a:t>
            </a:r>
            <a:r>
              <a:rPr lang="en-US" sz="300" dirty="0"/>
              <a:t>"</a:t>
            </a:r>
          </a:p>
          <a:p>
            <a:r>
              <a:rPr lang="en-US" sz="300" dirty="0"/>
              <a:t>[    1.159813] ubi0: default </a:t>
            </a:r>
            <a:r>
              <a:rPr lang="en-US" sz="300" dirty="0" err="1"/>
              <a:t>fastmap</a:t>
            </a:r>
            <a:r>
              <a:rPr lang="en-US" sz="300" dirty="0"/>
              <a:t> pool size: 50</a:t>
            </a:r>
          </a:p>
          <a:p>
            <a:r>
              <a:rPr lang="en-US" sz="300" dirty="0"/>
              <a:t>[    1.164355] ubi0: default </a:t>
            </a:r>
            <a:r>
              <a:rPr lang="en-US" sz="300" dirty="0" err="1"/>
              <a:t>fastmap</a:t>
            </a:r>
            <a:r>
              <a:rPr lang="en-US" sz="300" dirty="0"/>
              <a:t> WL pool size: 25</a:t>
            </a:r>
          </a:p>
          <a:p>
            <a:r>
              <a:rPr lang="en-US" sz="300" dirty="0"/>
              <a:t>[    1.169129] ubi0: attaching mtd0</a:t>
            </a:r>
          </a:p>
          <a:p>
            <a:r>
              <a:rPr lang="en-US" sz="300" dirty="0"/>
              <a:t>[    4.880597] ubi0: scanning is finished</a:t>
            </a:r>
          </a:p>
          <a:p>
            <a:r>
              <a:rPr lang="en-US" sz="300" dirty="0"/>
              <a:t>[    4.925715] ubi0: attached mtd0 (name "</a:t>
            </a:r>
            <a:r>
              <a:rPr lang="en-US" sz="300" dirty="0" err="1"/>
              <a:t>ubi</a:t>
            </a:r>
            <a:r>
              <a:rPr lang="en-US" sz="300" dirty="0"/>
              <a:t>", size 126 </a:t>
            </a:r>
            <a:r>
              <a:rPr lang="en-US" sz="300" dirty="0" err="1"/>
              <a:t>MiB</a:t>
            </a:r>
            <a:r>
              <a:rPr lang="en-US" sz="300" dirty="0"/>
              <a:t>)</a:t>
            </a:r>
          </a:p>
          <a:p>
            <a:r>
              <a:rPr lang="en-US" sz="300" dirty="0"/>
              <a:t>[    4.931197] ubi0: PEB size: 131072 bytes (128 KiB), LEB size: 126976 bytes</a:t>
            </a:r>
          </a:p>
          <a:p>
            <a:r>
              <a:rPr lang="en-US" sz="300" dirty="0"/>
              <a:t>[    4.938059] ubi0: min./max. I/O unit sizes: 2048/2048, sub-page size 2048</a:t>
            </a:r>
          </a:p>
          <a:p>
            <a:r>
              <a:rPr lang="en-US" sz="300" dirty="0"/>
              <a:t>[    4.944829] ubi0: VID header offset: 2048 (aligned 2048), data offset: 4096</a:t>
            </a:r>
          </a:p>
          <a:p>
            <a:r>
              <a:rPr lang="en-US" sz="300" dirty="0"/>
              <a:t>[    4.951768] ubi0: good PEBs: 1008, bad PEBs: 0, corrupted PEBs: 0</a:t>
            </a:r>
          </a:p>
          <a:p>
            <a:r>
              <a:rPr lang="en-US" sz="300" dirty="0"/>
              <a:t>[    4.957842] ubi0: user volume: 3, internal volumes: 1, max. volumes count: 128</a:t>
            </a:r>
          </a:p>
          <a:p>
            <a:r>
              <a:rPr lang="en-US" sz="300" dirty="0"/>
              <a:t>[    4.965046] ubi0: max/mean erase counter: 2/0, WL threshold: 4096, image sequence number: 1642748947</a:t>
            </a:r>
          </a:p>
          <a:p>
            <a:r>
              <a:rPr lang="en-US" sz="300" dirty="0"/>
              <a:t>[    4.974155] ubi0: available PEBs: 493, total reserved PEBs: 515, PEBs reserved for bad PEB handling: 20</a:t>
            </a:r>
          </a:p>
          <a:p>
            <a:r>
              <a:rPr lang="en-US" sz="300" dirty="0"/>
              <a:t>[    4.983528] ubi0: background thread "ubi_bgt0d" started, PID 226</a:t>
            </a:r>
          </a:p>
          <a:p>
            <a:r>
              <a:rPr lang="en-US" sz="300" dirty="0"/>
              <a:t>[    4.985791] block ubiblock0_1: created from ubi0:1(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4.995005] </a:t>
            </a:r>
            <a:r>
              <a:rPr lang="en-US" sz="300" dirty="0" err="1"/>
              <a:t>ubiblock</a:t>
            </a:r>
            <a:r>
              <a:rPr lang="en-US" sz="300" dirty="0"/>
              <a:t>: device ubiblock0_1 (</a:t>
            </a:r>
            <a:r>
              <a:rPr lang="en-US" sz="300" dirty="0" err="1"/>
              <a:t>rootfs</a:t>
            </a:r>
            <a:r>
              <a:rPr lang="en-US" sz="300" dirty="0"/>
              <a:t>) set to be root </a:t>
            </a:r>
            <a:r>
              <a:rPr lang="en-US" sz="300" dirty="0" err="1"/>
              <a:t>filesystem</a:t>
            </a:r>
            <a:endParaRPr lang="en-US" sz="300" dirty="0"/>
          </a:p>
          <a:p>
            <a:r>
              <a:rPr lang="en-US" sz="300" dirty="0"/>
              <a:t>[    5.002069] 0x000000000000-0x000000200000 : "bl2"</a:t>
            </a:r>
          </a:p>
          <a:p>
            <a:r>
              <a:rPr lang="en-US" sz="300" dirty="0"/>
              <a:t>[    5.146672]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5.156455]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</a:t>
            </a:r>
            <a:r>
              <a:rPr lang="en-US" sz="300" dirty="0" err="1"/>
              <a:t>mediatek</a:t>
            </a:r>
            <a:r>
              <a:rPr lang="en-US" sz="300" dirty="0"/>
              <a:t> frame engine at 0xffffffc081700000, </a:t>
            </a:r>
            <a:r>
              <a:rPr lang="en-US" sz="300" dirty="0" err="1"/>
              <a:t>irq</a:t>
            </a:r>
            <a:r>
              <a:rPr lang="en-US" sz="300" dirty="0"/>
              <a:t> 123</a:t>
            </a:r>
          </a:p>
          <a:p>
            <a:r>
              <a:rPr lang="en-US" sz="300" dirty="0"/>
              <a:t>[    5.166152] i2c_dev: i2c /dev entries driver</a:t>
            </a:r>
          </a:p>
          <a:p>
            <a:r>
              <a:rPr lang="en-US" sz="300" dirty="0"/>
              <a:t>[    5.172422] </a:t>
            </a:r>
            <a:r>
              <a:rPr lang="en-US" sz="300" dirty="0" err="1"/>
              <a:t>mtk-wdt</a:t>
            </a:r>
            <a:r>
              <a:rPr lang="en-US" sz="300" dirty="0"/>
              <a:t> 1001c000.watchdog: Watchdog enabled (timeout=31 sec, </a:t>
            </a:r>
            <a:r>
              <a:rPr lang="en-US" sz="300" dirty="0" err="1"/>
              <a:t>nowayout</a:t>
            </a:r>
            <a:r>
              <a:rPr lang="en-US" sz="300" dirty="0"/>
              <a:t>=0)</a:t>
            </a:r>
          </a:p>
          <a:p>
            <a:r>
              <a:rPr lang="en-US" sz="300" dirty="0"/>
              <a:t>[    5.180994] NET: Registered PF_INET6 protocol family</a:t>
            </a:r>
          </a:p>
          <a:p>
            <a:r>
              <a:rPr lang="en-US" sz="300" dirty="0"/>
              <a:t>[    5.186601] Segment Routing with IPv6</a:t>
            </a:r>
          </a:p>
          <a:p>
            <a:r>
              <a:rPr lang="en-US" sz="300" dirty="0"/>
              <a:t>[    5.190271] In-situ OAM (IOAM) with IPv6</a:t>
            </a:r>
          </a:p>
          <a:p>
            <a:r>
              <a:rPr lang="en-US" sz="300" dirty="0"/>
              <a:t>[    5.194236] NET: Registered PF_PACKET protocol family</a:t>
            </a:r>
          </a:p>
          <a:p>
            <a:r>
              <a:rPr lang="en-US" sz="300" dirty="0"/>
              <a:t>[    5.199336] 8021q: 802.1Q VLAN Support v1.8</a:t>
            </a:r>
          </a:p>
          <a:p>
            <a:r>
              <a:rPr lang="en-US" sz="300" dirty="0"/>
              <a:t>[    5.217012] mtk-pcie-gen3 11280000.pcie: host bridge /</a:t>
            </a:r>
            <a:r>
              <a:rPr lang="en-US" sz="300" dirty="0" err="1"/>
              <a:t>soc</a:t>
            </a:r>
            <a:r>
              <a:rPr lang="en-US" sz="300" dirty="0"/>
              <a:t>/pcie@11280000 ranges:</a:t>
            </a:r>
          </a:p>
          <a:p>
            <a:r>
              <a:rPr lang="en-US" sz="300" dirty="0"/>
              <a:t>[    5.224353] mtk-pcie-gen3 11280000.pcie: Parsing ranges property...</a:t>
            </a:r>
          </a:p>
          <a:p>
            <a:r>
              <a:rPr lang="en-US" sz="300" dirty="0"/>
              <a:t>[    5.230610] mtk-pcie-gen3 11280000.pcie:      MEM 0x0020000000..0x002fffffff -&gt; 0x0020000000</a:t>
            </a:r>
          </a:p>
          <a:p>
            <a:r>
              <a:rPr lang="en-US" sz="300" dirty="0"/>
              <a:t>[    5.239075] </a:t>
            </a:r>
            <a:r>
              <a:rPr lang="en-US" sz="300" dirty="0" err="1"/>
              <a:t>debugfs</a:t>
            </a:r>
            <a:r>
              <a:rPr lang="en-US" sz="300" dirty="0"/>
              <a:t>: File 'type' in directory 'phy-soc:t-phy@11c00000.0' already present!</a:t>
            </a:r>
          </a:p>
          <a:p>
            <a:r>
              <a:rPr lang="en-US" sz="300" dirty="0"/>
              <a:t>[    5.247237]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efuse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5.255479]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intr</a:t>
            </a:r>
            <a:r>
              <a:rPr lang="en-US" sz="300" dirty="0"/>
              <a:t>' in directory 'phy-soc:t-phy@11c00000.0' already present!</a:t>
            </a:r>
          </a:p>
          <a:p>
            <a:r>
              <a:rPr lang="en-US" sz="300" dirty="0"/>
              <a:t>[    5.263634]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tx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5.271960] </a:t>
            </a:r>
            <a:r>
              <a:rPr lang="en-US" sz="300" dirty="0" err="1"/>
              <a:t>debugfs</a:t>
            </a:r>
            <a:r>
              <a:rPr lang="en-US" sz="300" dirty="0"/>
              <a:t>: File '</a:t>
            </a:r>
            <a:r>
              <a:rPr lang="en-US" sz="300" dirty="0" err="1"/>
              <a:t>rx</a:t>
            </a:r>
            <a:r>
              <a:rPr lang="en-US" sz="300" dirty="0"/>
              <a:t>-imp' in directory 'phy-soc:t-phy@11c00000.0' already present!</a:t>
            </a:r>
          </a:p>
          <a:p>
            <a:r>
              <a:rPr lang="en-US" sz="300" dirty="0"/>
              <a:t>[    5.612218] mtk-pcie-gen3 11280000.pcie: </a:t>
            </a:r>
            <a:r>
              <a:rPr lang="en-US" sz="300" dirty="0" err="1"/>
              <a:t>PCIe</a:t>
            </a:r>
            <a:r>
              <a:rPr lang="en-US" sz="300" dirty="0"/>
              <a:t> link down, current LTSSM state: </a:t>
            </a:r>
            <a:r>
              <a:rPr lang="en-US" sz="300" dirty="0" err="1"/>
              <a:t>detect.quiet</a:t>
            </a:r>
            <a:r>
              <a:rPr lang="en-US" sz="300" dirty="0"/>
              <a:t> (0x1)</a:t>
            </a:r>
          </a:p>
          <a:p>
            <a:r>
              <a:rPr lang="en-US" sz="300" dirty="0"/>
              <a:t>[    5.621033] mtk-pcie-gen3: probe of 11280000.pcie failed with error -110</a:t>
            </a:r>
          </a:p>
          <a:p>
            <a:r>
              <a:rPr lang="en-US" sz="300" dirty="0"/>
              <a:t>[    5.714515] mt7530-mdio mdio-bus:1f: configuring for fixed/2500base-x link mode</a:t>
            </a:r>
          </a:p>
          <a:p>
            <a:r>
              <a:rPr lang="en-US" sz="300" dirty="0"/>
              <a:t>[    5.723558] mt7530-mdio mdio-bus:1f: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5.734040] mt7530-mdio mdio-bus:1f wan (uninitialized): PHY [mt7530-0:00]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=128)</a:t>
            </a:r>
          </a:p>
          <a:p>
            <a:r>
              <a:rPr lang="en-US" sz="300" dirty="0"/>
              <a:t>[    5.756122] mt7530-mdio mdio-bus:1f lan1 (uninitialized): PHY [mt7530-0:01]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=129)</a:t>
            </a:r>
          </a:p>
          <a:p>
            <a:r>
              <a:rPr lang="en-US" sz="300" dirty="0"/>
              <a:t>[    5.777988] mt7530-mdio mdio-bus:1f lan2 (uninitialized): PHY [mt7530-0:02]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=130)</a:t>
            </a:r>
          </a:p>
          <a:p>
            <a:r>
              <a:rPr lang="en-US" sz="300" dirty="0"/>
              <a:t>[    5.799839] mt7530-mdio mdio-bus:1f lan3 (uninitialized): PHY [mt7530-0:03]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=131)</a:t>
            </a:r>
          </a:p>
          <a:p>
            <a:r>
              <a:rPr lang="en-US" sz="300" dirty="0"/>
              <a:t>[    5.821686] mt7530-mdio mdio-bus:1f lan4 (uninitialized): PHY [mt7530-0:04] driver [</a:t>
            </a:r>
            <a:r>
              <a:rPr lang="en-US" sz="300" dirty="0" err="1"/>
              <a:t>MediaTek</a:t>
            </a:r>
            <a:r>
              <a:rPr lang="en-US" sz="300" dirty="0"/>
              <a:t> MT7531 PHY] (</a:t>
            </a:r>
            <a:r>
              <a:rPr lang="en-US" sz="300" dirty="0" err="1"/>
              <a:t>irq</a:t>
            </a:r>
            <a:r>
              <a:rPr lang="en-US" sz="300" dirty="0"/>
              <a:t>=132)</a:t>
            </a:r>
          </a:p>
          <a:p>
            <a:r>
              <a:rPr lang="en-US" sz="300" dirty="0"/>
              <a:t>[    5.832984]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promiscuous mode</a:t>
            </a:r>
          </a:p>
          <a:p>
            <a:r>
              <a:rPr lang="en-US" sz="300" dirty="0"/>
              <a:t>[    5.839701] DSA: tree 0 setup</a:t>
            </a:r>
          </a:p>
          <a:p>
            <a:r>
              <a:rPr lang="en-US" sz="300" dirty="0"/>
              <a:t>[    5.843201] </a:t>
            </a:r>
            <a:r>
              <a:rPr lang="en-US" sz="300" dirty="0" err="1"/>
              <a:t>clk</a:t>
            </a:r>
            <a:r>
              <a:rPr lang="en-US" sz="300" dirty="0"/>
              <a:t>: Disabling unused clocks</a:t>
            </a:r>
          </a:p>
          <a:p>
            <a:r>
              <a:rPr lang="en-US" sz="300" dirty="0"/>
              <a:t>[    5.869924] Waiting for root device /dev/fit0...</a:t>
            </a:r>
          </a:p>
          <a:p>
            <a:r>
              <a:rPr lang="en-US" sz="300" dirty="0"/>
              <a:t>[    5.910094] mmc0: host does not support reading read-only switch, assuming write-enable</a:t>
            </a:r>
          </a:p>
          <a:p>
            <a:r>
              <a:rPr lang="en-US" sz="300" dirty="0"/>
              <a:t>[    5.924022] mmc0: new high speed SDHC card at address e624</a:t>
            </a:r>
          </a:p>
          <a:p>
            <a:r>
              <a:rPr lang="en-US" sz="300" dirty="0"/>
              <a:t>[    5.930302] mmcblk0: mmc0:e624 SC32G 29.7 </a:t>
            </a:r>
            <a:r>
              <a:rPr lang="en-US" sz="300" dirty="0" err="1"/>
              <a:t>GiB</a:t>
            </a:r>
            <a:endParaRPr lang="en-US" sz="300" dirty="0"/>
          </a:p>
          <a:p>
            <a:r>
              <a:rPr lang="en-US" sz="300" dirty="0"/>
              <a:t>[    5.940697] Alternate GPT is invalid, using primary GPT.</a:t>
            </a:r>
          </a:p>
          <a:p>
            <a:r>
              <a:rPr lang="en-US" sz="300" dirty="0"/>
              <a:t>[    5.946019]  mmcblk0: p1 p2 p3 p4 p5 p6 p7</a:t>
            </a:r>
          </a:p>
          <a:p>
            <a:r>
              <a:rPr lang="en-US" sz="300" dirty="0"/>
              <a:t>[    5.953214] FIT: Detected U-Boot 2024.10-OpenWrt-r29166-14a27ac99d</a:t>
            </a:r>
          </a:p>
          <a:p>
            <a:r>
              <a:rPr lang="en-US" sz="300" dirty="0"/>
              <a:t>[    5.959391] FIT: Selected configuration: "config-mt7986a-bananapi-bpi-r3" (</a:t>
            </a:r>
            <a:r>
              <a:rPr lang="en-US" sz="300" dirty="0" err="1"/>
              <a:t>OpenWrt</a:t>
            </a:r>
            <a:r>
              <a:rPr lang="en-US" sz="300" dirty="0"/>
              <a:t> bananapi_bpi-r3)</a:t>
            </a:r>
          </a:p>
          <a:p>
            <a:r>
              <a:rPr lang="en-US" sz="300" dirty="0"/>
              <a:t>[    5.968428] FIT:           kernel sub-image 0x00001000..0x0059fc46 "kernel-1" (ARM64 </a:t>
            </a:r>
            <a:r>
              <a:rPr lang="en-US" sz="300" dirty="0" err="1"/>
              <a:t>OpenWrt</a:t>
            </a:r>
            <a:r>
              <a:rPr lang="en-US" sz="300" dirty="0"/>
              <a:t> Linux-6.6.137)</a:t>
            </a:r>
          </a:p>
          <a:p>
            <a:r>
              <a:rPr lang="en-US" sz="300" dirty="0"/>
              <a:t>[    5.978241]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0x005a0000..0x005a7cbe "fdt-1"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blob)</a:t>
            </a:r>
          </a:p>
          <a:p>
            <a:r>
              <a:rPr lang="en-US" sz="300" dirty="0"/>
              <a:t>[    5.989443]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0x005a8000..0x005a83dd "fdt-mt7986a-bananapi-bpi-r3-emmc"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mt7986a-bananapi-bpi-r3-emmc)</a:t>
            </a:r>
          </a:p>
          <a:p>
            <a:r>
              <a:rPr lang="en-US" sz="300" dirty="0"/>
              <a:t>[    6.005762]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0x005a9000..0x005a948d "fdt-mt7986a-bananapi-bpi-r3-nand"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mt7986a-bananapi-bpi-r3-nand)</a:t>
            </a:r>
          </a:p>
          <a:p>
            <a:r>
              <a:rPr lang="en-US" sz="300" dirty="0"/>
              <a:t>[    6.022077]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0x005aa000..0x005aa4bd "fdt-mt7986a-bananapi-bpi-r3-nor"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mt7986a-bananapi-bpi-r3-nor)</a:t>
            </a:r>
          </a:p>
          <a:p>
            <a:r>
              <a:rPr lang="en-US" sz="300" dirty="0"/>
              <a:t>[    6.038218]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0x005ab000..0x005ab343 "fdt-mt7986a-bananapi-bpi-r3-sd"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mt7986a-bananapi-bpi-r3-sd)</a:t>
            </a:r>
          </a:p>
          <a:p>
            <a:r>
              <a:rPr lang="en-US" sz="300" dirty="0"/>
              <a:t>[    6.054186] FIT:          </a:t>
            </a:r>
            <a:r>
              <a:rPr lang="en-US" sz="300" dirty="0" err="1"/>
              <a:t>flat_dt</a:t>
            </a:r>
            <a:r>
              <a:rPr lang="en-US" sz="300" dirty="0"/>
              <a:t> sub-image 0x005ac000..0x005ac555 "fdt-mt7986a-bananapi-bpi-r3-respeaker-2mics" (ARM64 </a:t>
            </a:r>
            <a:r>
              <a:rPr lang="en-US" sz="300" dirty="0" err="1"/>
              <a:t>OpenWrt</a:t>
            </a:r>
            <a:r>
              <a:rPr lang="en-US" sz="300" dirty="0"/>
              <a:t> bananapi_bpi-r3 device tree overlay mt7986a-bananapi-bpi-r3-reer-2mics)</a:t>
            </a:r>
          </a:p>
          <a:p>
            <a:r>
              <a:rPr lang="en-US" sz="300" dirty="0"/>
              <a:t>[    6.072406] FIT:       </a:t>
            </a:r>
            <a:r>
              <a:rPr lang="en-US" sz="300" dirty="0" err="1"/>
              <a:t>filesystem</a:t>
            </a:r>
            <a:r>
              <a:rPr lang="en-US" sz="300" dirty="0"/>
              <a:t> sub-image 0x005ad000..0x00af2fff "rootfs-1" (ARM64 </a:t>
            </a:r>
            <a:r>
              <a:rPr lang="en-US" sz="300" dirty="0" err="1"/>
              <a:t>OpenWrt</a:t>
            </a:r>
            <a:r>
              <a:rPr lang="en-US" sz="300" dirty="0"/>
              <a:t> bananapi_bpi-r3 </a:t>
            </a:r>
            <a:r>
              <a:rPr lang="en-US" sz="300" dirty="0" err="1"/>
              <a:t>rootfs</a:t>
            </a:r>
            <a:r>
              <a:rPr lang="en-US" sz="300" dirty="0"/>
              <a:t>)</a:t>
            </a:r>
          </a:p>
          <a:p>
            <a:r>
              <a:rPr lang="en-US" sz="300" dirty="0"/>
              <a:t>[    6.083338] block mmcblk0p7: mapped 1 </a:t>
            </a:r>
            <a:r>
              <a:rPr lang="en-US" sz="300" dirty="0" err="1"/>
              <a:t>uImage.FIT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 sub-image as /dev/fit0</a:t>
            </a:r>
          </a:p>
          <a:p>
            <a:r>
              <a:rPr lang="en-US" sz="300" dirty="0"/>
              <a:t>[    6.091146] block mmcblk0p7: mapped remaining space as /dev/</a:t>
            </a:r>
            <a:r>
              <a:rPr lang="en-US" sz="300" dirty="0" err="1"/>
              <a:t>fitrw</a:t>
            </a:r>
            <a:endParaRPr lang="en-US" sz="300" dirty="0"/>
          </a:p>
          <a:p>
            <a:r>
              <a:rPr lang="en-US" sz="300" dirty="0"/>
              <a:t>[    6.131543] VFS: Mounted root (</a:t>
            </a:r>
            <a:r>
              <a:rPr lang="en-US" sz="300" dirty="0" err="1"/>
              <a:t>squashfs</a:t>
            </a:r>
            <a:r>
              <a:rPr lang="en-US" sz="300" dirty="0"/>
              <a:t> </a:t>
            </a:r>
            <a:r>
              <a:rPr lang="en-US" sz="300" dirty="0" err="1"/>
              <a:t>filesystem</a:t>
            </a:r>
            <a:r>
              <a:rPr lang="en-US" sz="300" dirty="0"/>
              <a:t>) </a:t>
            </a:r>
            <a:r>
              <a:rPr lang="en-US" sz="300" dirty="0" err="1"/>
              <a:t>readonly</a:t>
            </a:r>
            <a:r>
              <a:rPr lang="en-US" sz="300" dirty="0"/>
              <a:t> on device 259:0.</a:t>
            </a:r>
          </a:p>
          <a:p>
            <a:r>
              <a:rPr lang="en-US" sz="300" dirty="0"/>
              <a:t>[    6.138836] Freeing unused kernel memory: 448K</a:t>
            </a:r>
          </a:p>
          <a:p>
            <a:r>
              <a:rPr lang="en-US" sz="300" dirty="0"/>
              <a:t>[    6.143293] Run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r>
              <a:rPr lang="en-US" sz="300" dirty="0"/>
              <a:t> as </a:t>
            </a:r>
            <a:r>
              <a:rPr lang="en-US" sz="300" dirty="0" err="1"/>
              <a:t>init</a:t>
            </a:r>
            <a:r>
              <a:rPr lang="en-US" sz="300" dirty="0"/>
              <a:t> process</a:t>
            </a:r>
          </a:p>
          <a:p>
            <a:r>
              <a:rPr lang="en-US" sz="300" dirty="0"/>
              <a:t>[    6.147372]   with arguments:</a:t>
            </a:r>
          </a:p>
          <a:p>
            <a:r>
              <a:rPr lang="en-US" sz="300" dirty="0"/>
              <a:t>[    6.150323]     /</a:t>
            </a:r>
            <a:r>
              <a:rPr lang="en-US" sz="300" dirty="0" err="1"/>
              <a:t>sbin</a:t>
            </a:r>
            <a:r>
              <a:rPr lang="en-US" sz="300" dirty="0"/>
              <a:t>/</a:t>
            </a:r>
            <a:r>
              <a:rPr lang="en-US" sz="300" dirty="0" err="1"/>
              <a:t>init</a:t>
            </a:r>
            <a:endParaRPr lang="en-US" sz="300" dirty="0"/>
          </a:p>
          <a:p>
            <a:r>
              <a:rPr lang="en-US" sz="300" dirty="0"/>
              <a:t>[    6.153018]   with environment:</a:t>
            </a:r>
          </a:p>
          <a:p>
            <a:r>
              <a:rPr lang="en-US" sz="300" dirty="0"/>
              <a:t>[    6.156142]     HOME=/</a:t>
            </a:r>
          </a:p>
          <a:p>
            <a:r>
              <a:rPr lang="en-US" sz="300" dirty="0"/>
              <a:t>[    6.158487]     TERM=</a:t>
            </a:r>
            <a:r>
              <a:rPr lang="en-US" sz="300" dirty="0" err="1"/>
              <a:t>linux</a:t>
            </a:r>
            <a:endParaRPr lang="en-US" sz="300" dirty="0"/>
          </a:p>
          <a:p>
            <a:r>
              <a:rPr lang="en-US" sz="300" dirty="0"/>
              <a:t>[    6.303599] </a:t>
            </a:r>
            <a:r>
              <a:rPr lang="en-US" sz="300" dirty="0" err="1"/>
              <a:t>init</a:t>
            </a:r>
            <a:r>
              <a:rPr lang="en-US" sz="300" dirty="0"/>
              <a:t>: Console is alive</a:t>
            </a:r>
          </a:p>
          <a:p>
            <a:r>
              <a:rPr lang="en-US" sz="300" dirty="0"/>
              <a:t>[    6.307081] </a:t>
            </a:r>
            <a:r>
              <a:rPr lang="en-US" sz="300" dirty="0" err="1"/>
              <a:t>init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 6.620641]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6.649458]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</a:t>
            </a:r>
            <a:r>
              <a:rPr lang="en-US" sz="300" dirty="0" err="1"/>
              <a:t>usbfs</a:t>
            </a:r>
            <a:endParaRPr lang="en-US" sz="300" dirty="0"/>
          </a:p>
          <a:p>
            <a:r>
              <a:rPr lang="en-US" sz="300" dirty="0"/>
              <a:t>[    6.655003] </a:t>
            </a:r>
            <a:r>
              <a:rPr lang="en-US" sz="300" dirty="0" err="1"/>
              <a:t>usbcore</a:t>
            </a:r>
            <a:r>
              <a:rPr lang="en-US" sz="300" dirty="0"/>
              <a:t>: registered new interface driver hub</a:t>
            </a:r>
          </a:p>
          <a:p>
            <a:r>
              <a:rPr lang="en-US" sz="300" dirty="0"/>
              <a:t>[    6.660331] </a:t>
            </a:r>
            <a:r>
              <a:rPr lang="en-US" sz="300" dirty="0" err="1"/>
              <a:t>usbcore</a:t>
            </a:r>
            <a:r>
              <a:rPr lang="en-US" sz="300" dirty="0"/>
              <a:t>: registered new device driver </a:t>
            </a:r>
            <a:r>
              <a:rPr lang="en-US" sz="300" dirty="0" err="1"/>
              <a:t>usb</a:t>
            </a:r>
            <a:endParaRPr lang="en-US" sz="300" dirty="0"/>
          </a:p>
          <a:p>
            <a:r>
              <a:rPr lang="en-US" sz="300" dirty="0"/>
              <a:t>[    6.665969] </a:t>
            </a:r>
            <a:r>
              <a:rPr lang="en-US" sz="300" dirty="0" err="1"/>
              <a:t>gpio_button_hotplug</a:t>
            </a:r>
            <a:r>
              <a:rPr lang="en-US" sz="300" dirty="0"/>
              <a:t>: loading out-of-tree module taints kernel.</a:t>
            </a:r>
          </a:p>
          <a:p>
            <a:r>
              <a:rPr lang="en-US" sz="300" dirty="0"/>
              <a:t>[    6.676815] </a:t>
            </a:r>
            <a:r>
              <a:rPr lang="en-US" sz="300" dirty="0" err="1"/>
              <a:t>xhci-mtk</a:t>
            </a:r>
            <a:r>
              <a:rPr lang="en-US" sz="300" dirty="0"/>
              <a:t> 11200000.usb: supply </a:t>
            </a:r>
            <a:r>
              <a:rPr lang="en-US" sz="300" dirty="0" err="1"/>
              <a:t>vbus</a:t>
            </a:r>
            <a:r>
              <a:rPr lang="en-US" sz="300" dirty="0"/>
              <a:t> not found, using dummy regulator</a:t>
            </a:r>
          </a:p>
          <a:p>
            <a:r>
              <a:rPr lang="en-US" sz="300" dirty="0"/>
              <a:t>[    6.684234] </a:t>
            </a:r>
            <a:r>
              <a:rPr lang="en-US" sz="300" dirty="0" err="1"/>
              <a:t>xhci-mtk</a:t>
            </a:r>
            <a:r>
              <a:rPr lang="en-US" sz="300" dirty="0"/>
              <a:t> 11200000.usb: supply vusb33 not found, using dummy regulator</a:t>
            </a:r>
          </a:p>
          <a:p>
            <a:r>
              <a:rPr lang="en-US" sz="300" dirty="0"/>
              <a:t>[    6.692568]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6.697794]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1</a:t>
            </a:r>
          </a:p>
          <a:p>
            <a:r>
              <a:rPr lang="en-US" sz="300" dirty="0"/>
              <a:t>[    6.708311]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hcc</a:t>
            </a:r>
            <a:r>
              <a:rPr lang="en-US" sz="300" dirty="0"/>
              <a:t> </a:t>
            </a:r>
            <a:r>
              <a:rPr lang="en-US" sz="300" dirty="0" err="1"/>
              <a:t>params</a:t>
            </a:r>
            <a:r>
              <a:rPr lang="en-US" sz="300" dirty="0"/>
              <a:t> 0x01403f99 </a:t>
            </a:r>
            <a:r>
              <a:rPr lang="en-US" sz="300" dirty="0" err="1"/>
              <a:t>hci</a:t>
            </a:r>
            <a:r>
              <a:rPr lang="en-US" sz="300" dirty="0"/>
              <a:t> version 0x110 quirks 0x0000000000200010</a:t>
            </a:r>
          </a:p>
          <a:p>
            <a:r>
              <a:rPr lang="en-US" sz="300" dirty="0"/>
              <a:t>[    6.717466]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irq</a:t>
            </a:r>
            <a:r>
              <a:rPr lang="en-US" sz="300" dirty="0"/>
              <a:t> 134, </a:t>
            </a:r>
            <a:r>
              <a:rPr lang="en-US" sz="300" dirty="0" err="1"/>
              <a:t>io</a:t>
            </a:r>
            <a:r>
              <a:rPr lang="en-US" sz="300" dirty="0"/>
              <a:t> mem 0x11200000</a:t>
            </a:r>
          </a:p>
          <a:p>
            <a:r>
              <a:rPr lang="en-US" sz="300" dirty="0"/>
              <a:t>[    6.723318] </a:t>
            </a:r>
            <a:r>
              <a:rPr lang="en-US" sz="300" dirty="0" err="1"/>
              <a:t>xhci-mtk</a:t>
            </a:r>
            <a:r>
              <a:rPr lang="en-US" sz="300" dirty="0"/>
              <a:t> 11200000.usb: </a:t>
            </a:r>
            <a:r>
              <a:rPr lang="en-US" sz="300" dirty="0" err="1"/>
              <a:t>xHCI</a:t>
            </a:r>
            <a:r>
              <a:rPr lang="en-US" sz="300" dirty="0"/>
              <a:t> Host Controller</a:t>
            </a:r>
          </a:p>
          <a:p>
            <a:r>
              <a:rPr lang="en-US" sz="300" dirty="0"/>
              <a:t>[    6.728529] </a:t>
            </a:r>
            <a:r>
              <a:rPr lang="en-US" sz="300" dirty="0" err="1"/>
              <a:t>xhci-mtk</a:t>
            </a:r>
            <a:r>
              <a:rPr lang="en-US" sz="300" dirty="0"/>
              <a:t> 11200000.usb: new USB bus registered, assigned bus number 2</a:t>
            </a:r>
          </a:p>
          <a:p>
            <a:r>
              <a:rPr lang="en-US" sz="300" dirty="0"/>
              <a:t>[    6.735909] </a:t>
            </a:r>
            <a:r>
              <a:rPr lang="en-US" sz="300" dirty="0" err="1"/>
              <a:t>xhci-mtk</a:t>
            </a:r>
            <a:r>
              <a:rPr lang="en-US" sz="300" dirty="0"/>
              <a:t> 11200000.usb: Host supports USB 3.2 Enhanced SuperSpeed</a:t>
            </a:r>
          </a:p>
          <a:p>
            <a:r>
              <a:rPr lang="en-US" sz="300" dirty="0"/>
              <a:t>[    6.743316] hub 1-0:1.0: USB hub found</a:t>
            </a:r>
          </a:p>
          <a:p>
            <a:r>
              <a:rPr lang="en-US" sz="300" dirty="0"/>
              <a:t>[    6.747076] hub 1-0:1.0: 2 ports detected</a:t>
            </a:r>
          </a:p>
          <a:p>
            <a:r>
              <a:rPr lang="en-US" sz="300" dirty="0"/>
              <a:t>[    6.751335] </a:t>
            </a:r>
            <a:r>
              <a:rPr lang="en-US" sz="300" dirty="0" err="1"/>
              <a:t>usb</a:t>
            </a:r>
            <a:r>
              <a:rPr lang="en-US" sz="300" dirty="0"/>
              <a:t> usb2: We don't know the algorithms for LPM for this host, disabling LPM.</a:t>
            </a:r>
          </a:p>
          <a:p>
            <a:r>
              <a:rPr lang="en-US" sz="300" dirty="0"/>
              <a:t>[    6.759696] hub 2-0:1.0: USB hub found</a:t>
            </a:r>
          </a:p>
          <a:p>
            <a:r>
              <a:rPr lang="en-US" sz="300" dirty="0"/>
              <a:t>[    6.763464] hub 2-0:1.0: 1 port detected</a:t>
            </a:r>
          </a:p>
          <a:p>
            <a:r>
              <a:rPr lang="en-US" sz="300" dirty="0"/>
              <a:t>[    6.770670]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/modules-</a:t>
            </a:r>
            <a:r>
              <a:rPr lang="en-US" sz="300" dirty="0" err="1"/>
              <a:t>boot.d</a:t>
            </a:r>
            <a:r>
              <a:rPr lang="en-US" sz="300" dirty="0"/>
              <a:t>/*</a:t>
            </a:r>
          </a:p>
          <a:p>
            <a:r>
              <a:rPr lang="en-US" sz="300" dirty="0"/>
              <a:t>[    6.779756] </a:t>
            </a:r>
            <a:r>
              <a:rPr lang="en-US" sz="300" dirty="0" err="1"/>
              <a:t>init</a:t>
            </a:r>
            <a:r>
              <a:rPr lang="en-US" sz="300" dirty="0"/>
              <a:t>: - </a:t>
            </a:r>
            <a:r>
              <a:rPr lang="en-US" sz="300" dirty="0" err="1"/>
              <a:t>preinit</a:t>
            </a:r>
            <a:r>
              <a:rPr lang="en-US" sz="300" dirty="0"/>
              <a:t> -</a:t>
            </a:r>
          </a:p>
          <a:p>
            <a:r>
              <a:rPr lang="en-US" sz="300" dirty="0"/>
              <a:t>[    7.011338]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 7.019908]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 7.038200]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Press the [f] key and hit [enter] to enter failsafe mode</a:t>
            </a:r>
          </a:p>
          <a:p>
            <a:r>
              <a:rPr lang="en-US" sz="300" dirty="0"/>
              <a:t>Press the [1], [2], [3] or [4] key and hit [enter] to select the debug level</a:t>
            </a:r>
          </a:p>
          <a:p>
            <a:r>
              <a:rPr lang="en-US" sz="300" dirty="0"/>
              <a:t>[    7.202210] </a:t>
            </a:r>
            <a:r>
              <a:rPr lang="en-US" sz="300" dirty="0" err="1"/>
              <a:t>usb</a:t>
            </a:r>
            <a:r>
              <a:rPr lang="en-US" sz="300" dirty="0"/>
              <a:t> 1-1: new high-speed USB device number 2 using </a:t>
            </a:r>
            <a:r>
              <a:rPr lang="en-US" sz="300" dirty="0" err="1"/>
              <a:t>xhci-mtk</a:t>
            </a:r>
            <a:endParaRPr lang="en-US" sz="300" dirty="0"/>
          </a:p>
          <a:p>
            <a:r>
              <a:rPr lang="en-US" sz="300" dirty="0"/>
              <a:t>[    7.394363] hub 1-1:1.0: USB hub found</a:t>
            </a:r>
          </a:p>
          <a:p>
            <a:r>
              <a:rPr lang="en-US" sz="300" dirty="0"/>
              <a:t>[    7.402007] hub 1-1:1.0: 4 ports detected</a:t>
            </a:r>
          </a:p>
          <a:p>
            <a:r>
              <a:rPr lang="en-US" sz="300" dirty="0"/>
              <a:t>[    9.572197] random: </a:t>
            </a:r>
            <a:r>
              <a:rPr lang="en-US" sz="300" dirty="0" err="1"/>
              <a:t>crng</a:t>
            </a:r>
            <a:r>
              <a:rPr lang="en-US" sz="300" dirty="0"/>
              <a:t> </a:t>
            </a:r>
            <a:r>
              <a:rPr lang="en-US" sz="300" dirty="0" err="1"/>
              <a:t>init</a:t>
            </a:r>
            <a:r>
              <a:rPr lang="en-US" sz="300" dirty="0"/>
              <a:t> done</a:t>
            </a:r>
          </a:p>
          <a:p>
            <a:r>
              <a:rPr lang="en-US" sz="300" dirty="0"/>
              <a:t>[   11.700853] F2FS-fs (</a:t>
            </a:r>
            <a:r>
              <a:rPr lang="en-US" sz="300" dirty="0" err="1"/>
              <a:t>fitrw</a:t>
            </a:r>
            <a:r>
              <a:rPr lang="en-US" sz="300" dirty="0"/>
              <a:t>): Mounted with checkpoint version = 3999c4ea</a:t>
            </a:r>
          </a:p>
          <a:p>
            <a:r>
              <a:rPr lang="en-US" sz="300" dirty="0"/>
              <a:t>[   11.709269] </a:t>
            </a:r>
            <a:r>
              <a:rPr lang="en-US" sz="300" dirty="0" err="1"/>
              <a:t>mount_root</a:t>
            </a:r>
            <a:r>
              <a:rPr lang="en-US" sz="300" dirty="0"/>
              <a:t>: switching to f2fs overlay</a:t>
            </a:r>
          </a:p>
          <a:p>
            <a:r>
              <a:rPr lang="en-US" sz="300" dirty="0"/>
              <a:t>[   11.715886] </a:t>
            </a:r>
            <a:r>
              <a:rPr lang="en-US" sz="300" dirty="0" err="1"/>
              <a:t>overlayfs</a:t>
            </a:r>
            <a:r>
              <a:rPr lang="en-US" sz="300" dirty="0"/>
              <a:t>: null </a:t>
            </a:r>
            <a:r>
              <a:rPr lang="en-US" sz="300" dirty="0" err="1"/>
              <a:t>uuid</a:t>
            </a:r>
            <a:r>
              <a:rPr lang="en-US" sz="300" dirty="0"/>
              <a:t> detected in lower fs '/', falling back to </a:t>
            </a:r>
            <a:r>
              <a:rPr lang="en-US" sz="300" dirty="0" err="1"/>
              <a:t>xino</a:t>
            </a:r>
            <a:r>
              <a:rPr lang="en-US" sz="300" dirty="0"/>
              <a:t>=</a:t>
            </a:r>
            <a:r>
              <a:rPr lang="en-US" sz="300" dirty="0" err="1"/>
              <a:t>off,index</a:t>
            </a:r>
            <a:r>
              <a:rPr lang="en-US" sz="300" dirty="0"/>
              <a:t>=</a:t>
            </a:r>
            <a:r>
              <a:rPr lang="en-US" sz="300" dirty="0" err="1"/>
              <a:t>off,nfs_export</a:t>
            </a:r>
            <a:r>
              <a:rPr lang="en-US" sz="300" dirty="0"/>
              <a:t>=off.</a:t>
            </a:r>
          </a:p>
          <a:p>
            <a:r>
              <a:rPr lang="en-US" sz="300" dirty="0"/>
              <a:t>[   11.729808] </a:t>
            </a:r>
            <a:r>
              <a:rPr lang="en-US" sz="300" dirty="0" err="1"/>
              <a:t>urandom</a:t>
            </a:r>
            <a:r>
              <a:rPr lang="en-US" sz="300" dirty="0"/>
              <a:t>-seed: Seeding with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urandom.seed</a:t>
            </a:r>
            <a:endParaRPr lang="en-US" sz="300" dirty="0"/>
          </a:p>
          <a:p>
            <a:r>
              <a:rPr lang="en-US" sz="300" dirty="0"/>
              <a:t>[   11.773752] </a:t>
            </a:r>
            <a:r>
              <a:rPr lang="en-US" sz="300" dirty="0" err="1"/>
              <a:t>procd</a:t>
            </a:r>
            <a:r>
              <a:rPr lang="en-US" sz="300" dirty="0"/>
              <a:t>: - early -</a:t>
            </a:r>
          </a:p>
          <a:p>
            <a:r>
              <a:rPr lang="en-US" sz="300" dirty="0"/>
              <a:t>[   11.776680]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12.307388] </a:t>
            </a:r>
            <a:r>
              <a:rPr lang="en-US" sz="300" dirty="0" err="1"/>
              <a:t>procd</a:t>
            </a:r>
            <a:r>
              <a:rPr lang="en-US" sz="300" dirty="0"/>
              <a:t>: - watchdog -</a:t>
            </a:r>
          </a:p>
          <a:p>
            <a:r>
              <a:rPr lang="en-US" sz="300" dirty="0"/>
              <a:t>[   12.310879]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ubus</a:t>
            </a:r>
            <a:r>
              <a:rPr lang="en-US" sz="300" dirty="0"/>
              <a:t> -</a:t>
            </a:r>
          </a:p>
          <a:p>
            <a:r>
              <a:rPr lang="en-US" sz="300" dirty="0"/>
              <a:t>[   12.464034] </a:t>
            </a:r>
            <a:r>
              <a:rPr lang="en-US" sz="300" dirty="0" err="1"/>
              <a:t>procd</a:t>
            </a:r>
            <a:r>
              <a:rPr lang="en-US" sz="300" dirty="0"/>
              <a:t>: - </a:t>
            </a:r>
            <a:r>
              <a:rPr lang="en-US" sz="300" dirty="0" err="1"/>
              <a:t>init</a:t>
            </a:r>
            <a:r>
              <a:rPr lang="en-US" sz="300" dirty="0"/>
              <a:t> -</a:t>
            </a:r>
          </a:p>
          <a:p>
            <a:r>
              <a:rPr lang="en-US" sz="300" dirty="0"/>
              <a:t>Please press Enter to activate this console.</a:t>
            </a:r>
          </a:p>
          <a:p>
            <a:r>
              <a:rPr lang="en-US" sz="300" dirty="0"/>
              <a:t>[   12.718883] </a:t>
            </a:r>
            <a:r>
              <a:rPr lang="en-US" sz="300" dirty="0" err="1"/>
              <a:t>kmodloader</a:t>
            </a:r>
            <a:r>
              <a:rPr lang="en-US" sz="300" dirty="0"/>
              <a:t>: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12.746947] i2c-gpio i2c-gpio-0: using lines 528 (SDA) and 529 (SCL)</a:t>
            </a:r>
          </a:p>
          <a:p>
            <a:r>
              <a:rPr lang="en-US" sz="300" dirty="0"/>
              <a:t>[   12.753663] i2c-gpio i2c-gpio-1: using lines 530 (SDA) and 531 (SCL)</a:t>
            </a:r>
          </a:p>
          <a:p>
            <a:r>
              <a:rPr lang="en-US" sz="300" dirty="0"/>
              <a:t>[   12.763453] crypto-</a:t>
            </a:r>
            <a:r>
              <a:rPr lang="en-US" sz="300" dirty="0" err="1"/>
              <a:t>safexcel</a:t>
            </a:r>
            <a:r>
              <a:rPr lang="en-US" sz="300" dirty="0"/>
              <a:t> 10320000.crypto: EIP97:230(0,1,4,4)-HIA:270(0,5,5),PE:150/433(alg:7fcdfc00)/0/0/0</a:t>
            </a:r>
          </a:p>
          <a:p>
            <a:r>
              <a:rPr lang="en-US" sz="300" dirty="0"/>
              <a:t>[   12.777878] Loading modules backported from Linux version v6.12.61-0-gdcbeffaf66d0</a:t>
            </a:r>
          </a:p>
          <a:p>
            <a:r>
              <a:rPr lang="en-US" sz="300" dirty="0"/>
              <a:t>[   12.785464] Backport generated by </a:t>
            </a:r>
            <a:r>
              <a:rPr lang="en-US" sz="300" dirty="0" err="1"/>
              <a:t>backports.git</a:t>
            </a:r>
            <a:r>
              <a:rPr lang="en-US" sz="300" dirty="0"/>
              <a:t> v6.1.110-1-35-g410656ef</a:t>
            </a:r>
          </a:p>
          <a:p>
            <a:r>
              <a:rPr lang="en-US" sz="300" dirty="0"/>
              <a:t>[   12.796904] </a:t>
            </a:r>
            <a:r>
              <a:rPr lang="en-US" sz="300" dirty="0" err="1"/>
              <a:t>sfp</a:t>
            </a:r>
            <a:r>
              <a:rPr lang="en-US" sz="300" dirty="0"/>
              <a:t> sfp-1: Host maximum power 3.0W</a:t>
            </a:r>
          </a:p>
          <a:p>
            <a:r>
              <a:rPr lang="en-US" sz="300" dirty="0"/>
              <a:t>[   12.801957] </a:t>
            </a:r>
            <a:r>
              <a:rPr lang="en-US" sz="300" dirty="0" err="1"/>
              <a:t>sfp</a:t>
            </a:r>
            <a:r>
              <a:rPr lang="en-US" sz="300" dirty="0"/>
              <a:t> sfp-2: Host maximum power 3.0W</a:t>
            </a:r>
          </a:p>
          <a:p>
            <a:r>
              <a:rPr lang="en-US" sz="300" dirty="0"/>
              <a:t>[   12.859788] </a:t>
            </a:r>
            <a:r>
              <a:rPr lang="en-US" sz="300" dirty="0" err="1"/>
              <a:t>urngd</a:t>
            </a:r>
            <a:r>
              <a:rPr lang="en-US" sz="300" dirty="0"/>
              <a:t>: v1.0.2 started.</a:t>
            </a:r>
          </a:p>
          <a:p>
            <a:r>
              <a:rPr lang="en-US" sz="300" dirty="0"/>
              <a:t>[   13.265172] mt798x-wmac 18000000.wifi: HW/SW Version: 0x8a108a10, Build Time: 20240823160739a</a:t>
            </a:r>
          </a:p>
          <a:p>
            <a:r>
              <a:rPr lang="en-US" sz="300" dirty="0"/>
              <a:t>[   13.265172]</a:t>
            </a:r>
          </a:p>
          <a:p>
            <a:r>
              <a:rPr lang="en-US" sz="300" dirty="0"/>
              <a:t>[   13.400496] mt798x-wmac 18000000.wifi: WM Firmware Version: ____000000, Build Time: 20240823160804</a:t>
            </a:r>
          </a:p>
          <a:p>
            <a:r>
              <a:rPr lang="en-US" sz="300" dirty="0"/>
              <a:t>[   13.505615] mt798x-wmac 18000000.wifi: WA Firmware Version: DEV_000000, Build Time: 20240823160840</a:t>
            </a:r>
          </a:p>
          <a:p>
            <a:r>
              <a:rPr lang="en-US" sz="300" dirty="0"/>
              <a:t>[   13.611262] mt798x-wmac 18000000.wifi: registering led 'mt76-phy0'</a:t>
            </a:r>
          </a:p>
          <a:p>
            <a:r>
              <a:rPr lang="en-US" sz="300" dirty="0"/>
              <a:t>[   13.663456] mt798x-wmac 18000000.wifi: registering led 'mt76-phy1'</a:t>
            </a:r>
          </a:p>
          <a:p>
            <a:r>
              <a:rPr lang="en-US" sz="300" dirty="0"/>
              <a:t>[   13.762416] PPP generic driver version 2.4.2</a:t>
            </a:r>
          </a:p>
          <a:p>
            <a:r>
              <a:rPr lang="en-US" sz="300" dirty="0"/>
              <a:t>[   13.767502] NET: Registered PF_PPPOX protocol family</a:t>
            </a:r>
          </a:p>
          <a:p>
            <a:r>
              <a:rPr lang="en-US" sz="300" dirty="0"/>
              <a:t>[   13.774884] </a:t>
            </a:r>
            <a:r>
              <a:rPr lang="en-US" sz="300" dirty="0" err="1"/>
              <a:t>kmodloader</a:t>
            </a:r>
            <a:r>
              <a:rPr lang="en-US" sz="300" dirty="0"/>
              <a:t>: done loading kernel modules from /</a:t>
            </a:r>
            <a:r>
              <a:rPr lang="en-US" sz="300" dirty="0" err="1"/>
              <a:t>etc</a:t>
            </a:r>
            <a:r>
              <a:rPr lang="en-US" sz="300" dirty="0"/>
              <a:t>/</a:t>
            </a:r>
            <a:r>
              <a:rPr lang="en-US" sz="300" dirty="0" err="1"/>
              <a:t>modules.d</a:t>
            </a:r>
            <a:r>
              <a:rPr lang="en-US" sz="300" dirty="0"/>
              <a:t>/*</a:t>
            </a:r>
          </a:p>
          <a:p>
            <a:r>
              <a:rPr lang="en-US" sz="300" dirty="0"/>
              <a:t>[   15.708564]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Down</a:t>
            </a:r>
          </a:p>
          <a:p>
            <a:r>
              <a:rPr lang="en-US" sz="300" dirty="0"/>
              <a:t>[   15.723997]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configuring for fixed/2500base-x link mode</a:t>
            </a:r>
          </a:p>
          <a:p>
            <a:r>
              <a:rPr lang="en-US" sz="300" dirty="0"/>
              <a:t>[   15.732456]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Link is Up - 2.5Gbps/Full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15.738862] mt7530-mdio mdio-bus:1f lan1: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15.751964] </a:t>
            </a:r>
            <a:r>
              <a:rPr lang="en-US" sz="300" dirty="0" err="1"/>
              <a:t>br-lan</a:t>
            </a:r>
            <a:r>
              <a:rPr lang="en-US" sz="300" dirty="0"/>
              <a:t>: port 1(lan1) entered blocking state</a:t>
            </a:r>
          </a:p>
          <a:p>
            <a:r>
              <a:rPr lang="en-US" sz="300" dirty="0"/>
              <a:t>[   15.757206] </a:t>
            </a:r>
            <a:r>
              <a:rPr lang="en-US" sz="300" dirty="0" err="1"/>
              <a:t>br-lan</a:t>
            </a:r>
            <a:r>
              <a:rPr lang="en-US" sz="300" dirty="0"/>
              <a:t>: port 1(lan1) entered disabled state</a:t>
            </a:r>
          </a:p>
          <a:p>
            <a:r>
              <a:rPr lang="en-US" sz="300" dirty="0"/>
              <a:t>[   15.762447] mt7530-mdio mdio-bus:1f lan1: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15.768697]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eth0: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15.778455] mt7530-mdio mdio-bus:1f lan1: entered promiscuous mode</a:t>
            </a:r>
          </a:p>
          <a:p>
            <a:r>
              <a:rPr lang="en-US" sz="300" dirty="0"/>
              <a:t>[   15.796712] mt7530-mdio mdio-bus:1f lan2: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15.807581] </a:t>
            </a:r>
            <a:r>
              <a:rPr lang="en-US" sz="300" dirty="0" err="1"/>
              <a:t>br-lan</a:t>
            </a:r>
            <a:r>
              <a:rPr lang="en-US" sz="300" dirty="0"/>
              <a:t>: port 2(lan2) entered blocking state</a:t>
            </a:r>
          </a:p>
          <a:p>
            <a:r>
              <a:rPr lang="en-US" sz="300" dirty="0"/>
              <a:t>[   15.812861] </a:t>
            </a:r>
            <a:r>
              <a:rPr lang="en-US" sz="300" dirty="0" err="1"/>
              <a:t>br-lan</a:t>
            </a:r>
            <a:r>
              <a:rPr lang="en-US" sz="300" dirty="0"/>
              <a:t>: port 2(lan2) entered disabled state</a:t>
            </a:r>
          </a:p>
          <a:p>
            <a:r>
              <a:rPr lang="en-US" sz="300" dirty="0"/>
              <a:t>[   15.818114] mt7530-mdio mdio-bus:1f lan2: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15.826175] mt7530-mdio mdio-bus:1f lan2: entered promiscuous mode</a:t>
            </a:r>
          </a:p>
          <a:p>
            <a:r>
              <a:rPr lang="en-US" sz="300" dirty="0"/>
              <a:t>[   15.840993] mt7530-mdio mdio-bus:1f lan3: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15.851796] </a:t>
            </a:r>
            <a:r>
              <a:rPr lang="en-US" sz="300" dirty="0" err="1"/>
              <a:t>br-lan</a:t>
            </a:r>
            <a:r>
              <a:rPr lang="en-US" sz="300" dirty="0"/>
              <a:t>: port 3(lan3) entered blocking state</a:t>
            </a:r>
          </a:p>
          <a:p>
            <a:r>
              <a:rPr lang="en-US" sz="300" dirty="0"/>
              <a:t>[   15.857057] </a:t>
            </a:r>
            <a:r>
              <a:rPr lang="en-US" sz="300" dirty="0" err="1"/>
              <a:t>br-lan</a:t>
            </a:r>
            <a:r>
              <a:rPr lang="en-US" sz="300" dirty="0"/>
              <a:t>: port 3(lan3) entered disabled state</a:t>
            </a:r>
          </a:p>
          <a:p>
            <a:r>
              <a:rPr lang="en-US" sz="300" dirty="0"/>
              <a:t>[   15.862327] mt7530-mdio mdio-bus:1f lan3: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15.870439] mt7530-mdio mdio-bus:1f lan3: entered promiscuous mode</a:t>
            </a:r>
          </a:p>
          <a:p>
            <a:r>
              <a:rPr lang="en-US" sz="300" dirty="0"/>
              <a:t>[   15.885501] mt7530-mdio mdio-bus:1f lan4: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15.896191]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15.901416] </a:t>
            </a:r>
            <a:r>
              <a:rPr lang="en-US" sz="300" dirty="0" err="1"/>
              <a:t>br-lan</a:t>
            </a:r>
            <a:r>
              <a:rPr lang="en-US" sz="300" dirty="0"/>
              <a:t>: port 4(lan4) entered disabled state</a:t>
            </a:r>
          </a:p>
          <a:p>
            <a:r>
              <a:rPr lang="en-US" sz="300" dirty="0"/>
              <a:t>[   15.906732] mt7530-mdio mdio-bus:1f lan4: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15.915009] mt7530-mdio mdio-bus:1f lan4: entered promiscuous mode</a:t>
            </a:r>
          </a:p>
          <a:p>
            <a:r>
              <a:rPr lang="en-US" sz="300" dirty="0"/>
              <a:t>[   15.924265] mt7530-mdio mdio-bus:1f sfp2: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15.933691] </a:t>
            </a:r>
            <a:r>
              <a:rPr lang="en-US" sz="300" dirty="0" err="1"/>
              <a:t>br-lan</a:t>
            </a:r>
            <a:r>
              <a:rPr lang="en-US" sz="300" dirty="0"/>
              <a:t>: port 5(sfp2) entered blocking state</a:t>
            </a:r>
          </a:p>
          <a:p>
            <a:r>
              <a:rPr lang="en-US" sz="300" dirty="0"/>
              <a:t>[   15.938906] </a:t>
            </a:r>
            <a:r>
              <a:rPr lang="en-US" sz="300" dirty="0" err="1"/>
              <a:t>br-lan</a:t>
            </a:r>
            <a:r>
              <a:rPr lang="en-US" sz="300" dirty="0"/>
              <a:t>: port 5(sfp2) entered disabled state</a:t>
            </a:r>
          </a:p>
          <a:p>
            <a:r>
              <a:rPr lang="en-US" sz="300" dirty="0"/>
              <a:t>[   15.944168] mt7530-mdio mdio-bus:1f sfp2: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15.952587] mt7530-mdio mdio-bus:1f sfp2: entered promiscuous mode</a:t>
            </a:r>
          </a:p>
          <a:p>
            <a:r>
              <a:rPr lang="en-US" sz="300" dirty="0"/>
              <a:t>[   15.962063]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configuring for </a:t>
            </a:r>
            <a:r>
              <a:rPr lang="en-US" sz="300" dirty="0" err="1"/>
              <a:t>inband</a:t>
            </a:r>
            <a:r>
              <a:rPr lang="en-US" sz="300" dirty="0"/>
              <a:t>/2500base-x link mode</a:t>
            </a:r>
          </a:p>
          <a:p>
            <a:r>
              <a:rPr lang="en-US" sz="300" dirty="0"/>
              <a:t>[   15.972276] </a:t>
            </a:r>
            <a:r>
              <a:rPr lang="en-US" sz="300" dirty="0" err="1"/>
              <a:t>br</a:t>
            </a:r>
            <a:r>
              <a:rPr lang="en-US" sz="300" dirty="0"/>
              <a:t>-wan: port 1(eth1) entered blocking state</a:t>
            </a:r>
          </a:p>
          <a:p>
            <a:r>
              <a:rPr lang="en-US" sz="300" dirty="0"/>
              <a:t>[   15.977508] </a:t>
            </a:r>
            <a:r>
              <a:rPr lang="en-US" sz="300" dirty="0" err="1"/>
              <a:t>br</a:t>
            </a:r>
            <a:r>
              <a:rPr lang="en-US" sz="300" dirty="0"/>
              <a:t>-wan: port 1(eth1) entered disabled state</a:t>
            </a:r>
          </a:p>
          <a:p>
            <a:r>
              <a:rPr lang="en-US" sz="300" dirty="0"/>
              <a:t>[   15.982788]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15.989757] </a:t>
            </a:r>
            <a:r>
              <a:rPr lang="en-US" sz="300" dirty="0" err="1"/>
              <a:t>mtk_soc_eth</a:t>
            </a:r>
            <a:r>
              <a:rPr lang="en-US" sz="300" dirty="0"/>
              <a:t> 15100000.ethernet eth1: entered promiscuous mode</a:t>
            </a:r>
          </a:p>
          <a:p>
            <a:r>
              <a:rPr lang="en-US" sz="300" dirty="0"/>
              <a:t>[   16.004994] mt7530-mdio mdio-bus:1f wan: configuring for </a:t>
            </a:r>
            <a:r>
              <a:rPr lang="en-US" sz="300" dirty="0" err="1"/>
              <a:t>phy</a:t>
            </a:r>
            <a:r>
              <a:rPr lang="en-US" sz="300" dirty="0"/>
              <a:t>/</a:t>
            </a:r>
            <a:r>
              <a:rPr lang="en-US" sz="300" dirty="0" err="1"/>
              <a:t>gmii</a:t>
            </a:r>
            <a:r>
              <a:rPr lang="en-US" sz="300" dirty="0"/>
              <a:t> link mode</a:t>
            </a:r>
          </a:p>
          <a:p>
            <a:r>
              <a:rPr lang="en-US" sz="300" dirty="0"/>
              <a:t>[   16.015717] </a:t>
            </a:r>
            <a:r>
              <a:rPr lang="en-US" sz="300" dirty="0" err="1"/>
              <a:t>br</a:t>
            </a:r>
            <a:r>
              <a:rPr lang="en-US" sz="300" dirty="0"/>
              <a:t>-wan: port 2(wan) entered blocking state</a:t>
            </a:r>
          </a:p>
          <a:p>
            <a:r>
              <a:rPr lang="en-US" sz="300" dirty="0"/>
              <a:t>[   16.020855] </a:t>
            </a:r>
            <a:r>
              <a:rPr lang="en-US" sz="300" dirty="0" err="1"/>
              <a:t>br</a:t>
            </a:r>
            <a:r>
              <a:rPr lang="en-US" sz="300" dirty="0"/>
              <a:t>-wan: port 2(wan) entered disabled state</a:t>
            </a:r>
          </a:p>
          <a:p>
            <a:r>
              <a:rPr lang="en-US" sz="300" dirty="0"/>
              <a:t>[   16.026034] mt7530-mdio mdio-bus:1f wan: entered </a:t>
            </a:r>
            <a:r>
              <a:rPr lang="en-US" sz="300" dirty="0" err="1"/>
              <a:t>allmulticast</a:t>
            </a:r>
            <a:r>
              <a:rPr lang="en-US" sz="300" dirty="0"/>
              <a:t> mode</a:t>
            </a:r>
          </a:p>
          <a:p>
            <a:r>
              <a:rPr lang="en-US" sz="300" dirty="0"/>
              <a:t>[   16.034107] mt7530-mdio mdio-bus:1f wan: entered promiscuous mode</a:t>
            </a:r>
          </a:p>
          <a:p>
            <a:r>
              <a:rPr lang="en-US" sz="300" dirty="0"/>
              <a:t>[   19.535776] mt7530-mdio mdio-bus:1f lan4: Link is Up - 1Gbps/Full - flow control </a:t>
            </a:r>
            <a:r>
              <a:rPr lang="en-US" sz="300" dirty="0" err="1"/>
              <a:t>rx</a:t>
            </a:r>
            <a:r>
              <a:rPr lang="en-US" sz="300" dirty="0"/>
              <a:t>/</a:t>
            </a:r>
            <a:r>
              <a:rPr lang="en-US" sz="300" dirty="0" err="1"/>
              <a:t>tx</a:t>
            </a:r>
            <a:endParaRPr lang="en-US" sz="300" dirty="0"/>
          </a:p>
          <a:p>
            <a:r>
              <a:rPr lang="en-US" sz="300" dirty="0"/>
              <a:t>[   19.535800] </a:t>
            </a:r>
            <a:r>
              <a:rPr lang="en-US" sz="300" dirty="0" err="1"/>
              <a:t>br-lan</a:t>
            </a:r>
            <a:r>
              <a:rPr lang="en-US" sz="300" dirty="0"/>
              <a:t>: port 4(lan4) entered blocking state</a:t>
            </a:r>
          </a:p>
          <a:p>
            <a:r>
              <a:rPr lang="en-US" sz="300" dirty="0"/>
              <a:t>[   19.548902] </a:t>
            </a:r>
            <a:r>
              <a:rPr lang="en-US" sz="300" dirty="0" err="1"/>
              <a:t>br-lan</a:t>
            </a:r>
            <a:r>
              <a:rPr lang="en-US" sz="300" dirty="0"/>
              <a:t>: port 4(lan4) entered forwarding state</a:t>
            </a:r>
          </a:p>
          <a:p>
            <a:endParaRPr lang="en-US" sz="300" dirty="0"/>
          </a:p>
          <a:p>
            <a:endParaRPr lang="en-US" sz="300" dirty="0"/>
          </a:p>
          <a:p>
            <a:endParaRPr lang="en-US" sz="300" dirty="0"/>
          </a:p>
          <a:p>
            <a:r>
              <a:rPr lang="en-US" sz="300" dirty="0" err="1"/>
              <a:t>BusyBox</a:t>
            </a:r>
            <a:r>
              <a:rPr lang="en-US" sz="300" dirty="0"/>
              <a:t> v1.36.1 (2026-05-02 23:38:48 UTC) built-in shell (ash)</a:t>
            </a:r>
          </a:p>
          <a:p>
            <a:endParaRPr lang="en-US" sz="3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27963" y="1508760"/>
            <a:ext cx="4655198" cy="48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0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9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11946</Words>
  <Application>Microsoft Office PowerPoint</Application>
  <PresentationFormat>Widescreen</PresentationFormat>
  <Paragraphs>984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Bootup sequence of Bananapi – R3</vt:lpstr>
      <vt:lpstr>Front </vt:lpstr>
      <vt:lpstr>Back </vt:lpstr>
      <vt:lpstr>Summry boot sequence without OPTEE </vt:lpstr>
      <vt:lpstr>Summry boot sequence with OPTEE </vt:lpstr>
      <vt:lpstr>Details  Phase by Phase on Banana pi R3</vt:lpstr>
      <vt:lpstr>BL33 (Uboot)</vt:lpstr>
      <vt:lpstr>BL33 (Uboot)</vt:lpstr>
      <vt:lpstr>BL33 (Uboot)</vt:lpstr>
      <vt:lpstr>Kernel</vt:lpstr>
      <vt:lpstr>Kernel</vt:lpstr>
      <vt:lpstr>Kernel</vt:lpstr>
      <vt:lpstr>Kernel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Bootup sequence of Bananapi – R3</dc:title>
  <dc:creator>Maya Nguyen</dc:creator>
  <cp:lastModifiedBy>John[Nguyen Quang Anh]</cp:lastModifiedBy>
  <cp:revision>29</cp:revision>
  <dcterms:created xsi:type="dcterms:W3CDTF">2026-05-12T15:36:10Z</dcterms:created>
  <dcterms:modified xsi:type="dcterms:W3CDTF">2026-05-13T10:23:29Z</dcterms:modified>
</cp:coreProperties>
</file>